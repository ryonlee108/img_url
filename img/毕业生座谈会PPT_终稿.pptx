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notesSlides/notesSlide10.xml" ContentType="application/vnd.openxmlformats-officedocument.presentationml.notesSlide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3" r:id="rId2"/>
  </p:sldMasterIdLst>
  <p:notesMasterIdLst>
    <p:notesMasterId r:id="rId14"/>
  </p:notesMasterIdLst>
  <p:sldIdLst>
    <p:sldId id="258" r:id="rId3"/>
    <p:sldId id="2720" r:id="rId4"/>
    <p:sldId id="2727" r:id="rId5"/>
    <p:sldId id="2728" r:id="rId6"/>
    <p:sldId id="2721" r:id="rId7"/>
    <p:sldId id="2722" r:id="rId8"/>
    <p:sldId id="423" r:id="rId9"/>
    <p:sldId id="2723" r:id="rId10"/>
    <p:sldId id="2724" r:id="rId11"/>
    <p:sldId id="2726" r:id="rId12"/>
    <p:sldId id="2715" r:id="rId13"/>
  </p:sldIdLst>
  <p:sldSz cx="12192000" cy="6858000"/>
  <p:notesSz cx="6858000" cy="9144000"/>
  <p:custDataLst>
    <p:tags r:id="rId15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DCDCDC"/>
    <a:srgbClr val="F0F0F0"/>
    <a:srgbClr val="E6E6E6"/>
    <a:srgbClr val="C8C8C8"/>
    <a:srgbClr val="FAFAFA"/>
    <a:srgbClr val="BEBEB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793" autoAdjust="0"/>
    <p:restoredTop sz="94660"/>
  </p:normalViewPr>
  <p:slideViewPr>
    <p:cSldViewPr snapToGrid="0" showGuides="1">
      <p:cViewPr>
        <p:scale>
          <a:sx n="79" d="100"/>
          <a:sy n="79" d="100"/>
        </p:scale>
        <p:origin x="2512" y="116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92" d="100"/>
          <a:sy n="92" d="100"/>
        </p:scale>
        <p:origin x="2550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theme" Target="theme/theme1.xml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tags" Target="tags/tag1.xml"/><Relationship Id="rId10" Type="http://schemas.openxmlformats.org/officeDocument/2006/relationships/slide" Target="slides/slide8.xml"/><Relationship Id="rId19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8BD219D-8249-4E6E-B2D6-882737FDDCC5}" type="slidenum">
              <a:rPr lang="zh-CN" altLang="en-US" smtClean="0"/>
              <a:t>3</a:t>
            </a:fld>
            <a:endParaRPr lang="zh-CN" altLang="en-US"/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8150" y="7424737"/>
            <a:ext cx="5981700" cy="1495425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8EEF2C0-A6C1-40C5-BE79-F079FE5F2DC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9DA6BA8-2C1A-4667-9DB0-41B7F6389C16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rPr>
              <a:t>10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6712" y="7343775"/>
            <a:ext cx="6124575" cy="1657350"/>
          </a:xfrm>
          <a:prstGeom prst="rect">
            <a:avLst/>
          </a:prstGeom>
        </p:spPr>
      </p:pic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8BD219D-8249-4E6E-B2D6-882737FDDCC5}" type="slidenum">
              <a:rPr lang="zh-CN" altLang="en-US" smtClean="0"/>
              <a:t>11</a:t>
            </a:fld>
            <a:endParaRPr lang="zh-CN" altLang="en-US"/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8150" y="7424737"/>
            <a:ext cx="5981700" cy="1495425"/>
          </a:xfrm>
          <a:prstGeom prst="rect">
            <a:avLst/>
          </a:prstGeom>
        </p:spPr>
      </p:pic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tags" Target="../tags/tag10.xml"/><Relationship Id="rId2" Type="http://schemas.openxmlformats.org/officeDocument/2006/relationships/tags" Target="../tags/tag9.xml"/><Relationship Id="rId1" Type="http://schemas.openxmlformats.org/officeDocument/2006/relationships/tags" Target="../tags/tag8.xml"/><Relationship Id="rId6" Type="http://schemas.openxmlformats.org/officeDocument/2006/relationships/slideMaster" Target="../slideMasters/slideMaster1.xml"/><Relationship Id="rId5" Type="http://schemas.openxmlformats.org/officeDocument/2006/relationships/tags" Target="../tags/tag12.xml"/><Relationship Id="rId4" Type="http://schemas.openxmlformats.org/officeDocument/2006/relationships/tags" Target="../tags/tag1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tags" Target="../tags/tag15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6" Type="http://schemas.openxmlformats.org/officeDocument/2006/relationships/slideMaster" Target="../slideMasters/slideMaster1.xml"/><Relationship Id="rId5" Type="http://schemas.openxmlformats.org/officeDocument/2006/relationships/tags" Target="../tags/tag17.xml"/><Relationship Id="rId4" Type="http://schemas.openxmlformats.org/officeDocument/2006/relationships/tags" Target="../tags/tag16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tags" Target="../tags/tag20.xml"/><Relationship Id="rId2" Type="http://schemas.openxmlformats.org/officeDocument/2006/relationships/tags" Target="../tags/tag19.xml"/><Relationship Id="rId1" Type="http://schemas.openxmlformats.org/officeDocument/2006/relationships/tags" Target="../tags/tag18.xml"/><Relationship Id="rId6" Type="http://schemas.openxmlformats.org/officeDocument/2006/relationships/slideMaster" Target="../slideMasters/slideMaster1.xml"/><Relationship Id="rId5" Type="http://schemas.openxmlformats.org/officeDocument/2006/relationships/tags" Target="../tags/tag22.xml"/><Relationship Id="rId4" Type="http://schemas.openxmlformats.org/officeDocument/2006/relationships/tags" Target="../tags/tag2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tags" Target="../tags/tag25.xml"/><Relationship Id="rId7" Type="http://schemas.openxmlformats.org/officeDocument/2006/relationships/slideMaster" Target="../slideMasters/slideMaster1.xml"/><Relationship Id="rId2" Type="http://schemas.openxmlformats.org/officeDocument/2006/relationships/tags" Target="../tags/tag24.xml"/><Relationship Id="rId1" Type="http://schemas.openxmlformats.org/officeDocument/2006/relationships/tags" Target="../tags/tag23.xml"/><Relationship Id="rId6" Type="http://schemas.openxmlformats.org/officeDocument/2006/relationships/tags" Target="../tags/tag28.xml"/><Relationship Id="rId5" Type="http://schemas.openxmlformats.org/officeDocument/2006/relationships/tags" Target="../tags/tag27.xml"/><Relationship Id="rId4" Type="http://schemas.openxmlformats.org/officeDocument/2006/relationships/tags" Target="../tags/tag26.xml"/></Relationships>
</file>

<file path=ppt/slideLayouts/_rels/slideLayout5.xml.rels><?xml version="1.0" encoding="UTF-8" standalone="yes"?>
<Relationships xmlns="http://schemas.openxmlformats.org/package/2006/relationships"><Relationship Id="rId8" Type="http://schemas.openxmlformats.org/officeDocument/2006/relationships/tags" Target="../tags/tag36.xml"/><Relationship Id="rId3" Type="http://schemas.openxmlformats.org/officeDocument/2006/relationships/tags" Target="../tags/tag31.xml"/><Relationship Id="rId7" Type="http://schemas.openxmlformats.org/officeDocument/2006/relationships/tags" Target="../tags/tag35.xml"/><Relationship Id="rId2" Type="http://schemas.openxmlformats.org/officeDocument/2006/relationships/tags" Target="../tags/tag30.xml"/><Relationship Id="rId1" Type="http://schemas.openxmlformats.org/officeDocument/2006/relationships/tags" Target="../tags/tag29.xml"/><Relationship Id="rId6" Type="http://schemas.openxmlformats.org/officeDocument/2006/relationships/tags" Target="../tags/tag34.xml"/><Relationship Id="rId5" Type="http://schemas.openxmlformats.org/officeDocument/2006/relationships/tags" Target="../tags/tag33.xml"/><Relationship Id="rId4" Type="http://schemas.openxmlformats.org/officeDocument/2006/relationships/tags" Target="../tags/tag32.xml"/><Relationship Id="rId9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tags" Target="../tags/tag39.xml"/><Relationship Id="rId2" Type="http://schemas.openxmlformats.org/officeDocument/2006/relationships/tags" Target="../tags/tag38.xml"/><Relationship Id="rId1" Type="http://schemas.openxmlformats.org/officeDocument/2006/relationships/tags" Target="../tags/tag37.xml"/><Relationship Id="rId5" Type="http://schemas.openxmlformats.org/officeDocument/2006/relationships/slideMaster" Target="../slideMasters/slideMaster1.xml"/><Relationship Id="rId4" Type="http://schemas.openxmlformats.org/officeDocument/2006/relationships/tags" Target="../tags/tag40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tags" Target="../tags/tag43.xml"/><Relationship Id="rId2" Type="http://schemas.openxmlformats.org/officeDocument/2006/relationships/tags" Target="../tags/tag42.xml"/><Relationship Id="rId1" Type="http://schemas.openxmlformats.org/officeDocument/2006/relationships/tags" Target="../tags/tag41.xml"/><Relationship Id="rId4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tags" Target="../tags/tag46.xml"/><Relationship Id="rId7" Type="http://schemas.openxmlformats.org/officeDocument/2006/relationships/slideMaster" Target="../slideMasters/slideMaster1.xml"/><Relationship Id="rId2" Type="http://schemas.openxmlformats.org/officeDocument/2006/relationships/tags" Target="../tags/tag45.xml"/><Relationship Id="rId1" Type="http://schemas.openxmlformats.org/officeDocument/2006/relationships/tags" Target="../tags/tag44.xml"/><Relationship Id="rId6" Type="http://schemas.openxmlformats.org/officeDocument/2006/relationships/tags" Target="../tags/tag49.xml"/><Relationship Id="rId5" Type="http://schemas.openxmlformats.org/officeDocument/2006/relationships/tags" Target="../tags/tag48.xml"/><Relationship Id="rId4" Type="http://schemas.openxmlformats.org/officeDocument/2006/relationships/tags" Target="../tags/tag47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tags" Target="../tags/tag52.xml"/><Relationship Id="rId2" Type="http://schemas.openxmlformats.org/officeDocument/2006/relationships/tags" Target="../tags/tag51.xml"/><Relationship Id="rId1" Type="http://schemas.openxmlformats.org/officeDocument/2006/relationships/tags" Target="../tags/tag50.xml"/><Relationship Id="rId6" Type="http://schemas.openxmlformats.org/officeDocument/2006/relationships/slideMaster" Target="../slideMasters/slideMaster1.xml"/><Relationship Id="rId5" Type="http://schemas.openxmlformats.org/officeDocument/2006/relationships/tags" Target="../tags/tag54.xml"/><Relationship Id="rId4" Type="http://schemas.openxmlformats.org/officeDocument/2006/relationships/tags" Target="../tags/tag53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tags" Target="../tags/tag57.xml"/><Relationship Id="rId2" Type="http://schemas.openxmlformats.org/officeDocument/2006/relationships/tags" Target="../tags/tag56.xml"/><Relationship Id="rId1" Type="http://schemas.openxmlformats.org/officeDocument/2006/relationships/tags" Target="../tags/tag55.xml"/><Relationship Id="rId5" Type="http://schemas.openxmlformats.org/officeDocument/2006/relationships/slideMaster" Target="../slideMasters/slideMaster1.xml"/><Relationship Id="rId4" Type="http://schemas.openxmlformats.org/officeDocument/2006/relationships/tags" Target="../tags/tag58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tags" Target="../tags/tag61.xml"/><Relationship Id="rId2" Type="http://schemas.openxmlformats.org/officeDocument/2006/relationships/tags" Target="../tags/tag60.xml"/><Relationship Id="rId1" Type="http://schemas.openxmlformats.org/officeDocument/2006/relationships/tags" Target="../tags/tag59.xml"/><Relationship Id="rId6" Type="http://schemas.openxmlformats.org/officeDocument/2006/relationships/slideMaster" Target="../slideMasters/slideMaster1.xml"/><Relationship Id="rId5" Type="http://schemas.openxmlformats.org/officeDocument/2006/relationships/tags" Target="../tags/tag63.xml"/><Relationship Id="rId4" Type="http://schemas.openxmlformats.org/officeDocument/2006/relationships/tags" Target="../tags/tag6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1198800" y="914400"/>
            <a:ext cx="9799200" cy="2570400"/>
          </a:xfrm>
        </p:spPr>
        <p:txBody>
          <a:bodyPr lIns="90000" tIns="46800" rIns="90000" bIns="46800" anchor="b" anchorCtr="0">
            <a:normAutofit/>
          </a:bodyPr>
          <a:lstStyle>
            <a:lvl1pPr algn="ctr">
              <a:defRPr sz="60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2"/>
            </p:custDataLst>
          </p:nvPr>
        </p:nvSpPr>
        <p:spPr>
          <a:xfrm>
            <a:off x="1198800" y="3560400"/>
            <a:ext cx="9799200" cy="1472400"/>
          </a:xfrm>
        </p:spPr>
        <p:txBody>
          <a:bodyPr lIns="90000" tIns="46800" rIns="90000" bIns="46800">
            <a:normAutofit/>
          </a:bodyPr>
          <a:lstStyle>
            <a:lvl1pPr marL="0" indent="0" algn="ctr">
              <a:lnSpc>
                <a:spcPct val="110000"/>
              </a:lnSpc>
              <a:buNone/>
              <a:defRPr sz="2400" spc="2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单击此处编辑母版副标题样式</a:t>
            </a:r>
          </a:p>
        </p:txBody>
      </p:sp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608400" y="1490400"/>
            <a:ext cx="10969200" cy="4759200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1"/>
            </p:custDataLst>
          </p:nvPr>
        </p:nvSpPr>
        <p:spPr>
          <a:xfrm>
            <a:off x="1990800" y="3848400"/>
            <a:ext cx="7768800" cy="766800"/>
          </a:xfrm>
        </p:spPr>
        <p:txBody>
          <a:bodyPr lIns="90000" tIns="46800" rIns="90000" bIns="46800" anchor="b" anchorCtr="0">
            <a:normAutofit/>
          </a:bodyPr>
          <a:lstStyle>
            <a:lvl1pPr>
              <a:defRPr sz="4400"/>
            </a:lvl1pPr>
          </a:lstStyle>
          <a:p>
            <a:r>
              <a:rPr lang="zh-CN" altLang="en-US" dirty="0"/>
              <a:t>单击此处编辑标题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2"/>
            </p:custDataLst>
          </p:nvPr>
        </p:nvSpPr>
        <p:spPr>
          <a:xfrm>
            <a:off x="1990800" y="4615200"/>
            <a:ext cx="7768800" cy="867600"/>
          </a:xfrm>
        </p:spPr>
        <p:txBody>
          <a:bodyPr lIns="90000" tIns="46800" rIns="90000" bIns="46800">
            <a:normAutofit/>
          </a:bodyPr>
          <a:lstStyle>
            <a:lvl1pPr marL="0" indent="0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dirty="0"/>
              <a:t>单击此处编辑文本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2"/>
            </p:custDataLst>
          </p:nvPr>
        </p:nvSpPr>
        <p:spPr>
          <a:xfrm>
            <a:off x="608400" y="1501200"/>
            <a:ext cx="5176800" cy="4748400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3"/>
            </p:custDataLst>
          </p:nvPr>
        </p:nvSpPr>
        <p:spPr>
          <a:xfrm>
            <a:off x="6411600" y="1501200"/>
            <a:ext cx="5176800" cy="4748400"/>
          </a:xfrm>
        </p:spPr>
        <p:txBody>
          <a:bodyPr lIns="90000" tIns="46800" rIns="90000" bIns="4680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2"/>
            </p:custDataLst>
          </p:nvPr>
        </p:nvSpPr>
        <p:spPr>
          <a:xfrm>
            <a:off x="608400" y="1429200"/>
            <a:ext cx="5342400" cy="381600"/>
          </a:xfrm>
        </p:spPr>
        <p:txBody>
          <a:bodyPr lIns="101600" tIns="38100" rIns="76200" bIns="3810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200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单击此处编辑文本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3"/>
            </p:custDataLst>
          </p:nvPr>
        </p:nvSpPr>
        <p:spPr>
          <a:xfrm>
            <a:off x="608400" y="1854000"/>
            <a:ext cx="5342400" cy="4395600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  <p:custDataLst>
              <p:tags r:id="rId4"/>
            </p:custDataLst>
          </p:nvPr>
        </p:nvSpPr>
        <p:spPr>
          <a:xfrm>
            <a:off x="6235750" y="1421729"/>
            <a:ext cx="5342400" cy="381600"/>
          </a:xfrm>
        </p:spPr>
        <p:txBody>
          <a:bodyPr vert="horz" lIns="101600" tIns="38100" rIns="76200" bIns="38100" rtlCol="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200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单击此处编辑文本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5"/>
            </p:custDataLst>
          </p:nvPr>
        </p:nvSpPr>
        <p:spPr>
          <a:xfrm>
            <a:off x="6235750" y="1854000"/>
            <a:ext cx="5342400" cy="4395600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1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2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3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1"/>
            </p:custDataLst>
          </p:nvPr>
        </p:nvSpPr>
        <p:spPr>
          <a:xfrm>
            <a:off x="608400" y="1555200"/>
            <a:ext cx="5233077" cy="4608000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1600"/>
            </a:lvl1pPr>
          </a:lstStyle>
          <a:p>
            <a:pPr lvl="0"/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2"/>
            </p:custDataLst>
          </p:nvPr>
        </p:nvSpPr>
        <p:spPr>
          <a:xfrm>
            <a:off x="6350400" y="1555200"/>
            <a:ext cx="5227200" cy="4608000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1600"/>
            </a:lvl1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9EFD9D74-47D9-4702-A33C-335B63B48DBF}" type="datetimeFigureOut">
              <a:rPr lang="zh-CN" altLang="en-US" smtClean="0"/>
              <a:t>2026/6/8</a:t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FABC47A4-756D-490B-A52F-7D9E2C9FC05F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9" name="标题 8"/>
          <p:cNvSpPr>
            <a:spLocks noGrp="1"/>
          </p:cNvSpPr>
          <p:nvPr>
            <p:ph type="title"/>
            <p:custDataLst>
              <p:tags r:id="rId6"/>
            </p:custDataLst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 hasCustomPrompt="1"/>
            <p:custDataLst>
              <p:tags r:id="rId1"/>
            </p:custDataLst>
          </p:nvPr>
        </p:nvSpPr>
        <p:spPr>
          <a:xfrm>
            <a:off x="10234800" y="914400"/>
            <a:ext cx="1044000" cy="5029200"/>
          </a:xfrm>
        </p:spPr>
        <p:txBody>
          <a:bodyPr vert="eaVert" lIns="90000" tIns="46800" rIns="90000" bIns="46800" rtlCol="0" anchor="ctr" anchorCtr="0">
            <a:normAutofit/>
          </a:bodyPr>
          <a:lstStyle>
            <a:lvl1pPr>
              <a:buNone/>
              <a:defRPr sz="2800"/>
            </a:lvl1pPr>
          </a:lstStyle>
          <a:p>
            <a:pPr lvl="0"/>
            <a:r>
              <a:rPr lang="zh-CN" altLang="en-US"/>
              <a:t>单击此处编辑标题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2"/>
            </p:custDataLst>
          </p:nvPr>
        </p:nvSpPr>
        <p:spPr>
          <a:xfrm>
            <a:off x="914400" y="914400"/>
            <a:ext cx="9169200" cy="5029200"/>
          </a:xfrm>
        </p:spPr>
        <p:txBody>
          <a:bodyPr vert="eaVert" lIns="46800" tIns="46800" rIns="46800" bIns="46800"/>
          <a:lstStyle>
            <a:lvl1pPr marL="228600" indent="-228600">
              <a:spcAft>
                <a:spcPts val="1000"/>
              </a:spcAft>
              <a:defRPr spc="300"/>
            </a:lvl1pPr>
            <a:lvl2pPr marL="685800" indent="-228600">
              <a:defRPr spc="300"/>
            </a:lvl2pPr>
            <a:lvl3pPr marL="1143000" indent="-228600">
              <a:defRPr spc="300"/>
            </a:lvl3pPr>
            <a:lvl4pPr marL="1600200" indent="-228600">
              <a:defRPr spc="300"/>
            </a:lvl4pPr>
            <a:lvl5pPr marL="2057400" indent="-228600">
              <a:defRPr spc="300"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1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2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3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4"/>
            </p:custDataLst>
          </p:nvPr>
        </p:nvSpPr>
        <p:spPr>
          <a:xfrm>
            <a:off x="608400" y="774000"/>
            <a:ext cx="10972800" cy="5482800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1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2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3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4"/>
            </p:custDataLst>
          </p:nvPr>
        </p:nvSpPr>
        <p:spPr>
          <a:xfrm>
            <a:off x="1198800" y="2484000"/>
            <a:ext cx="9799200" cy="1018800"/>
          </a:xfrm>
        </p:spPr>
        <p:txBody>
          <a:bodyPr vert="horz" lIns="90000" tIns="46800" rIns="90000" bIns="46800" rtlCol="0" anchor="t" anchorCtr="0">
            <a:normAutofit/>
          </a:bodyPr>
          <a:lstStyle>
            <a:lvl1pPr algn="ctr">
              <a:defRPr sz="6000"/>
            </a:lvl1pPr>
          </a:lstStyle>
          <a:p>
            <a:pPr lvl="0"/>
            <a:r>
              <a:rPr lang="zh-CN" altLang="en-US"/>
              <a:t>单击此处编辑标题</a:t>
            </a:r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5"/>
            </p:custDataLst>
          </p:nvPr>
        </p:nvSpPr>
        <p:spPr>
          <a:xfrm>
            <a:off x="1198800" y="3560400"/>
            <a:ext cx="9799200" cy="471600"/>
          </a:xfrm>
        </p:spPr>
        <p:txBody>
          <a:bodyPr lIns="90000" tIns="46800" rIns="90000" bIns="46800">
            <a:normAutofit/>
          </a:bodyPr>
          <a:lstStyle>
            <a:lvl1pPr algn="ctr">
              <a:lnSpc>
                <a:spcPct val="110000"/>
              </a:lnSpc>
              <a:buNone/>
              <a:defRPr sz="2400" spc="200"/>
            </a:lvl1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med" advClick="0" advTm="0">
    <p:pull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图片占位符 8"/>
          <p:cNvSpPr>
            <a:spLocks noGrp="1"/>
          </p:cNvSpPr>
          <p:nvPr>
            <p:ph type="pic" sz="quarter" idx="10"/>
          </p:nvPr>
        </p:nvSpPr>
        <p:spPr>
          <a:xfrm>
            <a:off x="1602545" y="1616612"/>
            <a:ext cx="3519268" cy="3519268"/>
          </a:xfrm>
          <a:prstGeom prst="ellips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2000">
        <p:random/>
      </p:transition>
    </mc:Choice>
    <mc:Fallback xmlns="">
      <p:transition spd="slow" advTm="2000">
        <p:random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图片 3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 userDrawn="1"/>
        </p:nvPicPr>
        <p:blipFill>
          <a:blip r:embed="rId2" cstate="screen"/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页 www.51pptmoban.c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/>
          <p:cNvPicPr>
            <a:picLocks noChangeAspect="1" noChangeArrowheads="1"/>
          </p:cNvPicPr>
          <p:nvPr userDrawn="1"/>
        </p:nvPicPr>
        <p:blipFill>
          <a:blip r:embed="rId2" cstate="screen"/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" name="组合 31"/>
          <p:cNvGrpSpPr/>
          <p:nvPr userDrawn="1"/>
        </p:nvGrpSpPr>
        <p:grpSpPr>
          <a:xfrm>
            <a:off x="152944" y="4569981"/>
            <a:ext cx="11886112" cy="1679238"/>
            <a:chOff x="191044" y="4145166"/>
            <a:chExt cx="19190331" cy="2711159"/>
          </a:xfrm>
        </p:grpSpPr>
        <p:sp>
          <p:nvSpPr>
            <p:cNvPr id="15" name="任意多边形: 形状 14" descr="D:\51PPT模板网\51pptmoban.com\图片.jpg"/>
            <p:cNvSpPr/>
            <p:nvPr/>
          </p:nvSpPr>
          <p:spPr>
            <a:xfrm>
              <a:off x="1732154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30" name="任意多边形: 形状 29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42" name="组合 41"/>
          <p:cNvGrpSpPr/>
          <p:nvPr userDrawn="1"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 descr="D:\51PPT模板网\51pptmoban.com\图片.jpg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图形 32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grpSp>
        <p:nvGrpSpPr>
          <p:cNvPr id="44" name="图形 11438" descr="D:\51PPT模板网\51pptmoban.com\图片.jpg"/>
          <p:cNvGrpSpPr/>
          <p:nvPr userDrawn="1"/>
        </p:nvGrpSpPr>
        <p:grpSpPr>
          <a:xfrm>
            <a:off x="4332164" y="-516539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080" name="图形 11438"/>
          <p:cNvGrpSpPr/>
          <p:nvPr userDrawn="1"/>
        </p:nvGrpSpPr>
        <p:grpSpPr>
          <a:xfrm>
            <a:off x="9923334" y="5222880"/>
            <a:ext cx="852332" cy="77262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08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174" name="任意多边形: 形状 1173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5" name="任意多边形: 形状 1174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6" name="任意多边形: 形状 1175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7" name="任意多边形: 形状 1176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8" name="任意多边形: 形状 1177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9" name="任意多边形: 形状 1178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0" name="任意多边形: 形状 1179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1" name="任意多边形: 形状 1180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2" name="任意多边形: 形状 1181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3" name="任意多边形: 形状 1182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4" name="任意多边形: 形状 1183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5" name="任意多边形: 形状 1184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6" name="任意多边形: 形状 1185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7" name="任意多边形: 形状 1186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8" name="任意多边形: 形状 1187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9" name="任意多边形: 形状 1188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0" name="任意多边形: 形状 1189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82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161" name="任意多边形: 形状 1160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2" name="任意多边形: 形状 1161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3" name="任意多边形: 形状 1162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4" name="任意多边形: 形状 1163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5" name="任意多边形: 形状 1164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6" name="任意多边形: 形状 1165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7" name="任意多边形: 形状 1166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8" name="任意多边形: 形状 1167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9" name="任意多边形: 形状 1168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0" name="任意多边形: 形状 1169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1" name="任意多边形: 形状 1170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2" name="任意多边形: 形状 1171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3" name="任意多边形: 形状 1172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83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145" name="任意多边形: 形状 1144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6" name="任意多边形: 形状 1145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7" name="任意多边形: 形状 1146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8" name="任意多边形: 形状 1147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9" name="任意多边形: 形状 1148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0" name="任意多边形: 形状 1149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1" name="任意多边形: 形状 1150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2" name="任意多边形: 形状 1151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3" name="任意多边形: 形状 1152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4" name="任意多边形: 形状 1153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5" name="任意多边形: 形状 1154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6" name="任意多边形: 形状 1155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7" name="任意多边形: 形状 1156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8" name="任意多边形: 形状 1157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9" name="任意多边形: 形状 1158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0" name="任意多边形: 形状 1159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84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111" name="任意多边形: 形状 1110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2" name="任意多边形: 形状 1111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3" name="任意多边形: 形状 1112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4" name="任意多边形: 形状 1113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5" name="任意多边形: 形状 1114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6" name="任意多边形: 形状 1115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7" name="任意多边形: 形状 1116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8" name="任意多边形: 形状 1117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9" name="任意多边形: 形状 1118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0" name="任意多边形: 形状 1119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1" name="任意多边形: 形状 1120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2" name="任意多边形: 形状 1121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3" name="任意多边形: 形状 1122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4" name="任意多边形: 形状 1123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5" name="任意多边形: 形状 1124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6" name="任意多边形: 形状 1125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7" name="任意多边形: 形状 1126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8" name="任意多边形: 形状 1127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9" name="任意多边形: 形状 1128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0" name="任意多边形: 形状 1129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1" name="任意多边形: 形状 1130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2" name="任意多边形: 形状 1131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3" name="任意多边形: 形状 1132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4" name="任意多边形: 形状 1133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5" name="任意多边形: 形状 1134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6" name="任意多边形: 形状 1135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7" name="任意多边形: 形状 1136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8" name="任意多边形: 形状 1137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9" name="任意多边形: 形状 1138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0" name="任意多边形: 形状 1139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1" name="任意多边形: 形状 1140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2" name="任意多边形: 形状 1141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3" name="任意多边形: 形状 1142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4" name="任意多边形: 形状 1143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85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086" name="任意多边形: 形状 1085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7" name="任意多边形: 形状 1086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8" name="任意多边形: 形状 1087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9" name="任意多边形: 形状 1088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0" name="任意多边形: 形状 1089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1" name="任意多边形: 形状 1090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2" name="任意多边形: 形状 1091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3" name="任意多边形: 形状 1092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4" name="任意多边形: 形状 1093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5" name="任意多边形: 形状 1094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6" name="任意多边形: 形状 1095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7" name="任意多边形: 形状 1096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8" name="任意多边形: 形状 1097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9" name="任意多边形: 形状 1098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0" name="任意多边形: 形状 1099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1" name="任意多边形: 形状 1100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2" name="任意多边形: 形状 1101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3" name="任意多边形: 形状 1102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4" name="任意多边形: 形状 1103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5" name="任意多边形: 形状 1104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6" name="任意多边形: 形状 1105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7" name="任意多边形: 形状 1106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8" name="任意多边形: 形状 1107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9" name="任意多边形: 形状 1108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0" name="任意多边形: 形状 1109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302" name="图形 11438"/>
          <p:cNvGrpSpPr/>
          <p:nvPr userDrawn="1"/>
        </p:nvGrpSpPr>
        <p:grpSpPr>
          <a:xfrm>
            <a:off x="1633234" y="492769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ags" Target="../tags/tag4.xml"/><Relationship Id="rId3" Type="http://schemas.openxmlformats.org/officeDocument/2006/relationships/slideLayout" Target="../slideLayouts/slideLayout3.xml"/><Relationship Id="rId21" Type="http://schemas.openxmlformats.org/officeDocument/2006/relationships/tags" Target="../tags/tag7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ags" Target="../tags/tag3.xml"/><Relationship Id="rId2" Type="http://schemas.openxmlformats.org/officeDocument/2006/relationships/slideLayout" Target="../slideLayouts/slideLayout2.xml"/><Relationship Id="rId16" Type="http://schemas.openxmlformats.org/officeDocument/2006/relationships/tags" Target="../tags/tag2.xml"/><Relationship Id="rId20" Type="http://schemas.openxmlformats.org/officeDocument/2006/relationships/tags" Target="../tags/tag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tags" Target="../tags/tag5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  <p:custDataLst>
              <p:tags r:id="rId17"/>
            </p:custDataLst>
          </p:nvPr>
        </p:nvSpPr>
        <p:spPr>
          <a:xfrm>
            <a:off x="608400" y="608400"/>
            <a:ext cx="10969200" cy="705600"/>
          </a:xfrm>
          <a:prstGeom prst="rect">
            <a:avLst/>
          </a:prstGeom>
        </p:spPr>
        <p:txBody>
          <a:bodyPr vert="horz" lIns="90170" tIns="46990" rIns="90170" bIns="46990" rtlCol="0" anchor="ctr" anchorCtr="0">
            <a:normAutofit/>
          </a:bodyPr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18"/>
            </p:custDataLst>
          </p:nvPr>
        </p:nvSpPr>
        <p:spPr>
          <a:xfrm>
            <a:off x="608400" y="1490400"/>
            <a:ext cx="10969200" cy="4759200"/>
          </a:xfrm>
          <a:prstGeom prst="rect">
            <a:avLst/>
          </a:prstGeo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19"/>
            </p:custDataLst>
          </p:nvPr>
        </p:nvSpPr>
        <p:spPr>
          <a:xfrm>
            <a:off x="612000" y="6314400"/>
            <a:ext cx="2700000" cy="316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100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0FBDFE-C587-4B4C-A407-44438C67B59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20"/>
            </p:custDataLst>
          </p:nvPr>
        </p:nvSpPr>
        <p:spPr>
          <a:xfrm>
            <a:off x="4116000" y="6314400"/>
            <a:ext cx="3960000" cy="316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100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21"/>
            </p:custDataLst>
          </p:nvPr>
        </p:nvSpPr>
        <p:spPr>
          <a:xfrm>
            <a:off x="8877600" y="6314400"/>
            <a:ext cx="2700000" cy="316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r">
              <a:defRPr sz="100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AE70B2-8BF9-45C0-BB95-33D1B9D3A854}" type="slidenum">
              <a:rPr lang="zh-CN" altLang="en-US" smtClean="0"/>
              <a:t>‹#›</a:t>
            </a:fld>
            <a:endParaRPr lang="zh-CN" altLang="en-US" dirty="0"/>
          </a:p>
        </p:txBody>
      </p:sp>
    </p:spTree>
    <p:custDataLst>
      <p:tags r:id="rId16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txStyles>
    <p:titleStyle>
      <a:lvl1pPr algn="l" defTabSz="914400" rtl="0" eaLnBrk="1" fontAlgn="auto" latinLnBrk="0" hangingPunct="1">
        <a:lnSpc>
          <a:spcPct val="100000"/>
        </a:lnSpc>
        <a:spcBef>
          <a:spcPct val="0"/>
        </a:spcBef>
        <a:buNone/>
        <a:defRPr sz="3600" b="1" u="none" strike="noStrike" kern="1200" cap="none" spc="300" normalizeH="0" baseline="0">
          <a:solidFill>
            <a:schemeClr val="tx1">
              <a:lumMod val="85000"/>
              <a:lumOff val="15000"/>
            </a:schemeClr>
          </a:solidFill>
          <a:uFillTx/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20204" pitchFamily="34" charset="0"/>
        <a:buChar char="●"/>
        <a:defRPr sz="18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1pPr>
      <a:lvl2pPr marL="6858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●"/>
        <a:tabLst>
          <a:tab pos="1609725" algn="l"/>
          <a:tab pos="1609725" algn="l"/>
          <a:tab pos="1609725" algn="l"/>
          <a:tab pos="1609725" algn="l"/>
        </a:tabLst>
        <a:defRPr sz="16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2pPr>
      <a:lvl3pPr marL="11430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●"/>
        <a:defRPr sz="16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3pPr>
      <a:lvl4pPr marL="16002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300"/>
        </a:spcAft>
        <a:buFont typeface="Wingdings" panose="05000000000000000000" charset="0"/>
        <a:buChar char=""/>
        <a:defRPr sz="14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4pPr>
      <a:lvl5pPr marL="20574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300"/>
        </a:spcAft>
        <a:buFont typeface="Arial" panose="020B0604020202020204" pitchFamily="34" charset="0"/>
        <a:buChar char="•"/>
        <a:defRPr sz="14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F0A36F3-0DB4-405B-A130-78DCA657904E}" type="datetimeFigureOut">
              <a:rPr lang="zh-CN" altLang="en-US" smtClean="0"/>
              <a:t>2026/6/8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CCA476E-18EF-4067-83BC-94DA37E931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4.png"/><Relationship Id="rId2" Type="http://schemas.openxmlformats.org/officeDocument/2006/relationships/tags" Target="../tags/tag65.xml"/><Relationship Id="rId1" Type="http://schemas.openxmlformats.org/officeDocument/2006/relationships/tags" Target="../tags/tag64.xml"/><Relationship Id="rId6" Type="http://schemas.microsoft.com/office/2007/relationships/hdphoto" Target="../media/hdphoto1.wdp"/><Relationship Id="rId5" Type="http://schemas.openxmlformats.org/officeDocument/2006/relationships/image" Target="../media/image3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slideLayout" Target="../slideLayouts/slideLayout14.xml"/><Relationship Id="rId7" Type="http://schemas.microsoft.com/office/2007/relationships/hdphoto" Target="../media/hdphoto1.wdp"/><Relationship Id="rId2" Type="http://schemas.openxmlformats.org/officeDocument/2006/relationships/tags" Target="../tags/tag67.xml"/><Relationship Id="rId1" Type="http://schemas.openxmlformats.org/officeDocument/2006/relationships/tags" Target="../tags/tag66.xml"/><Relationship Id="rId6" Type="http://schemas.openxmlformats.org/officeDocument/2006/relationships/image" Target="../media/image3.png"/><Relationship Id="rId5" Type="http://schemas.openxmlformats.org/officeDocument/2006/relationships/image" Target="../media/image6.png"/><Relationship Id="rId4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audio" Target="../media/media1.mp3"/><Relationship Id="rId7" Type="http://schemas.openxmlformats.org/officeDocument/2006/relationships/image" Target="../media/image8.png"/><Relationship Id="rId2" Type="http://schemas.microsoft.com/office/2007/relationships/media" Target="../media/media1.mp3"/><Relationship Id="rId1" Type="http://schemas.openxmlformats.org/officeDocument/2006/relationships/tags" Target="../tags/tag68.xml"/><Relationship Id="rId6" Type="http://schemas.openxmlformats.org/officeDocument/2006/relationships/notesSlide" Target="../notesSlides/notesSlide7.xml"/><Relationship Id="rId11" Type="http://schemas.microsoft.com/office/2007/relationships/hdphoto" Target="../media/hdphoto1.wdp"/><Relationship Id="rId5" Type="http://schemas.openxmlformats.org/officeDocument/2006/relationships/slideLayout" Target="../slideLayouts/slideLayout7.xml"/><Relationship Id="rId10" Type="http://schemas.openxmlformats.org/officeDocument/2006/relationships/image" Target="../media/image11.png"/><Relationship Id="rId4" Type="http://schemas.openxmlformats.org/officeDocument/2006/relationships/tags" Target="../tags/tag69.xml"/><Relationship Id="rId9" Type="http://schemas.openxmlformats.org/officeDocument/2006/relationships/image" Target="../media/image10.jpe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4.png"/><Relationship Id="rId2" Type="http://schemas.openxmlformats.org/officeDocument/2006/relationships/tags" Target="../tags/tag71.xml"/><Relationship Id="rId1" Type="http://schemas.openxmlformats.org/officeDocument/2006/relationships/tags" Target="../tags/tag70.xml"/><Relationship Id="rId6" Type="http://schemas.microsoft.com/office/2007/relationships/hdphoto" Target="../media/hdphoto1.wdp"/><Relationship Id="rId5" Type="http://schemas.openxmlformats.org/officeDocument/2006/relationships/image" Target="../media/image3.png"/><Relationship Id="rId4" Type="http://schemas.openxmlformats.org/officeDocument/2006/relationships/notesSlide" Target="../notesSlides/notesSlide10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slideLayout" Target="../slideLayouts/slideLayout14.xml"/><Relationship Id="rId7" Type="http://schemas.microsoft.com/office/2007/relationships/hdphoto" Target="../media/hdphoto1.wdp"/><Relationship Id="rId2" Type="http://schemas.openxmlformats.org/officeDocument/2006/relationships/tags" Target="../tags/tag73.xml"/><Relationship Id="rId1" Type="http://schemas.openxmlformats.org/officeDocument/2006/relationships/tags" Target="../tags/tag72.xml"/><Relationship Id="rId6" Type="http://schemas.openxmlformats.org/officeDocument/2006/relationships/image" Target="../media/image3.png"/><Relationship Id="rId5" Type="http://schemas.openxmlformats.org/officeDocument/2006/relationships/image" Target="../media/image6.png"/><Relationship Id="rId4" Type="http://schemas.openxmlformats.org/officeDocument/2006/relationships/notesSlide" Target="../notesSlides/notesSlide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4178247" y="984060"/>
            <a:ext cx="3285471" cy="709650"/>
            <a:chOff x="4525476" y="536137"/>
            <a:chExt cx="3190210" cy="689074"/>
          </a:xfrm>
        </p:grpSpPr>
        <p:pic>
          <p:nvPicPr>
            <p:cNvPr id="33" name="图片 32" descr="7b0a202020202266696c746572223a20223135220a7d0a"/>
            <p:cNvPicPr>
              <a:picLocks noChangeAspect="1"/>
            </p:cNvPicPr>
            <p:nvPr>
              <p:custDataLst>
                <p:tags r:id="rId1"/>
              </p:custDataLst>
            </p:nvPr>
          </p:nvPicPr>
          <p:blipFill>
            <a:blip r:embed="rId5">
              <a:duotone>
                <a:srgbClr val="F2BA02">
                  <a:shade val="45000"/>
                  <a:satMod val="135000"/>
                </a:srgb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850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5268611" y="604368"/>
              <a:ext cx="2447075" cy="592263"/>
            </a:xfrm>
            <a:prstGeom prst="rect">
              <a:avLst/>
            </a:prstGeom>
          </p:spPr>
        </p:pic>
        <p:pic>
          <p:nvPicPr>
            <p:cNvPr id="52" name="PA-图片 147" descr="徽标&#10;&#10;描述已自动生成"/>
            <p:cNvPicPr>
              <a:picLocks noChangeAspect="1"/>
            </p:cNvPicPr>
            <p:nvPr>
              <p:custDataLst>
                <p:tags r:id="rId2"/>
              </p:custDataLst>
            </p:nvPr>
          </p:nvPicPr>
          <p:blipFill>
            <a:blip r:embed="rId7" cstate="screen"/>
            <a:stretch>
              <a:fillRect/>
            </a:stretch>
          </p:blipFill>
          <p:spPr>
            <a:xfrm>
              <a:off x="4525476" y="536137"/>
              <a:ext cx="648983" cy="689074"/>
            </a:xfrm>
            <a:prstGeom prst="rect">
              <a:avLst/>
            </a:prstGeom>
          </p:spPr>
        </p:pic>
      </p:grpSp>
      <p:sp>
        <p:nvSpPr>
          <p:cNvPr id="53" name="文本框 52"/>
          <p:cNvSpPr txBox="1"/>
          <p:nvPr/>
        </p:nvSpPr>
        <p:spPr>
          <a:xfrm>
            <a:off x="4536401" y="4093937"/>
            <a:ext cx="2973891" cy="59894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lnSpc>
                <a:spcPct val="120000"/>
              </a:lnSpc>
              <a:defRPr/>
            </a:pPr>
            <a:r>
              <a:rPr lang="en-US" altLang="zh-CN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2026</a:t>
            </a:r>
            <a:r>
              <a:rPr lang="zh-CN" altLang="en-US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年 </a:t>
            </a:r>
            <a:r>
              <a:rPr lang="en-US" altLang="zh-CN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6</a:t>
            </a:r>
            <a:r>
              <a:rPr lang="zh-CN" altLang="en-US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月 </a:t>
            </a:r>
            <a:r>
              <a:rPr lang="en-US" altLang="zh-CN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9</a:t>
            </a:r>
            <a:r>
              <a:rPr lang="zh-CN" altLang="en-US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日</a:t>
            </a:r>
          </a:p>
        </p:txBody>
      </p:sp>
      <p:sp>
        <p:nvSpPr>
          <p:cNvPr id="54" name="文本框 53"/>
          <p:cNvSpPr txBox="1"/>
          <p:nvPr/>
        </p:nvSpPr>
        <p:spPr>
          <a:xfrm>
            <a:off x="1385902" y="1833057"/>
            <a:ext cx="9264075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教师教育学院</a:t>
            </a:r>
          </a:p>
          <a:p>
            <a:pPr algn="ctr" defTabSz="914400">
              <a:defRPr/>
            </a:pPr>
            <a:r>
              <a:rPr lang="en-US" altLang="zh-CN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Xinwei" panose="02010800040101010101" pitchFamily="2" charset="-122"/>
                <a:cs typeface="Times New Roman" panose="02020603050405020304" pitchFamily="18" charset="0"/>
              </a:rPr>
              <a:t>2026 </a:t>
            </a: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届毕业生代表座谈会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图形 4"/>
          <p:cNvGrpSpPr/>
          <p:nvPr/>
        </p:nvGrpSpPr>
        <p:grpSpPr>
          <a:xfrm>
            <a:off x="1600194" y="2731849"/>
            <a:ext cx="925830" cy="337751"/>
            <a:chOff x="643174" y="2890066"/>
            <a:chExt cx="424579" cy="154890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10800000" scaled="1"/>
            <a:tileRect/>
          </a:gradFill>
        </p:grpSpPr>
        <p:sp>
          <p:nvSpPr>
            <p:cNvPr id="40" name="任意多边形: 形状 39"/>
            <p:cNvSpPr/>
            <p:nvPr/>
          </p:nvSpPr>
          <p:spPr>
            <a:xfrm>
              <a:off x="643174" y="2968980"/>
              <a:ext cx="413973" cy="75976"/>
            </a:xfrm>
            <a:custGeom>
              <a:avLst/>
              <a:gdLst>
                <a:gd name="connsiteX0" fmla="*/ 401905 w 413973"/>
                <a:gd name="connsiteY0" fmla="*/ 75280 h 75976"/>
                <a:gd name="connsiteX1" fmla="*/ 35779 w 413973"/>
                <a:gd name="connsiteY1" fmla="*/ 71471 h 75976"/>
                <a:gd name="connsiteX2" fmla="*/ 1967 w 413973"/>
                <a:gd name="connsiteY2" fmla="*/ 57420 h 75976"/>
                <a:gd name="connsiteX3" fmla="*/ 16017 w 413973"/>
                <a:gd name="connsiteY3" fmla="*/ 23608 h 75976"/>
                <a:gd name="connsiteX4" fmla="*/ 18149 w 413973"/>
                <a:gd name="connsiteY4" fmla="*/ 22832 h 75976"/>
                <a:gd name="connsiteX5" fmla="*/ 18326 w 413973"/>
                <a:gd name="connsiteY5" fmla="*/ 22776 h 75976"/>
                <a:gd name="connsiteX6" fmla="*/ 219320 w 413973"/>
                <a:gd name="connsiteY6" fmla="*/ 2419 h 75976"/>
                <a:gd name="connsiteX7" fmla="*/ 409442 w 413973"/>
                <a:gd name="connsiteY7" fmla="*/ 59748 h 75976"/>
                <a:gd name="connsiteX8" fmla="*/ 412933 w 413973"/>
                <a:gd name="connsiteY8" fmla="*/ 71452 h 75976"/>
                <a:gd name="connsiteX9" fmla="*/ 401905 w 413973"/>
                <a:gd name="connsiteY9" fmla="*/ 75280 h 7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973" h="75976">
                  <a:moveTo>
                    <a:pt x="401905" y="75280"/>
                  </a:moveTo>
                  <a:cubicBezTo>
                    <a:pt x="284755" y="24794"/>
                    <a:pt x="149253" y="24613"/>
                    <a:pt x="35779" y="71471"/>
                  </a:cubicBezTo>
                  <a:cubicBezTo>
                    <a:pt x="22564" y="76927"/>
                    <a:pt x="7423" y="70639"/>
                    <a:pt x="1967" y="57420"/>
                  </a:cubicBezTo>
                  <a:cubicBezTo>
                    <a:pt x="-3490" y="44205"/>
                    <a:pt x="2798" y="29065"/>
                    <a:pt x="16017" y="23608"/>
                  </a:cubicBezTo>
                  <a:cubicBezTo>
                    <a:pt x="16723" y="23316"/>
                    <a:pt x="17432" y="23057"/>
                    <a:pt x="18149" y="22832"/>
                  </a:cubicBezTo>
                  <a:lnTo>
                    <a:pt x="18326" y="22776"/>
                  </a:lnTo>
                  <a:cubicBezTo>
                    <a:pt x="83771" y="2371"/>
                    <a:pt x="152508" y="-4053"/>
                    <a:pt x="219320" y="2419"/>
                  </a:cubicBezTo>
                  <a:cubicBezTo>
                    <a:pt x="286136" y="8889"/>
                    <a:pt x="351242" y="28304"/>
                    <a:pt x="409442" y="59748"/>
                  </a:cubicBezTo>
                  <a:cubicBezTo>
                    <a:pt x="413639" y="62016"/>
                    <a:pt x="415202" y="67255"/>
                    <a:pt x="412933" y="71452"/>
                  </a:cubicBezTo>
                  <a:cubicBezTo>
                    <a:pt x="410794" y="75420"/>
                    <a:pt x="405965" y="77016"/>
                    <a:pt x="401905" y="752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905794" y="2890066"/>
              <a:ext cx="161959" cy="90132"/>
            </a:xfrm>
            <a:custGeom>
              <a:avLst/>
              <a:gdLst>
                <a:gd name="connsiteX0" fmla="*/ 147691 w 161959"/>
                <a:gd name="connsiteY0" fmla="*/ 88099 h 90132"/>
                <a:gd name="connsiteX1" fmla="*/ 29099 w 161959"/>
                <a:gd name="connsiteY1" fmla="*/ 52099 h 90132"/>
                <a:gd name="connsiteX2" fmla="*/ 171 w 161959"/>
                <a:gd name="connsiteY2" fmla="*/ 29100 h 90132"/>
                <a:gd name="connsiteX3" fmla="*/ 23170 w 161959"/>
                <a:gd name="connsiteY3" fmla="*/ 172 h 90132"/>
                <a:gd name="connsiteX4" fmla="*/ 29676 w 161959"/>
                <a:gd name="connsiteY4" fmla="*/ 239 h 90132"/>
                <a:gd name="connsiteX5" fmla="*/ 30788 w 161959"/>
                <a:gd name="connsiteY5" fmla="*/ 401 h 90132"/>
                <a:gd name="connsiteX6" fmla="*/ 160241 w 161959"/>
                <a:gd name="connsiteY6" fmla="*/ 76258 h 90132"/>
                <a:gd name="connsiteX7" fmla="*/ 158460 w 161959"/>
                <a:gd name="connsiteY7" fmla="*/ 88413 h 90132"/>
                <a:gd name="connsiteX8" fmla="*/ 147776 w 161959"/>
                <a:gd name="connsiteY8" fmla="*/ 88173 h 90132"/>
                <a:gd name="connsiteX9" fmla="*/ 147691 w 161959"/>
                <a:gd name="connsiteY9" fmla="*/ 88099 h 9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59" h="90132">
                  <a:moveTo>
                    <a:pt x="147691" y="88099"/>
                  </a:moveTo>
                  <a:cubicBezTo>
                    <a:pt x="113209" y="59876"/>
                    <a:pt x="68746" y="47569"/>
                    <a:pt x="29099" y="52099"/>
                  </a:cubicBezTo>
                  <a:cubicBezTo>
                    <a:pt x="14761" y="53736"/>
                    <a:pt x="1808" y="43439"/>
                    <a:pt x="171" y="29100"/>
                  </a:cubicBezTo>
                  <a:cubicBezTo>
                    <a:pt x="-1466" y="14762"/>
                    <a:pt x="8831" y="1809"/>
                    <a:pt x="23170" y="172"/>
                  </a:cubicBezTo>
                  <a:cubicBezTo>
                    <a:pt x="25383" y="-83"/>
                    <a:pt x="27566" y="-50"/>
                    <a:pt x="29676" y="239"/>
                  </a:cubicBezTo>
                  <a:lnTo>
                    <a:pt x="30788" y="401"/>
                  </a:lnTo>
                  <a:cubicBezTo>
                    <a:pt x="84174" y="7982"/>
                    <a:pt x="130847" y="36774"/>
                    <a:pt x="160241" y="76258"/>
                  </a:cubicBezTo>
                  <a:cubicBezTo>
                    <a:pt x="163104" y="80107"/>
                    <a:pt x="162310" y="85549"/>
                    <a:pt x="158460" y="88413"/>
                  </a:cubicBezTo>
                  <a:cubicBezTo>
                    <a:pt x="155198" y="90844"/>
                    <a:pt x="150787" y="90637"/>
                    <a:pt x="147776" y="88173"/>
                  </a:cubicBezTo>
                  <a:lnTo>
                    <a:pt x="147691" y="8809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grpSp>
        <p:nvGrpSpPr>
          <p:cNvPr id="31" name="图形 4"/>
          <p:cNvGrpSpPr/>
          <p:nvPr/>
        </p:nvGrpSpPr>
        <p:grpSpPr>
          <a:xfrm>
            <a:off x="9701652" y="2590696"/>
            <a:ext cx="927620" cy="771331"/>
            <a:chOff x="2297623" y="3214134"/>
            <a:chExt cx="344188" cy="286198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0" scaled="1"/>
            <a:tileRect/>
          </a:gradFill>
        </p:grpSpPr>
        <p:sp>
          <p:nvSpPr>
            <p:cNvPr id="35" name="任意多边形: 形状 34"/>
            <p:cNvSpPr/>
            <p:nvPr/>
          </p:nvSpPr>
          <p:spPr>
            <a:xfrm>
              <a:off x="2307070" y="3428254"/>
              <a:ext cx="141811" cy="72078"/>
            </a:xfrm>
            <a:custGeom>
              <a:avLst/>
              <a:gdLst>
                <a:gd name="connsiteX0" fmla="*/ 9362 w 141811"/>
                <a:gd name="connsiteY0" fmla="*/ 25070 h 72078"/>
                <a:gd name="connsiteX1" fmla="*/ 58308 w 141811"/>
                <a:gd name="connsiteY1" fmla="*/ 34276 h 72078"/>
                <a:gd name="connsiteX2" fmla="*/ 94788 w 141811"/>
                <a:gd name="connsiteY2" fmla="*/ 62070 h 72078"/>
                <a:gd name="connsiteX3" fmla="*/ 131803 w 141811"/>
                <a:gd name="connsiteY3" fmla="*/ 66397 h 72078"/>
                <a:gd name="connsiteX4" fmla="*/ 136130 w 141811"/>
                <a:gd name="connsiteY4" fmla="*/ 29385 h 72078"/>
                <a:gd name="connsiteX5" fmla="*/ 129897 w 141811"/>
                <a:gd name="connsiteY5" fmla="*/ 23677 h 72078"/>
                <a:gd name="connsiteX6" fmla="*/ 128179 w 141811"/>
                <a:gd name="connsiteY6" fmla="*/ 22572 h 72078"/>
                <a:gd name="connsiteX7" fmla="*/ 66576 w 141811"/>
                <a:gd name="connsiteY7" fmla="*/ 793 h 72078"/>
                <a:gd name="connsiteX8" fmla="*/ 5638 w 141811"/>
                <a:gd name="connsiteY8" fmla="*/ 8222 h 72078"/>
                <a:gd name="connsiteX9" fmla="*/ 566 w 141811"/>
                <a:gd name="connsiteY9" fmla="*/ 19458 h 72078"/>
                <a:gd name="connsiteX10" fmla="*/ 9152 w 141811"/>
                <a:gd name="connsiteY10" fmla="*/ 25084 h 72078"/>
                <a:gd name="connsiteX11" fmla="*/ 9362 w 141811"/>
                <a:gd name="connsiteY11" fmla="*/ 25070 h 72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811" h="72078">
                  <a:moveTo>
                    <a:pt x="9362" y="25070"/>
                  </a:moveTo>
                  <a:cubicBezTo>
                    <a:pt x="26660" y="24187"/>
                    <a:pt x="43537" y="27670"/>
                    <a:pt x="58308" y="34276"/>
                  </a:cubicBezTo>
                  <a:cubicBezTo>
                    <a:pt x="73086" y="40871"/>
                    <a:pt x="85758" y="50654"/>
                    <a:pt x="94788" y="62070"/>
                  </a:cubicBezTo>
                  <a:cubicBezTo>
                    <a:pt x="103813" y="73487"/>
                    <a:pt x="120387" y="75422"/>
                    <a:pt x="131803" y="66397"/>
                  </a:cubicBezTo>
                  <a:cubicBezTo>
                    <a:pt x="143220" y="57371"/>
                    <a:pt x="145155" y="40797"/>
                    <a:pt x="136130" y="29385"/>
                  </a:cubicBezTo>
                  <a:cubicBezTo>
                    <a:pt x="134319" y="27098"/>
                    <a:pt x="132210" y="25192"/>
                    <a:pt x="129897" y="23677"/>
                  </a:cubicBezTo>
                  <a:lnTo>
                    <a:pt x="128179" y="22572"/>
                  </a:lnTo>
                  <a:cubicBezTo>
                    <a:pt x="108964" y="10110"/>
                    <a:pt x="87657" y="3050"/>
                    <a:pt x="66576" y="793"/>
                  </a:cubicBezTo>
                  <a:cubicBezTo>
                    <a:pt x="45488" y="-1461"/>
                    <a:pt x="24451" y="1114"/>
                    <a:pt x="5638" y="8222"/>
                  </a:cubicBezTo>
                  <a:cubicBezTo>
                    <a:pt x="1135" y="9922"/>
                    <a:pt x="-1137" y="14954"/>
                    <a:pt x="566" y="19458"/>
                  </a:cubicBezTo>
                  <a:cubicBezTo>
                    <a:pt x="1936" y="23089"/>
                    <a:pt x="5472" y="25269"/>
                    <a:pt x="9152" y="25084"/>
                  </a:cubicBezTo>
                  <a:lnTo>
                    <a:pt x="9362" y="250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2297623" y="3330564"/>
              <a:ext cx="344188" cy="94239"/>
            </a:xfrm>
            <a:custGeom>
              <a:avLst/>
              <a:gdLst>
                <a:gd name="connsiteX0" fmla="*/ 10252 w 344188"/>
                <a:gd name="connsiteY0" fmla="*/ 35177 h 94239"/>
                <a:gd name="connsiteX1" fmla="*/ 304500 w 344188"/>
                <a:gd name="connsiteY1" fmla="*/ 90266 h 94239"/>
                <a:gd name="connsiteX2" fmla="*/ 340215 w 344188"/>
                <a:gd name="connsiteY2" fmla="*/ 82112 h 94239"/>
                <a:gd name="connsiteX3" fmla="*/ 332061 w 344188"/>
                <a:gd name="connsiteY3" fmla="*/ 46394 h 94239"/>
                <a:gd name="connsiteX4" fmla="*/ 329604 w 344188"/>
                <a:gd name="connsiteY4" fmla="*/ 45027 h 94239"/>
                <a:gd name="connsiteX5" fmla="*/ 329423 w 344188"/>
                <a:gd name="connsiteY5" fmla="*/ 44942 h 94239"/>
                <a:gd name="connsiteX6" fmla="*/ 6151 w 344188"/>
                <a:gd name="connsiteY6" fmla="*/ 18415 h 94239"/>
                <a:gd name="connsiteX7" fmla="*/ 369 w 344188"/>
                <a:gd name="connsiteY7" fmla="*/ 29181 h 94239"/>
                <a:gd name="connsiteX8" fmla="*/ 10189 w 344188"/>
                <a:gd name="connsiteY8" fmla="*/ 35192 h 94239"/>
                <a:gd name="connsiteX9" fmla="*/ 10252 w 344188"/>
                <a:gd name="connsiteY9" fmla="*/ 35177 h 9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188" h="94239">
                  <a:moveTo>
                    <a:pt x="10252" y="35177"/>
                  </a:moveTo>
                  <a:cubicBezTo>
                    <a:pt x="112676" y="16013"/>
                    <a:pt x="220032" y="37194"/>
                    <a:pt x="304500" y="90266"/>
                  </a:cubicBezTo>
                  <a:cubicBezTo>
                    <a:pt x="316614" y="97877"/>
                    <a:pt x="332604" y="94227"/>
                    <a:pt x="340215" y="82112"/>
                  </a:cubicBezTo>
                  <a:cubicBezTo>
                    <a:pt x="347826" y="69998"/>
                    <a:pt x="344176" y="54008"/>
                    <a:pt x="332061" y="46394"/>
                  </a:cubicBezTo>
                  <a:cubicBezTo>
                    <a:pt x="331256" y="45887"/>
                    <a:pt x="330436" y="45433"/>
                    <a:pt x="329604" y="45027"/>
                  </a:cubicBezTo>
                  <a:lnTo>
                    <a:pt x="329423" y="44942"/>
                  </a:lnTo>
                  <a:cubicBezTo>
                    <a:pt x="227646" y="-4388"/>
                    <a:pt x="110178" y="-12919"/>
                    <a:pt x="6151" y="18415"/>
                  </a:cubicBezTo>
                  <a:cubicBezTo>
                    <a:pt x="1581" y="19789"/>
                    <a:pt x="-1005" y="24611"/>
                    <a:pt x="369" y="29181"/>
                  </a:cubicBezTo>
                  <a:cubicBezTo>
                    <a:pt x="1651" y="33437"/>
                    <a:pt x="5918" y="35971"/>
                    <a:pt x="10189" y="35192"/>
                  </a:cubicBezTo>
                  <a:lnTo>
                    <a:pt x="10252" y="35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 rot="20395347">
              <a:off x="2324264" y="3214134"/>
              <a:ext cx="131515" cy="56235"/>
            </a:xfrm>
            <a:custGeom>
              <a:avLst/>
              <a:gdLst>
                <a:gd name="connsiteX0" fmla="*/ 10604 w 131515"/>
                <a:gd name="connsiteY0" fmla="*/ 36281 h 56235"/>
                <a:gd name="connsiteX1" fmla="*/ 90088 w 131515"/>
                <a:gd name="connsiteY1" fmla="*/ 51654 h 56235"/>
                <a:gd name="connsiteX2" fmla="*/ 126934 w 131515"/>
                <a:gd name="connsiteY2" fmla="*/ 44605 h 56235"/>
                <a:gd name="connsiteX3" fmla="*/ 119885 w 131515"/>
                <a:gd name="connsiteY3" fmla="*/ 7759 h 56235"/>
                <a:gd name="connsiteX4" fmla="*/ 110696 w 131515"/>
                <a:gd name="connsiteY4" fmla="*/ 3795 h 56235"/>
                <a:gd name="connsiteX5" fmla="*/ 108550 w 131515"/>
                <a:gd name="connsiteY5" fmla="*/ 3337 h 56235"/>
                <a:gd name="connsiteX6" fmla="*/ 4175 w 131515"/>
                <a:gd name="connsiteY6" fmla="*/ 20265 h 56235"/>
                <a:gd name="connsiteX7" fmla="*/ 1293 w 131515"/>
                <a:gd name="connsiteY7" fmla="*/ 32302 h 56235"/>
                <a:gd name="connsiteX8" fmla="*/ 10367 w 131515"/>
                <a:gd name="connsiteY8" fmla="*/ 36329 h 56235"/>
                <a:gd name="connsiteX9" fmla="*/ 10604 w 131515"/>
                <a:gd name="connsiteY9" fmla="*/ 36281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515" h="56235">
                  <a:moveTo>
                    <a:pt x="10604" y="36281"/>
                  </a:moveTo>
                  <a:cubicBezTo>
                    <a:pt x="39776" y="30732"/>
                    <a:pt x="69132" y="37430"/>
                    <a:pt x="90088" y="51654"/>
                  </a:cubicBezTo>
                  <a:cubicBezTo>
                    <a:pt x="102210" y="59882"/>
                    <a:pt x="118706" y="56727"/>
                    <a:pt x="126934" y="44605"/>
                  </a:cubicBezTo>
                  <a:cubicBezTo>
                    <a:pt x="135161" y="32483"/>
                    <a:pt x="132006" y="15987"/>
                    <a:pt x="119885" y="7759"/>
                  </a:cubicBezTo>
                  <a:cubicBezTo>
                    <a:pt x="117010" y="5809"/>
                    <a:pt x="113892" y="4497"/>
                    <a:pt x="110696" y="3795"/>
                  </a:cubicBezTo>
                  <a:lnTo>
                    <a:pt x="108550" y="3337"/>
                  </a:lnTo>
                  <a:cubicBezTo>
                    <a:pt x="70884" y="-4828"/>
                    <a:pt x="33236" y="2436"/>
                    <a:pt x="4175" y="20265"/>
                  </a:cubicBezTo>
                  <a:cubicBezTo>
                    <a:pt x="56" y="22793"/>
                    <a:pt x="-1234" y="28179"/>
                    <a:pt x="1293" y="32302"/>
                  </a:cubicBezTo>
                  <a:cubicBezTo>
                    <a:pt x="3244" y="35483"/>
                    <a:pt x="6905" y="36980"/>
                    <a:pt x="10367" y="36329"/>
                  </a:cubicBezTo>
                  <a:lnTo>
                    <a:pt x="10604" y="3628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4" name="图形 11438" descr="D:\51PPT模板网\51pptmoban.com\图片.jpg"/>
          <p:cNvGrpSpPr/>
          <p:nvPr/>
        </p:nvGrpSpPr>
        <p:grpSpPr>
          <a:xfrm>
            <a:off x="2265722" y="4427974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grpSp>
        <p:nvGrpSpPr>
          <p:cNvPr id="1302" name="图形 11438"/>
          <p:cNvGrpSpPr/>
          <p:nvPr/>
        </p:nvGrpSpPr>
        <p:grpSpPr>
          <a:xfrm>
            <a:off x="8572375" y="402331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sp>
        <p:nvSpPr>
          <p:cNvPr id="54" name="文本框 53"/>
          <p:cNvSpPr txBox="1"/>
          <p:nvPr/>
        </p:nvSpPr>
        <p:spPr>
          <a:xfrm>
            <a:off x="3108643" y="2438765"/>
            <a:ext cx="5974713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毕业生代表发言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图形 4"/>
          <p:cNvSpPr/>
          <p:nvPr/>
        </p:nvSpPr>
        <p:spPr>
          <a:xfrm>
            <a:off x="9112700" y="3927169"/>
            <a:ext cx="3063326" cy="2225743"/>
          </a:xfrm>
          <a:custGeom>
            <a:avLst/>
            <a:gdLst>
              <a:gd name="connsiteX0" fmla="*/ 337705 w 4528704"/>
              <a:gd name="connsiteY0" fmla="*/ 3203864 h 3290454"/>
              <a:gd name="connsiteX1" fmla="*/ 355023 w 4528704"/>
              <a:gd name="connsiteY1" fmla="*/ 3195205 h 3290454"/>
              <a:gd name="connsiteX2" fmla="*/ 337705 w 4528704"/>
              <a:gd name="connsiteY2" fmla="*/ 3203864 h 3290454"/>
              <a:gd name="connsiteX3" fmla="*/ 1099705 w 4528704"/>
              <a:gd name="connsiteY3" fmla="*/ 3177886 h 3290454"/>
              <a:gd name="connsiteX4" fmla="*/ 1065068 w 4528704"/>
              <a:gd name="connsiteY4" fmla="*/ 3203864 h 3290454"/>
              <a:gd name="connsiteX5" fmla="*/ 1073727 w 4528704"/>
              <a:gd name="connsiteY5" fmla="*/ 3177886 h 3290454"/>
              <a:gd name="connsiteX6" fmla="*/ 1099705 w 4528704"/>
              <a:gd name="connsiteY6" fmla="*/ 3177886 h 3290454"/>
              <a:gd name="connsiteX7" fmla="*/ 987136 w 4528704"/>
              <a:gd name="connsiteY7" fmla="*/ 3212523 h 3290454"/>
              <a:gd name="connsiteX8" fmla="*/ 1039091 w 4528704"/>
              <a:gd name="connsiteY8" fmla="*/ 3186546 h 3290454"/>
              <a:gd name="connsiteX9" fmla="*/ 987136 w 4528704"/>
              <a:gd name="connsiteY9" fmla="*/ 3212523 h 3290454"/>
              <a:gd name="connsiteX10" fmla="*/ 1177637 w 4528704"/>
              <a:gd name="connsiteY10" fmla="*/ 3099955 h 3290454"/>
              <a:gd name="connsiteX11" fmla="*/ 1117023 w 4528704"/>
              <a:gd name="connsiteY11" fmla="*/ 3125932 h 3290454"/>
              <a:gd name="connsiteX12" fmla="*/ 1151659 w 4528704"/>
              <a:gd name="connsiteY12" fmla="*/ 3099955 h 3290454"/>
              <a:gd name="connsiteX13" fmla="*/ 1177637 w 4528704"/>
              <a:gd name="connsiteY13" fmla="*/ 3099955 h 3290454"/>
              <a:gd name="connsiteX14" fmla="*/ 1212273 w 4528704"/>
              <a:gd name="connsiteY14" fmla="*/ 3108614 h 3290454"/>
              <a:gd name="connsiteX15" fmla="*/ 1229591 w 4528704"/>
              <a:gd name="connsiteY15" fmla="*/ 3091296 h 3290454"/>
              <a:gd name="connsiteX16" fmla="*/ 1212273 w 4528704"/>
              <a:gd name="connsiteY16" fmla="*/ 3108614 h 3290454"/>
              <a:gd name="connsiteX17" fmla="*/ 666750 w 4528704"/>
              <a:gd name="connsiteY17" fmla="*/ 3082636 h 3290454"/>
              <a:gd name="connsiteX18" fmla="*/ 1134341 w 4528704"/>
              <a:gd name="connsiteY18" fmla="*/ 3082636 h 3290454"/>
              <a:gd name="connsiteX19" fmla="*/ 1099705 w 4528704"/>
              <a:gd name="connsiteY19" fmla="*/ 3108614 h 3290454"/>
              <a:gd name="connsiteX20" fmla="*/ 528205 w 4528704"/>
              <a:gd name="connsiteY20" fmla="*/ 3108614 h 3290454"/>
              <a:gd name="connsiteX21" fmla="*/ 640773 w 4528704"/>
              <a:gd name="connsiteY21" fmla="*/ 3065318 h 3290454"/>
              <a:gd name="connsiteX22" fmla="*/ 666750 w 4528704"/>
              <a:gd name="connsiteY22" fmla="*/ 3082636 h 3290454"/>
              <a:gd name="connsiteX23" fmla="*/ 1246909 w 4528704"/>
              <a:gd name="connsiteY23" fmla="*/ 3048000 h 3290454"/>
              <a:gd name="connsiteX24" fmla="*/ 1290205 w 4528704"/>
              <a:gd name="connsiteY24" fmla="*/ 3022023 h 3290454"/>
              <a:gd name="connsiteX25" fmla="*/ 1246909 w 4528704"/>
              <a:gd name="connsiteY25" fmla="*/ 3048000 h 3290454"/>
              <a:gd name="connsiteX26" fmla="*/ 1333500 w 4528704"/>
              <a:gd name="connsiteY26" fmla="*/ 3030682 h 3290454"/>
              <a:gd name="connsiteX27" fmla="*/ 1350818 w 4528704"/>
              <a:gd name="connsiteY27" fmla="*/ 3022023 h 3290454"/>
              <a:gd name="connsiteX28" fmla="*/ 1333500 w 4528704"/>
              <a:gd name="connsiteY28" fmla="*/ 3030682 h 3290454"/>
              <a:gd name="connsiteX29" fmla="*/ 831273 w 4528704"/>
              <a:gd name="connsiteY29" fmla="*/ 3022023 h 3290454"/>
              <a:gd name="connsiteX30" fmla="*/ 1238250 w 4528704"/>
              <a:gd name="connsiteY30" fmla="*/ 3022023 h 3290454"/>
              <a:gd name="connsiteX31" fmla="*/ 1194955 w 4528704"/>
              <a:gd name="connsiteY31" fmla="*/ 3022023 h 3290454"/>
              <a:gd name="connsiteX32" fmla="*/ 1160318 w 4528704"/>
              <a:gd name="connsiteY32" fmla="*/ 3048000 h 3290454"/>
              <a:gd name="connsiteX33" fmla="*/ 692727 w 4528704"/>
              <a:gd name="connsiteY33" fmla="*/ 3048000 h 3290454"/>
              <a:gd name="connsiteX34" fmla="*/ 813955 w 4528704"/>
              <a:gd name="connsiteY34" fmla="*/ 3004705 h 3290454"/>
              <a:gd name="connsiteX35" fmla="*/ 831273 w 4528704"/>
              <a:gd name="connsiteY35" fmla="*/ 3022023 h 3290454"/>
              <a:gd name="connsiteX36" fmla="*/ 1359477 w 4528704"/>
              <a:gd name="connsiteY36" fmla="*/ 2970068 h 3290454"/>
              <a:gd name="connsiteX37" fmla="*/ 1402773 w 4528704"/>
              <a:gd name="connsiteY37" fmla="*/ 2944091 h 3290454"/>
              <a:gd name="connsiteX38" fmla="*/ 1359477 w 4528704"/>
              <a:gd name="connsiteY38" fmla="*/ 2970068 h 3290454"/>
              <a:gd name="connsiteX39" fmla="*/ 1281546 w 4528704"/>
              <a:gd name="connsiteY39" fmla="*/ 2952750 h 3290454"/>
              <a:gd name="connsiteX40" fmla="*/ 1255568 w 4528704"/>
              <a:gd name="connsiteY40" fmla="*/ 2987386 h 3290454"/>
              <a:gd name="connsiteX41" fmla="*/ 857250 w 4528704"/>
              <a:gd name="connsiteY41" fmla="*/ 2987386 h 3290454"/>
              <a:gd name="connsiteX42" fmla="*/ 943841 w 4528704"/>
              <a:gd name="connsiteY42" fmla="*/ 2944091 h 3290454"/>
              <a:gd name="connsiteX43" fmla="*/ 1281546 w 4528704"/>
              <a:gd name="connsiteY43" fmla="*/ 2952750 h 3290454"/>
              <a:gd name="connsiteX44" fmla="*/ 1454727 w 4528704"/>
              <a:gd name="connsiteY44" fmla="*/ 2952750 h 3290454"/>
              <a:gd name="connsiteX45" fmla="*/ 1463387 w 4528704"/>
              <a:gd name="connsiteY45" fmla="*/ 2935432 h 3290454"/>
              <a:gd name="connsiteX46" fmla="*/ 1454727 w 4528704"/>
              <a:gd name="connsiteY46" fmla="*/ 2952750 h 3290454"/>
              <a:gd name="connsiteX47" fmla="*/ 1359477 w 4528704"/>
              <a:gd name="connsiteY47" fmla="*/ 2883477 h 3290454"/>
              <a:gd name="connsiteX48" fmla="*/ 1342159 w 4528704"/>
              <a:gd name="connsiteY48" fmla="*/ 2900796 h 3290454"/>
              <a:gd name="connsiteX49" fmla="*/ 1368137 w 4528704"/>
              <a:gd name="connsiteY49" fmla="*/ 2909455 h 3290454"/>
              <a:gd name="connsiteX50" fmla="*/ 1342159 w 4528704"/>
              <a:gd name="connsiteY50" fmla="*/ 2926773 h 3290454"/>
              <a:gd name="connsiteX51" fmla="*/ 969818 w 4528704"/>
              <a:gd name="connsiteY51" fmla="*/ 2926773 h 3290454"/>
              <a:gd name="connsiteX52" fmla="*/ 1013114 w 4528704"/>
              <a:gd name="connsiteY52" fmla="*/ 2883477 h 3290454"/>
              <a:gd name="connsiteX53" fmla="*/ 1359477 w 4528704"/>
              <a:gd name="connsiteY53" fmla="*/ 2883477 h 3290454"/>
              <a:gd name="connsiteX54" fmla="*/ 1472046 w 4528704"/>
              <a:gd name="connsiteY54" fmla="*/ 2883477 h 3290454"/>
              <a:gd name="connsiteX55" fmla="*/ 1524000 w 4528704"/>
              <a:gd name="connsiteY55" fmla="*/ 2848841 h 3290454"/>
              <a:gd name="connsiteX56" fmla="*/ 1472046 w 4528704"/>
              <a:gd name="connsiteY56" fmla="*/ 2883477 h 3290454"/>
              <a:gd name="connsiteX57" fmla="*/ 1558637 w 4528704"/>
              <a:gd name="connsiteY57" fmla="*/ 2840182 h 3290454"/>
              <a:gd name="connsiteX58" fmla="*/ 1567296 w 4528704"/>
              <a:gd name="connsiteY58" fmla="*/ 2857500 h 3290454"/>
              <a:gd name="connsiteX59" fmla="*/ 1558637 w 4528704"/>
              <a:gd name="connsiteY59" fmla="*/ 2840182 h 3290454"/>
              <a:gd name="connsiteX60" fmla="*/ 1420091 w 4528704"/>
              <a:gd name="connsiteY60" fmla="*/ 2831523 h 3290454"/>
              <a:gd name="connsiteX61" fmla="*/ 1446068 w 4528704"/>
              <a:gd name="connsiteY61" fmla="*/ 2840182 h 3290454"/>
              <a:gd name="connsiteX62" fmla="*/ 1420091 w 4528704"/>
              <a:gd name="connsiteY62" fmla="*/ 2857500 h 3290454"/>
              <a:gd name="connsiteX63" fmla="*/ 1039091 w 4528704"/>
              <a:gd name="connsiteY63" fmla="*/ 2857500 h 3290454"/>
              <a:gd name="connsiteX64" fmla="*/ 1065068 w 4528704"/>
              <a:gd name="connsiteY64" fmla="*/ 2822864 h 3290454"/>
              <a:gd name="connsiteX65" fmla="*/ 1420091 w 4528704"/>
              <a:gd name="connsiteY65" fmla="*/ 2831523 h 3290454"/>
              <a:gd name="connsiteX66" fmla="*/ 1584614 w 4528704"/>
              <a:gd name="connsiteY66" fmla="*/ 2788227 h 3290454"/>
              <a:gd name="connsiteX67" fmla="*/ 1619250 w 4528704"/>
              <a:gd name="connsiteY67" fmla="*/ 2779568 h 3290454"/>
              <a:gd name="connsiteX68" fmla="*/ 1584614 w 4528704"/>
              <a:gd name="connsiteY68" fmla="*/ 2788227 h 3290454"/>
              <a:gd name="connsiteX69" fmla="*/ 1653887 w 4528704"/>
              <a:gd name="connsiteY69" fmla="*/ 2736273 h 3290454"/>
              <a:gd name="connsiteX70" fmla="*/ 1645227 w 4528704"/>
              <a:gd name="connsiteY70" fmla="*/ 2736273 h 3290454"/>
              <a:gd name="connsiteX71" fmla="*/ 1653887 w 4528704"/>
              <a:gd name="connsiteY71" fmla="*/ 2736273 h 3290454"/>
              <a:gd name="connsiteX72" fmla="*/ 1662546 w 4528704"/>
              <a:gd name="connsiteY72" fmla="*/ 2692977 h 3290454"/>
              <a:gd name="connsiteX73" fmla="*/ 1688523 w 4528704"/>
              <a:gd name="connsiteY73" fmla="*/ 2658341 h 3290454"/>
              <a:gd name="connsiteX74" fmla="*/ 1662546 w 4528704"/>
              <a:gd name="connsiteY74" fmla="*/ 2692977 h 3290454"/>
              <a:gd name="connsiteX75" fmla="*/ 1601932 w 4528704"/>
              <a:gd name="connsiteY75" fmla="*/ 2692977 h 3290454"/>
              <a:gd name="connsiteX76" fmla="*/ 1584614 w 4528704"/>
              <a:gd name="connsiteY76" fmla="*/ 2658341 h 3290454"/>
              <a:gd name="connsiteX77" fmla="*/ 1601932 w 4528704"/>
              <a:gd name="connsiteY77" fmla="*/ 2692977 h 3290454"/>
              <a:gd name="connsiteX78" fmla="*/ 692727 w 4528704"/>
              <a:gd name="connsiteY78" fmla="*/ 2658341 h 3290454"/>
              <a:gd name="connsiteX79" fmla="*/ 727364 w 4528704"/>
              <a:gd name="connsiteY79" fmla="*/ 2597727 h 3290454"/>
              <a:gd name="connsiteX80" fmla="*/ 692727 w 4528704"/>
              <a:gd name="connsiteY80" fmla="*/ 2658341 h 3290454"/>
              <a:gd name="connsiteX81" fmla="*/ 2926773 w 4528704"/>
              <a:gd name="connsiteY81" fmla="*/ 2589068 h 3290454"/>
              <a:gd name="connsiteX82" fmla="*/ 2935432 w 4528704"/>
              <a:gd name="connsiteY82" fmla="*/ 2563091 h 3290454"/>
              <a:gd name="connsiteX83" fmla="*/ 2944091 w 4528704"/>
              <a:gd name="connsiteY83" fmla="*/ 2597727 h 3290454"/>
              <a:gd name="connsiteX84" fmla="*/ 2918114 w 4528704"/>
              <a:gd name="connsiteY84" fmla="*/ 2606386 h 3290454"/>
              <a:gd name="connsiteX85" fmla="*/ 2892137 w 4528704"/>
              <a:gd name="connsiteY85" fmla="*/ 2563091 h 3290454"/>
              <a:gd name="connsiteX86" fmla="*/ 2926773 w 4528704"/>
              <a:gd name="connsiteY86" fmla="*/ 2589068 h 3290454"/>
              <a:gd name="connsiteX87" fmla="*/ 1688523 w 4528704"/>
              <a:gd name="connsiteY87" fmla="*/ 2597727 h 3290454"/>
              <a:gd name="connsiteX88" fmla="*/ 1688523 w 4528704"/>
              <a:gd name="connsiteY88" fmla="*/ 2563091 h 3290454"/>
              <a:gd name="connsiteX89" fmla="*/ 1688523 w 4528704"/>
              <a:gd name="connsiteY89" fmla="*/ 2597727 h 3290454"/>
              <a:gd name="connsiteX90" fmla="*/ 2796887 w 4528704"/>
              <a:gd name="connsiteY90" fmla="*/ 2589068 h 3290454"/>
              <a:gd name="connsiteX91" fmla="*/ 2796887 w 4528704"/>
              <a:gd name="connsiteY91" fmla="*/ 2554432 h 3290454"/>
              <a:gd name="connsiteX92" fmla="*/ 2796887 w 4528704"/>
              <a:gd name="connsiteY92" fmla="*/ 2589068 h 3290454"/>
              <a:gd name="connsiteX93" fmla="*/ 2892137 w 4528704"/>
              <a:gd name="connsiteY93" fmla="*/ 2537114 h 3290454"/>
              <a:gd name="connsiteX94" fmla="*/ 2866159 w 4528704"/>
              <a:gd name="connsiteY94" fmla="*/ 2554432 h 3290454"/>
              <a:gd name="connsiteX95" fmla="*/ 2883478 w 4528704"/>
              <a:gd name="connsiteY95" fmla="*/ 2571750 h 3290454"/>
              <a:gd name="connsiteX96" fmla="*/ 2857500 w 4528704"/>
              <a:gd name="connsiteY96" fmla="*/ 2563091 h 3290454"/>
              <a:gd name="connsiteX97" fmla="*/ 2866159 w 4528704"/>
              <a:gd name="connsiteY97" fmla="*/ 2537114 h 3290454"/>
              <a:gd name="connsiteX98" fmla="*/ 2892137 w 4528704"/>
              <a:gd name="connsiteY98" fmla="*/ 2537114 h 3290454"/>
              <a:gd name="connsiteX99" fmla="*/ 1420091 w 4528704"/>
              <a:gd name="connsiteY99" fmla="*/ 2563091 h 3290454"/>
              <a:gd name="connsiteX100" fmla="*/ 1342159 w 4528704"/>
              <a:gd name="connsiteY100" fmla="*/ 2537114 h 3290454"/>
              <a:gd name="connsiteX101" fmla="*/ 1420091 w 4528704"/>
              <a:gd name="connsiteY101" fmla="*/ 2563091 h 3290454"/>
              <a:gd name="connsiteX102" fmla="*/ 1212273 w 4528704"/>
              <a:gd name="connsiteY102" fmla="*/ 2537114 h 3290454"/>
              <a:gd name="connsiteX103" fmla="*/ 1272887 w 4528704"/>
              <a:gd name="connsiteY103" fmla="*/ 2563091 h 3290454"/>
              <a:gd name="connsiteX104" fmla="*/ 1125682 w 4528704"/>
              <a:gd name="connsiteY104" fmla="*/ 2580409 h 3290454"/>
              <a:gd name="connsiteX105" fmla="*/ 1272887 w 4528704"/>
              <a:gd name="connsiteY105" fmla="*/ 2589068 h 3290454"/>
              <a:gd name="connsiteX106" fmla="*/ 1307523 w 4528704"/>
              <a:gd name="connsiteY106" fmla="*/ 2606386 h 3290454"/>
              <a:gd name="connsiteX107" fmla="*/ 1333500 w 4528704"/>
              <a:gd name="connsiteY107" fmla="*/ 2589068 h 3290454"/>
              <a:gd name="connsiteX108" fmla="*/ 1359477 w 4528704"/>
              <a:gd name="connsiteY108" fmla="*/ 2606386 h 3290454"/>
              <a:gd name="connsiteX109" fmla="*/ 1342159 w 4528704"/>
              <a:gd name="connsiteY109" fmla="*/ 2615046 h 3290454"/>
              <a:gd name="connsiteX110" fmla="*/ 1437409 w 4528704"/>
              <a:gd name="connsiteY110" fmla="*/ 2641023 h 3290454"/>
              <a:gd name="connsiteX111" fmla="*/ 1428750 w 4528704"/>
              <a:gd name="connsiteY111" fmla="*/ 2658341 h 3290454"/>
              <a:gd name="connsiteX112" fmla="*/ 1480705 w 4528704"/>
              <a:gd name="connsiteY112" fmla="*/ 2701636 h 3290454"/>
              <a:gd name="connsiteX113" fmla="*/ 1463387 w 4528704"/>
              <a:gd name="connsiteY113" fmla="*/ 2736273 h 3290454"/>
              <a:gd name="connsiteX114" fmla="*/ 1125682 w 4528704"/>
              <a:gd name="connsiteY114" fmla="*/ 2744932 h 3290454"/>
              <a:gd name="connsiteX115" fmla="*/ 1125682 w 4528704"/>
              <a:gd name="connsiteY115" fmla="*/ 2762250 h 3290454"/>
              <a:gd name="connsiteX116" fmla="*/ 1480705 w 4528704"/>
              <a:gd name="connsiteY116" fmla="*/ 2762250 h 3290454"/>
              <a:gd name="connsiteX117" fmla="*/ 1463387 w 4528704"/>
              <a:gd name="connsiteY117" fmla="*/ 2796886 h 3290454"/>
              <a:gd name="connsiteX118" fmla="*/ 1091046 w 4528704"/>
              <a:gd name="connsiteY118" fmla="*/ 2796886 h 3290454"/>
              <a:gd name="connsiteX119" fmla="*/ 1099705 w 4528704"/>
              <a:gd name="connsiteY119" fmla="*/ 2701636 h 3290454"/>
              <a:gd name="connsiteX120" fmla="*/ 1402773 w 4528704"/>
              <a:gd name="connsiteY120" fmla="*/ 2684318 h 3290454"/>
              <a:gd name="connsiteX121" fmla="*/ 1099705 w 4528704"/>
              <a:gd name="connsiteY121" fmla="*/ 2675659 h 3290454"/>
              <a:gd name="connsiteX122" fmla="*/ 1099705 w 4528704"/>
              <a:gd name="connsiteY122" fmla="*/ 2632364 h 3290454"/>
              <a:gd name="connsiteX123" fmla="*/ 1298864 w 4528704"/>
              <a:gd name="connsiteY123" fmla="*/ 2641023 h 3290454"/>
              <a:gd name="connsiteX124" fmla="*/ 1333500 w 4528704"/>
              <a:gd name="connsiteY124" fmla="*/ 2623705 h 3290454"/>
              <a:gd name="connsiteX125" fmla="*/ 1099705 w 4528704"/>
              <a:gd name="connsiteY125" fmla="*/ 2615046 h 3290454"/>
              <a:gd name="connsiteX126" fmla="*/ 1091046 w 4528704"/>
              <a:gd name="connsiteY126" fmla="*/ 2537114 h 3290454"/>
              <a:gd name="connsiteX127" fmla="*/ 1212273 w 4528704"/>
              <a:gd name="connsiteY127" fmla="*/ 2537114 h 3290454"/>
              <a:gd name="connsiteX128" fmla="*/ 1333500 w 4528704"/>
              <a:gd name="connsiteY128" fmla="*/ 2528455 h 3290454"/>
              <a:gd name="connsiteX129" fmla="*/ 1298864 w 4528704"/>
              <a:gd name="connsiteY129" fmla="*/ 2519796 h 3290454"/>
              <a:gd name="connsiteX130" fmla="*/ 1333500 w 4528704"/>
              <a:gd name="connsiteY130" fmla="*/ 2528455 h 3290454"/>
              <a:gd name="connsiteX131" fmla="*/ 2978728 w 4528704"/>
              <a:gd name="connsiteY131" fmla="*/ 2528455 h 3290454"/>
              <a:gd name="connsiteX132" fmla="*/ 2978728 w 4528704"/>
              <a:gd name="connsiteY132" fmla="*/ 2554432 h 3290454"/>
              <a:gd name="connsiteX133" fmla="*/ 2944091 w 4528704"/>
              <a:gd name="connsiteY133" fmla="*/ 2554432 h 3290454"/>
              <a:gd name="connsiteX134" fmla="*/ 2952750 w 4528704"/>
              <a:gd name="connsiteY134" fmla="*/ 2545773 h 3290454"/>
              <a:gd name="connsiteX135" fmla="*/ 2952750 w 4528704"/>
              <a:gd name="connsiteY135" fmla="*/ 2502477 h 3290454"/>
              <a:gd name="connsiteX136" fmla="*/ 2978728 w 4528704"/>
              <a:gd name="connsiteY136" fmla="*/ 2528455 h 3290454"/>
              <a:gd name="connsiteX137" fmla="*/ 1151659 w 4528704"/>
              <a:gd name="connsiteY137" fmla="*/ 2493818 h 3290454"/>
              <a:gd name="connsiteX138" fmla="*/ 1186296 w 4528704"/>
              <a:gd name="connsiteY138" fmla="*/ 2519796 h 3290454"/>
              <a:gd name="connsiteX139" fmla="*/ 1065068 w 4528704"/>
              <a:gd name="connsiteY139" fmla="*/ 2493818 h 3290454"/>
              <a:gd name="connsiteX140" fmla="*/ 1151659 w 4528704"/>
              <a:gd name="connsiteY140" fmla="*/ 2493818 h 3290454"/>
              <a:gd name="connsiteX141" fmla="*/ 2909455 w 4528704"/>
              <a:gd name="connsiteY141" fmla="*/ 2485159 h 3290454"/>
              <a:gd name="connsiteX142" fmla="*/ 2900796 w 4528704"/>
              <a:gd name="connsiteY142" fmla="*/ 2485159 h 3290454"/>
              <a:gd name="connsiteX143" fmla="*/ 2909455 w 4528704"/>
              <a:gd name="connsiteY143" fmla="*/ 2485159 h 3290454"/>
              <a:gd name="connsiteX144" fmla="*/ 2814205 w 4528704"/>
              <a:gd name="connsiteY144" fmla="*/ 2519796 h 3290454"/>
              <a:gd name="connsiteX145" fmla="*/ 2779568 w 4528704"/>
              <a:gd name="connsiteY145" fmla="*/ 2528455 h 3290454"/>
              <a:gd name="connsiteX146" fmla="*/ 2796887 w 4528704"/>
              <a:gd name="connsiteY146" fmla="*/ 2511136 h 3290454"/>
              <a:gd name="connsiteX147" fmla="*/ 2770909 w 4528704"/>
              <a:gd name="connsiteY147" fmla="*/ 2485159 h 3290454"/>
              <a:gd name="connsiteX148" fmla="*/ 2814205 w 4528704"/>
              <a:gd name="connsiteY148" fmla="*/ 2519796 h 3290454"/>
              <a:gd name="connsiteX149" fmla="*/ 787977 w 4528704"/>
              <a:gd name="connsiteY149" fmla="*/ 2511136 h 3290454"/>
              <a:gd name="connsiteX150" fmla="*/ 796636 w 4528704"/>
              <a:gd name="connsiteY150" fmla="*/ 2485159 h 3290454"/>
              <a:gd name="connsiteX151" fmla="*/ 787977 w 4528704"/>
              <a:gd name="connsiteY151" fmla="*/ 2511136 h 3290454"/>
              <a:gd name="connsiteX152" fmla="*/ 753341 w 4528704"/>
              <a:gd name="connsiteY152" fmla="*/ 2511136 h 3290454"/>
              <a:gd name="connsiteX153" fmla="*/ 762000 w 4528704"/>
              <a:gd name="connsiteY153" fmla="*/ 2485159 h 3290454"/>
              <a:gd name="connsiteX154" fmla="*/ 753341 w 4528704"/>
              <a:gd name="connsiteY154" fmla="*/ 2511136 h 3290454"/>
              <a:gd name="connsiteX155" fmla="*/ 736023 w 4528704"/>
              <a:gd name="connsiteY155" fmla="*/ 2511136 h 3290454"/>
              <a:gd name="connsiteX156" fmla="*/ 692727 w 4528704"/>
              <a:gd name="connsiteY156" fmla="*/ 2485159 h 3290454"/>
              <a:gd name="connsiteX157" fmla="*/ 736023 w 4528704"/>
              <a:gd name="connsiteY157" fmla="*/ 2511136 h 3290454"/>
              <a:gd name="connsiteX158" fmla="*/ 2597728 w 4528704"/>
              <a:gd name="connsiteY158" fmla="*/ 2467841 h 3290454"/>
              <a:gd name="connsiteX159" fmla="*/ 2571750 w 4528704"/>
              <a:gd name="connsiteY159" fmla="*/ 2450523 h 3290454"/>
              <a:gd name="connsiteX160" fmla="*/ 2597728 w 4528704"/>
              <a:gd name="connsiteY160" fmla="*/ 2467841 h 3290454"/>
              <a:gd name="connsiteX161" fmla="*/ 1593273 w 4528704"/>
              <a:gd name="connsiteY161" fmla="*/ 2467841 h 3290454"/>
              <a:gd name="connsiteX162" fmla="*/ 1549977 w 4528704"/>
              <a:gd name="connsiteY162" fmla="*/ 2450523 h 3290454"/>
              <a:gd name="connsiteX163" fmla="*/ 1593273 w 4528704"/>
              <a:gd name="connsiteY163" fmla="*/ 2467841 h 3290454"/>
              <a:gd name="connsiteX164" fmla="*/ 2788228 w 4528704"/>
              <a:gd name="connsiteY164" fmla="*/ 2467841 h 3290454"/>
              <a:gd name="connsiteX165" fmla="*/ 2788228 w 4528704"/>
              <a:gd name="connsiteY165" fmla="*/ 2441864 h 3290454"/>
              <a:gd name="connsiteX166" fmla="*/ 2788228 w 4528704"/>
              <a:gd name="connsiteY166" fmla="*/ 2467841 h 3290454"/>
              <a:gd name="connsiteX167" fmla="*/ 1108364 w 4528704"/>
              <a:gd name="connsiteY167" fmla="*/ 2441864 h 3290454"/>
              <a:gd name="connsiteX168" fmla="*/ 1108364 w 4528704"/>
              <a:gd name="connsiteY168" fmla="*/ 2467841 h 3290454"/>
              <a:gd name="connsiteX169" fmla="*/ 1021773 w 4528704"/>
              <a:gd name="connsiteY169" fmla="*/ 2441864 h 3290454"/>
              <a:gd name="connsiteX170" fmla="*/ 1108364 w 4528704"/>
              <a:gd name="connsiteY170" fmla="*/ 2441864 h 3290454"/>
              <a:gd name="connsiteX171" fmla="*/ 736023 w 4528704"/>
              <a:gd name="connsiteY171" fmla="*/ 2467841 h 3290454"/>
              <a:gd name="connsiteX172" fmla="*/ 718705 w 4528704"/>
              <a:gd name="connsiteY172" fmla="*/ 2441864 h 3290454"/>
              <a:gd name="connsiteX173" fmla="*/ 736023 w 4528704"/>
              <a:gd name="connsiteY173" fmla="*/ 2467841 h 3290454"/>
              <a:gd name="connsiteX174" fmla="*/ 3377046 w 4528704"/>
              <a:gd name="connsiteY174" fmla="*/ 2433205 h 3290454"/>
              <a:gd name="connsiteX175" fmla="*/ 3463637 w 4528704"/>
              <a:gd name="connsiteY175" fmla="*/ 2467841 h 3290454"/>
              <a:gd name="connsiteX176" fmla="*/ 3403023 w 4528704"/>
              <a:gd name="connsiteY176" fmla="*/ 2493818 h 3290454"/>
              <a:gd name="connsiteX177" fmla="*/ 3342409 w 4528704"/>
              <a:gd name="connsiteY177" fmla="*/ 2459182 h 3290454"/>
              <a:gd name="connsiteX178" fmla="*/ 3333750 w 4528704"/>
              <a:gd name="connsiteY178" fmla="*/ 2485159 h 3290454"/>
              <a:gd name="connsiteX179" fmla="*/ 3325091 w 4528704"/>
              <a:gd name="connsiteY179" fmla="*/ 2459182 h 3290454"/>
              <a:gd name="connsiteX180" fmla="*/ 3281796 w 4528704"/>
              <a:gd name="connsiteY180" fmla="*/ 2433205 h 3290454"/>
              <a:gd name="connsiteX181" fmla="*/ 3377046 w 4528704"/>
              <a:gd name="connsiteY181" fmla="*/ 2433205 h 3290454"/>
              <a:gd name="connsiteX182" fmla="*/ 2900796 w 4528704"/>
              <a:gd name="connsiteY182" fmla="*/ 2450523 h 3290454"/>
              <a:gd name="connsiteX183" fmla="*/ 2892137 w 4528704"/>
              <a:gd name="connsiteY183" fmla="*/ 2476500 h 3290454"/>
              <a:gd name="connsiteX184" fmla="*/ 2822864 w 4528704"/>
              <a:gd name="connsiteY184" fmla="*/ 2424546 h 3290454"/>
              <a:gd name="connsiteX185" fmla="*/ 2857500 w 4528704"/>
              <a:gd name="connsiteY185" fmla="*/ 2415886 h 3290454"/>
              <a:gd name="connsiteX186" fmla="*/ 2900796 w 4528704"/>
              <a:gd name="connsiteY186" fmla="*/ 2450523 h 3290454"/>
              <a:gd name="connsiteX187" fmla="*/ 2563091 w 4528704"/>
              <a:gd name="connsiteY187" fmla="*/ 2441864 h 3290454"/>
              <a:gd name="connsiteX188" fmla="*/ 2502478 w 4528704"/>
              <a:gd name="connsiteY188" fmla="*/ 2415886 h 3290454"/>
              <a:gd name="connsiteX189" fmla="*/ 2563091 w 4528704"/>
              <a:gd name="connsiteY189" fmla="*/ 2441864 h 3290454"/>
              <a:gd name="connsiteX190" fmla="*/ 1082387 w 4528704"/>
              <a:gd name="connsiteY190" fmla="*/ 2415886 h 3290454"/>
              <a:gd name="connsiteX191" fmla="*/ 1039091 w 4528704"/>
              <a:gd name="connsiteY191" fmla="*/ 2424546 h 3290454"/>
              <a:gd name="connsiteX192" fmla="*/ 987136 w 4528704"/>
              <a:gd name="connsiteY192" fmla="*/ 2407227 h 3290454"/>
              <a:gd name="connsiteX193" fmla="*/ 1082387 w 4528704"/>
              <a:gd name="connsiteY193" fmla="*/ 2415886 h 3290454"/>
              <a:gd name="connsiteX194" fmla="*/ 2493818 w 4528704"/>
              <a:gd name="connsiteY194" fmla="*/ 2407227 h 3290454"/>
              <a:gd name="connsiteX195" fmla="*/ 2476500 w 4528704"/>
              <a:gd name="connsiteY195" fmla="*/ 2389909 h 3290454"/>
              <a:gd name="connsiteX196" fmla="*/ 2493818 w 4528704"/>
              <a:gd name="connsiteY196" fmla="*/ 2407227 h 3290454"/>
              <a:gd name="connsiteX197" fmla="*/ 1853046 w 4528704"/>
              <a:gd name="connsiteY197" fmla="*/ 2580409 h 3290454"/>
              <a:gd name="connsiteX198" fmla="*/ 2000250 w 4528704"/>
              <a:gd name="connsiteY198" fmla="*/ 2675659 h 3290454"/>
              <a:gd name="connsiteX199" fmla="*/ 2000250 w 4528704"/>
              <a:gd name="connsiteY199" fmla="*/ 2701636 h 3290454"/>
              <a:gd name="connsiteX200" fmla="*/ 1844387 w 4528704"/>
              <a:gd name="connsiteY200" fmla="*/ 2580409 h 3290454"/>
              <a:gd name="connsiteX201" fmla="*/ 1723159 w 4528704"/>
              <a:gd name="connsiteY201" fmla="*/ 2459182 h 3290454"/>
              <a:gd name="connsiteX202" fmla="*/ 1740477 w 4528704"/>
              <a:gd name="connsiteY202" fmla="*/ 2441864 h 3290454"/>
              <a:gd name="connsiteX203" fmla="*/ 1688523 w 4528704"/>
              <a:gd name="connsiteY203" fmla="*/ 2372591 h 3290454"/>
              <a:gd name="connsiteX204" fmla="*/ 1853046 w 4528704"/>
              <a:gd name="connsiteY204" fmla="*/ 2580409 h 3290454"/>
              <a:gd name="connsiteX205" fmla="*/ 2502478 w 4528704"/>
              <a:gd name="connsiteY205" fmla="*/ 2389909 h 3290454"/>
              <a:gd name="connsiteX206" fmla="*/ 2511137 w 4528704"/>
              <a:gd name="connsiteY206" fmla="*/ 2363932 h 3290454"/>
              <a:gd name="connsiteX207" fmla="*/ 2502478 w 4528704"/>
              <a:gd name="connsiteY207" fmla="*/ 2389909 h 3290454"/>
              <a:gd name="connsiteX208" fmla="*/ 2251364 w 4528704"/>
              <a:gd name="connsiteY208" fmla="*/ 2398568 h 3290454"/>
              <a:gd name="connsiteX209" fmla="*/ 2216728 w 4528704"/>
              <a:gd name="connsiteY209" fmla="*/ 2363932 h 3290454"/>
              <a:gd name="connsiteX210" fmla="*/ 2372591 w 4528704"/>
              <a:gd name="connsiteY210" fmla="*/ 2537114 h 3290454"/>
              <a:gd name="connsiteX211" fmla="*/ 2337955 w 4528704"/>
              <a:gd name="connsiteY211" fmla="*/ 2528455 h 3290454"/>
              <a:gd name="connsiteX212" fmla="*/ 2363932 w 4528704"/>
              <a:gd name="connsiteY212" fmla="*/ 2563091 h 3290454"/>
              <a:gd name="connsiteX213" fmla="*/ 2182091 w 4528704"/>
              <a:gd name="connsiteY213" fmla="*/ 2363932 h 3290454"/>
              <a:gd name="connsiteX214" fmla="*/ 2251364 w 4528704"/>
              <a:gd name="connsiteY214" fmla="*/ 2398568 h 3290454"/>
              <a:gd name="connsiteX215" fmla="*/ 831273 w 4528704"/>
              <a:gd name="connsiteY215" fmla="*/ 2415886 h 3290454"/>
              <a:gd name="connsiteX216" fmla="*/ 796636 w 4528704"/>
              <a:gd name="connsiteY216" fmla="*/ 2398568 h 3290454"/>
              <a:gd name="connsiteX217" fmla="*/ 762000 w 4528704"/>
              <a:gd name="connsiteY217" fmla="*/ 2433205 h 3290454"/>
              <a:gd name="connsiteX218" fmla="*/ 779318 w 4528704"/>
              <a:gd name="connsiteY218" fmla="*/ 2441864 h 3290454"/>
              <a:gd name="connsiteX219" fmla="*/ 796636 w 4528704"/>
              <a:gd name="connsiteY219" fmla="*/ 2415886 h 3290454"/>
              <a:gd name="connsiteX220" fmla="*/ 831273 w 4528704"/>
              <a:gd name="connsiteY220" fmla="*/ 2450523 h 3290454"/>
              <a:gd name="connsiteX221" fmla="*/ 805296 w 4528704"/>
              <a:gd name="connsiteY221" fmla="*/ 2441864 h 3290454"/>
              <a:gd name="connsiteX222" fmla="*/ 779318 w 4528704"/>
              <a:gd name="connsiteY222" fmla="*/ 2467841 h 3290454"/>
              <a:gd name="connsiteX223" fmla="*/ 831273 w 4528704"/>
              <a:gd name="connsiteY223" fmla="*/ 2467841 h 3290454"/>
              <a:gd name="connsiteX224" fmla="*/ 857250 w 4528704"/>
              <a:gd name="connsiteY224" fmla="*/ 2571750 h 3290454"/>
              <a:gd name="connsiteX225" fmla="*/ 805296 w 4528704"/>
              <a:gd name="connsiteY225" fmla="*/ 2571750 h 3290454"/>
              <a:gd name="connsiteX226" fmla="*/ 891886 w 4528704"/>
              <a:gd name="connsiteY226" fmla="*/ 2649682 h 3290454"/>
              <a:gd name="connsiteX227" fmla="*/ 865909 w 4528704"/>
              <a:gd name="connsiteY227" fmla="*/ 2658341 h 3290454"/>
              <a:gd name="connsiteX228" fmla="*/ 787977 w 4528704"/>
              <a:gd name="connsiteY228" fmla="*/ 2597727 h 3290454"/>
              <a:gd name="connsiteX229" fmla="*/ 632114 w 4528704"/>
              <a:gd name="connsiteY229" fmla="*/ 2727614 h 3290454"/>
              <a:gd name="connsiteX230" fmla="*/ 649432 w 4528704"/>
              <a:gd name="connsiteY230" fmla="*/ 2667000 h 3290454"/>
              <a:gd name="connsiteX231" fmla="*/ 727364 w 4528704"/>
              <a:gd name="connsiteY231" fmla="*/ 2545773 h 3290454"/>
              <a:gd name="connsiteX232" fmla="*/ 701386 w 4528704"/>
              <a:gd name="connsiteY232" fmla="*/ 2537114 h 3290454"/>
              <a:gd name="connsiteX233" fmla="*/ 484909 w 4528704"/>
              <a:gd name="connsiteY233" fmla="*/ 2736273 h 3290454"/>
              <a:gd name="connsiteX234" fmla="*/ 632114 w 4528704"/>
              <a:gd name="connsiteY234" fmla="*/ 2571750 h 3290454"/>
              <a:gd name="connsiteX235" fmla="*/ 597477 w 4528704"/>
              <a:gd name="connsiteY235" fmla="*/ 2563091 h 3290454"/>
              <a:gd name="connsiteX236" fmla="*/ 562841 w 4528704"/>
              <a:gd name="connsiteY236" fmla="*/ 2571750 h 3290454"/>
              <a:gd name="connsiteX237" fmla="*/ 432955 w 4528704"/>
              <a:gd name="connsiteY237" fmla="*/ 2727614 h 3290454"/>
              <a:gd name="connsiteX238" fmla="*/ 389659 w 4528704"/>
              <a:gd name="connsiteY238" fmla="*/ 2727614 h 3290454"/>
              <a:gd name="connsiteX239" fmla="*/ 554182 w 4528704"/>
              <a:gd name="connsiteY239" fmla="*/ 2563091 h 3290454"/>
              <a:gd name="connsiteX240" fmla="*/ 588818 w 4528704"/>
              <a:gd name="connsiteY240" fmla="*/ 2545773 h 3290454"/>
              <a:gd name="connsiteX241" fmla="*/ 632114 w 4528704"/>
              <a:gd name="connsiteY241" fmla="*/ 2571750 h 3290454"/>
              <a:gd name="connsiteX242" fmla="*/ 658091 w 4528704"/>
              <a:gd name="connsiteY242" fmla="*/ 2545773 h 3290454"/>
              <a:gd name="connsiteX243" fmla="*/ 640773 w 4528704"/>
              <a:gd name="connsiteY243" fmla="*/ 2519796 h 3290454"/>
              <a:gd name="connsiteX244" fmla="*/ 623455 w 4528704"/>
              <a:gd name="connsiteY244" fmla="*/ 2537114 h 3290454"/>
              <a:gd name="connsiteX245" fmla="*/ 692727 w 4528704"/>
              <a:gd name="connsiteY245" fmla="*/ 2433205 h 3290454"/>
              <a:gd name="connsiteX246" fmla="*/ 718705 w 4528704"/>
              <a:gd name="connsiteY246" fmla="*/ 2441864 h 3290454"/>
              <a:gd name="connsiteX247" fmla="*/ 727364 w 4528704"/>
              <a:gd name="connsiteY247" fmla="*/ 2381250 h 3290454"/>
              <a:gd name="connsiteX248" fmla="*/ 736023 w 4528704"/>
              <a:gd name="connsiteY248" fmla="*/ 2381250 h 3290454"/>
              <a:gd name="connsiteX249" fmla="*/ 762000 w 4528704"/>
              <a:gd name="connsiteY249" fmla="*/ 2424546 h 3290454"/>
              <a:gd name="connsiteX250" fmla="*/ 779318 w 4528704"/>
              <a:gd name="connsiteY250" fmla="*/ 2407227 h 3290454"/>
              <a:gd name="connsiteX251" fmla="*/ 762000 w 4528704"/>
              <a:gd name="connsiteY251" fmla="*/ 2389909 h 3290454"/>
              <a:gd name="connsiteX252" fmla="*/ 805296 w 4528704"/>
              <a:gd name="connsiteY252" fmla="*/ 2381250 h 3290454"/>
              <a:gd name="connsiteX253" fmla="*/ 805296 w 4528704"/>
              <a:gd name="connsiteY253" fmla="*/ 2355273 h 3290454"/>
              <a:gd name="connsiteX254" fmla="*/ 831273 w 4528704"/>
              <a:gd name="connsiteY254" fmla="*/ 2415886 h 3290454"/>
              <a:gd name="connsiteX255" fmla="*/ 3325091 w 4528704"/>
              <a:gd name="connsiteY255" fmla="*/ 2346614 h 3290454"/>
              <a:gd name="connsiteX256" fmla="*/ 3420341 w 4528704"/>
              <a:gd name="connsiteY256" fmla="*/ 2381250 h 3290454"/>
              <a:gd name="connsiteX257" fmla="*/ 3385705 w 4528704"/>
              <a:gd name="connsiteY257" fmla="*/ 2372591 h 3290454"/>
              <a:gd name="connsiteX258" fmla="*/ 3403023 w 4528704"/>
              <a:gd name="connsiteY258" fmla="*/ 2337955 h 3290454"/>
              <a:gd name="connsiteX259" fmla="*/ 3429000 w 4528704"/>
              <a:gd name="connsiteY259" fmla="*/ 2363932 h 3290454"/>
              <a:gd name="connsiteX260" fmla="*/ 3446319 w 4528704"/>
              <a:gd name="connsiteY260" fmla="*/ 2346614 h 3290454"/>
              <a:gd name="connsiteX261" fmla="*/ 3498273 w 4528704"/>
              <a:gd name="connsiteY261" fmla="*/ 2363932 h 3290454"/>
              <a:gd name="connsiteX262" fmla="*/ 3498273 w 4528704"/>
              <a:gd name="connsiteY262" fmla="*/ 2398568 h 3290454"/>
              <a:gd name="connsiteX263" fmla="*/ 3532909 w 4528704"/>
              <a:gd name="connsiteY263" fmla="*/ 2398568 h 3290454"/>
              <a:gd name="connsiteX264" fmla="*/ 3515591 w 4528704"/>
              <a:gd name="connsiteY264" fmla="*/ 2389909 h 3290454"/>
              <a:gd name="connsiteX265" fmla="*/ 3550228 w 4528704"/>
              <a:gd name="connsiteY265" fmla="*/ 2363932 h 3290454"/>
              <a:gd name="connsiteX266" fmla="*/ 3610841 w 4528704"/>
              <a:gd name="connsiteY266" fmla="*/ 2424546 h 3290454"/>
              <a:gd name="connsiteX267" fmla="*/ 3576205 w 4528704"/>
              <a:gd name="connsiteY267" fmla="*/ 2424546 h 3290454"/>
              <a:gd name="connsiteX268" fmla="*/ 3558887 w 4528704"/>
              <a:gd name="connsiteY268" fmla="*/ 2389909 h 3290454"/>
              <a:gd name="connsiteX269" fmla="*/ 3515591 w 4528704"/>
              <a:gd name="connsiteY269" fmla="*/ 2424546 h 3290454"/>
              <a:gd name="connsiteX270" fmla="*/ 3463637 w 4528704"/>
              <a:gd name="connsiteY270" fmla="*/ 2389909 h 3290454"/>
              <a:gd name="connsiteX271" fmla="*/ 3437659 w 4528704"/>
              <a:gd name="connsiteY271" fmla="*/ 2424546 h 3290454"/>
              <a:gd name="connsiteX272" fmla="*/ 3420341 w 4528704"/>
              <a:gd name="connsiteY272" fmla="*/ 2407227 h 3290454"/>
              <a:gd name="connsiteX273" fmla="*/ 3420341 w 4528704"/>
              <a:gd name="connsiteY273" fmla="*/ 2398568 h 3290454"/>
              <a:gd name="connsiteX274" fmla="*/ 3420341 w 4528704"/>
              <a:gd name="connsiteY274" fmla="*/ 2389909 h 3290454"/>
              <a:gd name="connsiteX275" fmla="*/ 3368387 w 4528704"/>
              <a:gd name="connsiteY275" fmla="*/ 2415886 h 3290454"/>
              <a:gd name="connsiteX276" fmla="*/ 3325091 w 4528704"/>
              <a:gd name="connsiteY276" fmla="*/ 2398568 h 3290454"/>
              <a:gd name="connsiteX277" fmla="*/ 3299114 w 4528704"/>
              <a:gd name="connsiteY277" fmla="*/ 2415886 h 3290454"/>
              <a:gd name="connsiteX278" fmla="*/ 3281796 w 4528704"/>
              <a:gd name="connsiteY278" fmla="*/ 2389909 h 3290454"/>
              <a:gd name="connsiteX279" fmla="*/ 3264478 w 4528704"/>
              <a:gd name="connsiteY279" fmla="*/ 2415886 h 3290454"/>
              <a:gd name="connsiteX280" fmla="*/ 3238500 w 4528704"/>
              <a:gd name="connsiteY280" fmla="*/ 2398568 h 3290454"/>
              <a:gd name="connsiteX281" fmla="*/ 3203864 w 4528704"/>
              <a:gd name="connsiteY281" fmla="*/ 2424546 h 3290454"/>
              <a:gd name="connsiteX282" fmla="*/ 3177887 w 4528704"/>
              <a:gd name="connsiteY282" fmla="*/ 2415886 h 3290454"/>
              <a:gd name="connsiteX283" fmla="*/ 3203864 w 4528704"/>
              <a:gd name="connsiteY283" fmla="*/ 2389909 h 3290454"/>
              <a:gd name="connsiteX284" fmla="*/ 3169228 w 4528704"/>
              <a:gd name="connsiteY284" fmla="*/ 2363932 h 3290454"/>
              <a:gd name="connsiteX285" fmla="*/ 3186546 w 4528704"/>
              <a:gd name="connsiteY285" fmla="*/ 2346614 h 3290454"/>
              <a:gd name="connsiteX286" fmla="*/ 3238500 w 4528704"/>
              <a:gd name="connsiteY286" fmla="*/ 2372591 h 3290454"/>
              <a:gd name="connsiteX287" fmla="*/ 3281796 w 4528704"/>
              <a:gd name="connsiteY287" fmla="*/ 2337955 h 3290454"/>
              <a:gd name="connsiteX288" fmla="*/ 3325091 w 4528704"/>
              <a:gd name="connsiteY288" fmla="*/ 2346614 h 3290454"/>
              <a:gd name="connsiteX289" fmla="*/ 2260023 w 4528704"/>
              <a:gd name="connsiteY289" fmla="*/ 2311977 h 3290454"/>
              <a:gd name="connsiteX290" fmla="*/ 2346614 w 4528704"/>
              <a:gd name="connsiteY290" fmla="*/ 2398568 h 3290454"/>
              <a:gd name="connsiteX291" fmla="*/ 2260023 w 4528704"/>
              <a:gd name="connsiteY291" fmla="*/ 2311977 h 3290454"/>
              <a:gd name="connsiteX292" fmla="*/ 1056409 w 4528704"/>
              <a:gd name="connsiteY292" fmla="*/ 2303318 h 3290454"/>
              <a:gd name="connsiteX293" fmla="*/ 952500 w 4528704"/>
              <a:gd name="connsiteY293" fmla="*/ 2303318 h 3290454"/>
              <a:gd name="connsiteX294" fmla="*/ 1056409 w 4528704"/>
              <a:gd name="connsiteY294" fmla="*/ 2303318 h 3290454"/>
              <a:gd name="connsiteX295" fmla="*/ 3212523 w 4528704"/>
              <a:gd name="connsiteY295" fmla="*/ 2294659 h 3290454"/>
              <a:gd name="connsiteX296" fmla="*/ 3203864 w 4528704"/>
              <a:gd name="connsiteY296" fmla="*/ 2294659 h 3290454"/>
              <a:gd name="connsiteX297" fmla="*/ 3212523 w 4528704"/>
              <a:gd name="connsiteY297" fmla="*/ 2294659 h 3290454"/>
              <a:gd name="connsiteX298" fmla="*/ 3186546 w 4528704"/>
              <a:gd name="connsiteY298" fmla="*/ 2294659 h 3290454"/>
              <a:gd name="connsiteX299" fmla="*/ 3169228 w 4528704"/>
              <a:gd name="connsiteY299" fmla="*/ 2311977 h 3290454"/>
              <a:gd name="connsiteX300" fmla="*/ 3125932 w 4528704"/>
              <a:gd name="connsiteY300" fmla="*/ 2294659 h 3290454"/>
              <a:gd name="connsiteX301" fmla="*/ 3186546 w 4528704"/>
              <a:gd name="connsiteY301" fmla="*/ 2294659 h 3290454"/>
              <a:gd name="connsiteX302" fmla="*/ 2459182 w 4528704"/>
              <a:gd name="connsiteY302" fmla="*/ 2372591 h 3290454"/>
              <a:gd name="connsiteX303" fmla="*/ 2381250 w 4528704"/>
              <a:gd name="connsiteY303" fmla="*/ 2268682 h 3290454"/>
              <a:gd name="connsiteX304" fmla="*/ 2459182 w 4528704"/>
              <a:gd name="connsiteY304" fmla="*/ 2372591 h 3290454"/>
              <a:gd name="connsiteX305" fmla="*/ 3177887 w 4528704"/>
              <a:gd name="connsiteY305" fmla="*/ 2260023 h 3290454"/>
              <a:gd name="connsiteX306" fmla="*/ 3108614 w 4528704"/>
              <a:gd name="connsiteY306" fmla="*/ 2268682 h 3290454"/>
              <a:gd name="connsiteX307" fmla="*/ 3056659 w 4528704"/>
              <a:gd name="connsiteY307" fmla="*/ 2251364 h 3290454"/>
              <a:gd name="connsiteX308" fmla="*/ 3177887 w 4528704"/>
              <a:gd name="connsiteY308" fmla="*/ 2260023 h 3290454"/>
              <a:gd name="connsiteX309" fmla="*/ 865909 w 4528704"/>
              <a:gd name="connsiteY309" fmla="*/ 2303318 h 3290454"/>
              <a:gd name="connsiteX310" fmla="*/ 865909 w 4528704"/>
              <a:gd name="connsiteY310" fmla="*/ 2234046 h 3290454"/>
              <a:gd name="connsiteX311" fmla="*/ 865909 w 4528704"/>
              <a:gd name="connsiteY311" fmla="*/ 2303318 h 3290454"/>
              <a:gd name="connsiteX312" fmla="*/ 3151909 w 4528704"/>
              <a:gd name="connsiteY312" fmla="*/ 2234046 h 3290454"/>
              <a:gd name="connsiteX313" fmla="*/ 3004705 w 4528704"/>
              <a:gd name="connsiteY313" fmla="*/ 2216727 h 3290454"/>
              <a:gd name="connsiteX314" fmla="*/ 3151909 w 4528704"/>
              <a:gd name="connsiteY314" fmla="*/ 2234046 h 3290454"/>
              <a:gd name="connsiteX315" fmla="*/ 2355273 w 4528704"/>
              <a:gd name="connsiteY315" fmla="*/ 2234046 h 3290454"/>
              <a:gd name="connsiteX316" fmla="*/ 2329296 w 4528704"/>
              <a:gd name="connsiteY316" fmla="*/ 2216727 h 3290454"/>
              <a:gd name="connsiteX317" fmla="*/ 2355273 w 4528704"/>
              <a:gd name="connsiteY317" fmla="*/ 2234046 h 3290454"/>
              <a:gd name="connsiteX318" fmla="*/ 2398568 w 4528704"/>
              <a:gd name="connsiteY318" fmla="*/ 2225386 h 3290454"/>
              <a:gd name="connsiteX319" fmla="*/ 2363932 w 4528704"/>
              <a:gd name="connsiteY319" fmla="*/ 2251364 h 3290454"/>
              <a:gd name="connsiteX320" fmla="*/ 2389909 w 4528704"/>
              <a:gd name="connsiteY320" fmla="*/ 2208068 h 3290454"/>
              <a:gd name="connsiteX321" fmla="*/ 2398568 w 4528704"/>
              <a:gd name="connsiteY321" fmla="*/ 2225386 h 3290454"/>
              <a:gd name="connsiteX322" fmla="*/ 2874819 w 4528704"/>
              <a:gd name="connsiteY322" fmla="*/ 2216727 h 3290454"/>
              <a:gd name="connsiteX323" fmla="*/ 2840182 w 4528704"/>
              <a:gd name="connsiteY323" fmla="*/ 2225386 h 3290454"/>
              <a:gd name="connsiteX324" fmla="*/ 2840182 w 4528704"/>
              <a:gd name="connsiteY324" fmla="*/ 2234046 h 3290454"/>
              <a:gd name="connsiteX325" fmla="*/ 2840182 w 4528704"/>
              <a:gd name="connsiteY325" fmla="*/ 2199409 h 3290454"/>
              <a:gd name="connsiteX326" fmla="*/ 2874819 w 4528704"/>
              <a:gd name="connsiteY326" fmla="*/ 2216727 h 3290454"/>
              <a:gd name="connsiteX327" fmla="*/ 2848841 w 4528704"/>
              <a:gd name="connsiteY327" fmla="*/ 2190750 h 3290454"/>
              <a:gd name="connsiteX328" fmla="*/ 2857500 w 4528704"/>
              <a:gd name="connsiteY328" fmla="*/ 2173432 h 3290454"/>
              <a:gd name="connsiteX329" fmla="*/ 2848841 w 4528704"/>
              <a:gd name="connsiteY329" fmla="*/ 2190750 h 3290454"/>
              <a:gd name="connsiteX330" fmla="*/ 2260023 w 4528704"/>
              <a:gd name="connsiteY330" fmla="*/ 2234046 h 3290454"/>
              <a:gd name="connsiteX331" fmla="*/ 2216728 w 4528704"/>
              <a:gd name="connsiteY331" fmla="*/ 2147455 h 3290454"/>
              <a:gd name="connsiteX332" fmla="*/ 2251364 w 4528704"/>
              <a:gd name="connsiteY332" fmla="*/ 2199409 h 3290454"/>
              <a:gd name="connsiteX333" fmla="*/ 2381250 w 4528704"/>
              <a:gd name="connsiteY333" fmla="*/ 2329296 h 3290454"/>
              <a:gd name="connsiteX334" fmla="*/ 2502478 w 4528704"/>
              <a:gd name="connsiteY334" fmla="*/ 2441864 h 3290454"/>
              <a:gd name="connsiteX335" fmla="*/ 2580409 w 4528704"/>
              <a:gd name="connsiteY335" fmla="*/ 2493818 h 3290454"/>
              <a:gd name="connsiteX336" fmla="*/ 2623705 w 4528704"/>
              <a:gd name="connsiteY336" fmla="*/ 2589068 h 3290454"/>
              <a:gd name="connsiteX337" fmla="*/ 2260023 w 4528704"/>
              <a:gd name="connsiteY337" fmla="*/ 2234046 h 3290454"/>
              <a:gd name="connsiteX338" fmla="*/ 2043546 w 4528704"/>
              <a:gd name="connsiteY338" fmla="*/ 2138796 h 3290454"/>
              <a:gd name="connsiteX339" fmla="*/ 2000250 w 4528704"/>
              <a:gd name="connsiteY339" fmla="*/ 2138796 h 3290454"/>
              <a:gd name="connsiteX340" fmla="*/ 2043546 w 4528704"/>
              <a:gd name="connsiteY340" fmla="*/ 2138796 h 3290454"/>
              <a:gd name="connsiteX341" fmla="*/ 2857500 w 4528704"/>
              <a:gd name="connsiteY341" fmla="*/ 2121477 h 3290454"/>
              <a:gd name="connsiteX342" fmla="*/ 2848841 w 4528704"/>
              <a:gd name="connsiteY342" fmla="*/ 2121477 h 3290454"/>
              <a:gd name="connsiteX343" fmla="*/ 2857500 w 4528704"/>
              <a:gd name="connsiteY343" fmla="*/ 2121477 h 3290454"/>
              <a:gd name="connsiteX344" fmla="*/ 1913659 w 4528704"/>
              <a:gd name="connsiteY344" fmla="*/ 2130136 h 3290454"/>
              <a:gd name="connsiteX345" fmla="*/ 1887682 w 4528704"/>
              <a:gd name="connsiteY345" fmla="*/ 2086841 h 3290454"/>
              <a:gd name="connsiteX346" fmla="*/ 1982932 w 4528704"/>
              <a:gd name="connsiteY346" fmla="*/ 2156114 h 3290454"/>
              <a:gd name="connsiteX347" fmla="*/ 1939637 w 4528704"/>
              <a:gd name="connsiteY347" fmla="*/ 2199409 h 3290454"/>
              <a:gd name="connsiteX348" fmla="*/ 1835727 w 4528704"/>
              <a:gd name="connsiteY348" fmla="*/ 2156114 h 3290454"/>
              <a:gd name="connsiteX349" fmla="*/ 1775114 w 4528704"/>
              <a:gd name="connsiteY349" fmla="*/ 2173432 h 3290454"/>
              <a:gd name="connsiteX350" fmla="*/ 1723159 w 4528704"/>
              <a:gd name="connsiteY350" fmla="*/ 2138796 h 3290454"/>
              <a:gd name="connsiteX351" fmla="*/ 1731818 w 4528704"/>
              <a:gd name="connsiteY351" fmla="*/ 2130136 h 3290454"/>
              <a:gd name="connsiteX352" fmla="*/ 1766455 w 4528704"/>
              <a:gd name="connsiteY352" fmla="*/ 2121477 h 3290454"/>
              <a:gd name="connsiteX353" fmla="*/ 1835727 w 4528704"/>
              <a:gd name="connsiteY353" fmla="*/ 2138796 h 3290454"/>
              <a:gd name="connsiteX354" fmla="*/ 1809750 w 4528704"/>
              <a:gd name="connsiteY354" fmla="*/ 2069523 h 3290454"/>
              <a:gd name="connsiteX355" fmla="*/ 1913659 w 4528704"/>
              <a:gd name="connsiteY355" fmla="*/ 2130136 h 3290454"/>
              <a:gd name="connsiteX356" fmla="*/ 1541318 w 4528704"/>
              <a:gd name="connsiteY356" fmla="*/ 2147455 h 3290454"/>
              <a:gd name="connsiteX357" fmla="*/ 1428750 w 4528704"/>
              <a:gd name="connsiteY357" fmla="*/ 2147455 h 3290454"/>
              <a:gd name="connsiteX358" fmla="*/ 1584614 w 4528704"/>
              <a:gd name="connsiteY358" fmla="*/ 2069523 h 3290454"/>
              <a:gd name="connsiteX359" fmla="*/ 1541318 w 4528704"/>
              <a:gd name="connsiteY359" fmla="*/ 2147455 h 3290454"/>
              <a:gd name="connsiteX360" fmla="*/ 1723159 w 4528704"/>
              <a:gd name="connsiteY360" fmla="*/ 2095500 h 3290454"/>
              <a:gd name="connsiteX361" fmla="*/ 1740477 w 4528704"/>
              <a:gd name="connsiteY361" fmla="*/ 2060864 h 3290454"/>
              <a:gd name="connsiteX362" fmla="*/ 1723159 w 4528704"/>
              <a:gd name="connsiteY362" fmla="*/ 2095500 h 3290454"/>
              <a:gd name="connsiteX363" fmla="*/ 1368137 w 4528704"/>
              <a:gd name="connsiteY363" fmla="*/ 2156114 h 3290454"/>
              <a:gd name="connsiteX364" fmla="*/ 1220932 w 4528704"/>
              <a:gd name="connsiteY364" fmla="*/ 2286000 h 3290454"/>
              <a:gd name="connsiteX365" fmla="*/ 1584614 w 4528704"/>
              <a:gd name="connsiteY365" fmla="*/ 2034886 h 3290454"/>
              <a:gd name="connsiteX366" fmla="*/ 1368137 w 4528704"/>
              <a:gd name="connsiteY366" fmla="*/ 2156114 h 3290454"/>
              <a:gd name="connsiteX367" fmla="*/ 3091296 w 4528704"/>
              <a:gd name="connsiteY367" fmla="*/ 2017568 h 3290454"/>
              <a:gd name="connsiteX368" fmla="*/ 3082637 w 4528704"/>
              <a:gd name="connsiteY368" fmla="*/ 2086841 h 3290454"/>
              <a:gd name="connsiteX369" fmla="*/ 3117273 w 4528704"/>
              <a:gd name="connsiteY369" fmla="*/ 2190750 h 3290454"/>
              <a:gd name="connsiteX370" fmla="*/ 2978728 w 4528704"/>
              <a:gd name="connsiteY370" fmla="*/ 2182091 h 3290454"/>
              <a:gd name="connsiteX371" fmla="*/ 3099955 w 4528704"/>
              <a:gd name="connsiteY371" fmla="*/ 2156114 h 3290454"/>
              <a:gd name="connsiteX372" fmla="*/ 2961409 w 4528704"/>
              <a:gd name="connsiteY372" fmla="*/ 2156114 h 3290454"/>
              <a:gd name="connsiteX373" fmla="*/ 3082637 w 4528704"/>
              <a:gd name="connsiteY373" fmla="*/ 2112818 h 3290454"/>
              <a:gd name="connsiteX374" fmla="*/ 2970069 w 4528704"/>
              <a:gd name="connsiteY374" fmla="*/ 2112818 h 3290454"/>
              <a:gd name="connsiteX375" fmla="*/ 3082637 w 4528704"/>
              <a:gd name="connsiteY375" fmla="*/ 2078182 h 3290454"/>
              <a:gd name="connsiteX376" fmla="*/ 2987387 w 4528704"/>
              <a:gd name="connsiteY376" fmla="*/ 2078182 h 3290454"/>
              <a:gd name="connsiteX377" fmla="*/ 3082637 w 4528704"/>
              <a:gd name="connsiteY377" fmla="*/ 2052205 h 3290454"/>
              <a:gd name="connsiteX378" fmla="*/ 3013364 w 4528704"/>
              <a:gd name="connsiteY378" fmla="*/ 2052205 h 3290454"/>
              <a:gd name="connsiteX379" fmla="*/ 3082637 w 4528704"/>
              <a:gd name="connsiteY379" fmla="*/ 2017568 h 3290454"/>
              <a:gd name="connsiteX380" fmla="*/ 3048000 w 4528704"/>
              <a:gd name="connsiteY380" fmla="*/ 2017568 h 3290454"/>
              <a:gd name="connsiteX381" fmla="*/ 3091296 w 4528704"/>
              <a:gd name="connsiteY381" fmla="*/ 2017568 h 3290454"/>
              <a:gd name="connsiteX382" fmla="*/ 1948296 w 4528704"/>
              <a:gd name="connsiteY382" fmla="*/ 2034886 h 3290454"/>
              <a:gd name="connsiteX383" fmla="*/ 1905000 w 4528704"/>
              <a:gd name="connsiteY383" fmla="*/ 2017568 h 3290454"/>
              <a:gd name="connsiteX384" fmla="*/ 1887682 w 4528704"/>
              <a:gd name="connsiteY384" fmla="*/ 2034886 h 3290454"/>
              <a:gd name="connsiteX385" fmla="*/ 1870364 w 4528704"/>
              <a:gd name="connsiteY385" fmla="*/ 2026227 h 3290454"/>
              <a:gd name="connsiteX386" fmla="*/ 1905000 w 4528704"/>
              <a:gd name="connsiteY386" fmla="*/ 2017568 h 3290454"/>
              <a:gd name="connsiteX387" fmla="*/ 1948296 w 4528704"/>
              <a:gd name="connsiteY387" fmla="*/ 2034886 h 3290454"/>
              <a:gd name="connsiteX388" fmla="*/ 3480955 w 4528704"/>
              <a:gd name="connsiteY388" fmla="*/ 2052205 h 3290454"/>
              <a:gd name="connsiteX389" fmla="*/ 3411682 w 4528704"/>
              <a:gd name="connsiteY389" fmla="*/ 2008909 h 3290454"/>
              <a:gd name="connsiteX390" fmla="*/ 3429000 w 4528704"/>
              <a:gd name="connsiteY390" fmla="*/ 1991591 h 3290454"/>
              <a:gd name="connsiteX391" fmla="*/ 3480955 w 4528704"/>
              <a:gd name="connsiteY391" fmla="*/ 2052205 h 3290454"/>
              <a:gd name="connsiteX392" fmla="*/ 3099955 w 4528704"/>
              <a:gd name="connsiteY392" fmla="*/ 1991591 h 3290454"/>
              <a:gd name="connsiteX393" fmla="*/ 3073978 w 4528704"/>
              <a:gd name="connsiteY393" fmla="*/ 1991591 h 3290454"/>
              <a:gd name="connsiteX394" fmla="*/ 3099955 w 4528704"/>
              <a:gd name="connsiteY394" fmla="*/ 1991591 h 3290454"/>
              <a:gd name="connsiteX395" fmla="*/ 1861705 w 4528704"/>
              <a:gd name="connsiteY395" fmla="*/ 2017568 h 3290454"/>
              <a:gd name="connsiteX396" fmla="*/ 1835727 w 4528704"/>
              <a:gd name="connsiteY396" fmla="*/ 1991591 h 3290454"/>
              <a:gd name="connsiteX397" fmla="*/ 1861705 w 4528704"/>
              <a:gd name="connsiteY397" fmla="*/ 2017568 h 3290454"/>
              <a:gd name="connsiteX398" fmla="*/ 1827068 w 4528704"/>
              <a:gd name="connsiteY398" fmla="*/ 2000250 h 3290454"/>
              <a:gd name="connsiteX399" fmla="*/ 1801091 w 4528704"/>
              <a:gd name="connsiteY399" fmla="*/ 1982932 h 3290454"/>
              <a:gd name="connsiteX400" fmla="*/ 1827068 w 4528704"/>
              <a:gd name="connsiteY400" fmla="*/ 2000250 h 3290454"/>
              <a:gd name="connsiteX401" fmla="*/ 1982932 w 4528704"/>
              <a:gd name="connsiteY401" fmla="*/ 2000250 h 3290454"/>
              <a:gd name="connsiteX402" fmla="*/ 1956955 w 4528704"/>
              <a:gd name="connsiteY402" fmla="*/ 1974273 h 3290454"/>
              <a:gd name="connsiteX403" fmla="*/ 1982932 w 4528704"/>
              <a:gd name="connsiteY403" fmla="*/ 1965614 h 3290454"/>
              <a:gd name="connsiteX404" fmla="*/ 1982932 w 4528704"/>
              <a:gd name="connsiteY404" fmla="*/ 2000250 h 3290454"/>
              <a:gd name="connsiteX405" fmla="*/ 3827319 w 4528704"/>
              <a:gd name="connsiteY405" fmla="*/ 1956955 h 3290454"/>
              <a:gd name="connsiteX406" fmla="*/ 3905250 w 4528704"/>
              <a:gd name="connsiteY406" fmla="*/ 2000250 h 3290454"/>
              <a:gd name="connsiteX407" fmla="*/ 3827319 w 4528704"/>
              <a:gd name="connsiteY407" fmla="*/ 1956955 h 3290454"/>
              <a:gd name="connsiteX408" fmla="*/ 3801341 w 4528704"/>
              <a:gd name="connsiteY408" fmla="*/ 1939636 h 3290454"/>
              <a:gd name="connsiteX409" fmla="*/ 3792682 w 4528704"/>
              <a:gd name="connsiteY409" fmla="*/ 1939636 h 3290454"/>
              <a:gd name="connsiteX410" fmla="*/ 3801341 w 4528704"/>
              <a:gd name="connsiteY410" fmla="*/ 1939636 h 3290454"/>
              <a:gd name="connsiteX411" fmla="*/ 3775364 w 4528704"/>
              <a:gd name="connsiteY411" fmla="*/ 1956955 h 3290454"/>
              <a:gd name="connsiteX412" fmla="*/ 3714750 w 4528704"/>
              <a:gd name="connsiteY412" fmla="*/ 1991591 h 3290454"/>
              <a:gd name="connsiteX413" fmla="*/ 3619500 w 4528704"/>
              <a:gd name="connsiteY413" fmla="*/ 1948296 h 3290454"/>
              <a:gd name="connsiteX414" fmla="*/ 3671455 w 4528704"/>
              <a:gd name="connsiteY414" fmla="*/ 1965614 h 3290454"/>
              <a:gd name="connsiteX415" fmla="*/ 3697432 w 4528704"/>
              <a:gd name="connsiteY415" fmla="*/ 1939636 h 3290454"/>
              <a:gd name="connsiteX416" fmla="*/ 3714750 w 4528704"/>
              <a:gd name="connsiteY416" fmla="*/ 1974273 h 3290454"/>
              <a:gd name="connsiteX417" fmla="*/ 3732069 w 4528704"/>
              <a:gd name="connsiteY417" fmla="*/ 1930977 h 3290454"/>
              <a:gd name="connsiteX418" fmla="*/ 3775364 w 4528704"/>
              <a:gd name="connsiteY418" fmla="*/ 1956955 h 3290454"/>
              <a:gd name="connsiteX419" fmla="*/ 1342159 w 4528704"/>
              <a:gd name="connsiteY419" fmla="*/ 1974273 h 3290454"/>
              <a:gd name="connsiteX420" fmla="*/ 1324841 w 4528704"/>
              <a:gd name="connsiteY420" fmla="*/ 2000250 h 3290454"/>
              <a:gd name="connsiteX421" fmla="*/ 1290205 w 4528704"/>
              <a:gd name="connsiteY421" fmla="*/ 2034886 h 3290454"/>
              <a:gd name="connsiteX422" fmla="*/ 1117023 w 4528704"/>
              <a:gd name="connsiteY422" fmla="*/ 2190750 h 3290454"/>
              <a:gd name="connsiteX423" fmla="*/ 1039091 w 4528704"/>
              <a:gd name="connsiteY423" fmla="*/ 2216727 h 3290454"/>
              <a:gd name="connsiteX424" fmla="*/ 1125682 w 4528704"/>
              <a:gd name="connsiteY424" fmla="*/ 2234046 h 3290454"/>
              <a:gd name="connsiteX425" fmla="*/ 1125682 w 4528704"/>
              <a:gd name="connsiteY425" fmla="*/ 2260023 h 3290454"/>
              <a:gd name="connsiteX426" fmla="*/ 995796 w 4528704"/>
              <a:gd name="connsiteY426" fmla="*/ 2268682 h 3290454"/>
              <a:gd name="connsiteX427" fmla="*/ 1125682 w 4528704"/>
              <a:gd name="connsiteY427" fmla="*/ 2277341 h 3290454"/>
              <a:gd name="connsiteX428" fmla="*/ 1099705 w 4528704"/>
              <a:gd name="connsiteY428" fmla="*/ 2329296 h 3290454"/>
              <a:gd name="connsiteX429" fmla="*/ 969818 w 4528704"/>
              <a:gd name="connsiteY429" fmla="*/ 2337955 h 3290454"/>
              <a:gd name="connsiteX430" fmla="*/ 961159 w 4528704"/>
              <a:gd name="connsiteY430" fmla="*/ 2355273 h 3290454"/>
              <a:gd name="connsiteX431" fmla="*/ 1091046 w 4528704"/>
              <a:gd name="connsiteY431" fmla="*/ 2381250 h 3290454"/>
              <a:gd name="connsiteX432" fmla="*/ 969818 w 4528704"/>
              <a:gd name="connsiteY432" fmla="*/ 2381250 h 3290454"/>
              <a:gd name="connsiteX433" fmla="*/ 883227 w 4528704"/>
              <a:gd name="connsiteY433" fmla="*/ 2268682 h 3290454"/>
              <a:gd name="connsiteX434" fmla="*/ 1333500 w 4528704"/>
              <a:gd name="connsiteY434" fmla="*/ 1930977 h 3290454"/>
              <a:gd name="connsiteX435" fmla="*/ 1342159 w 4528704"/>
              <a:gd name="connsiteY435" fmla="*/ 1974273 h 3290454"/>
              <a:gd name="connsiteX436" fmla="*/ 1593273 w 4528704"/>
              <a:gd name="connsiteY436" fmla="*/ 1974273 h 3290454"/>
              <a:gd name="connsiteX437" fmla="*/ 1584614 w 4528704"/>
              <a:gd name="connsiteY437" fmla="*/ 2000250 h 3290454"/>
              <a:gd name="connsiteX438" fmla="*/ 1203614 w 4528704"/>
              <a:gd name="connsiteY438" fmla="*/ 2268682 h 3290454"/>
              <a:gd name="connsiteX439" fmla="*/ 1177637 w 4528704"/>
              <a:gd name="connsiteY439" fmla="*/ 2199409 h 3290454"/>
              <a:gd name="connsiteX440" fmla="*/ 1220932 w 4528704"/>
              <a:gd name="connsiteY440" fmla="*/ 2130136 h 3290454"/>
              <a:gd name="connsiteX441" fmla="*/ 1281546 w 4528704"/>
              <a:gd name="connsiteY441" fmla="*/ 2078182 h 3290454"/>
              <a:gd name="connsiteX442" fmla="*/ 1342159 w 4528704"/>
              <a:gd name="connsiteY442" fmla="*/ 2043546 h 3290454"/>
              <a:gd name="connsiteX443" fmla="*/ 1394114 w 4528704"/>
              <a:gd name="connsiteY443" fmla="*/ 2026227 h 3290454"/>
              <a:gd name="connsiteX444" fmla="*/ 1411432 w 4528704"/>
              <a:gd name="connsiteY444" fmla="*/ 2000250 h 3290454"/>
              <a:gd name="connsiteX445" fmla="*/ 1472046 w 4528704"/>
              <a:gd name="connsiteY445" fmla="*/ 1965614 h 3290454"/>
              <a:gd name="connsiteX446" fmla="*/ 1489364 w 4528704"/>
              <a:gd name="connsiteY446" fmla="*/ 1982932 h 3290454"/>
              <a:gd name="connsiteX447" fmla="*/ 1584614 w 4528704"/>
              <a:gd name="connsiteY447" fmla="*/ 1922318 h 3290454"/>
              <a:gd name="connsiteX448" fmla="*/ 1593273 w 4528704"/>
              <a:gd name="connsiteY448" fmla="*/ 1974273 h 3290454"/>
              <a:gd name="connsiteX449" fmla="*/ 1316182 w 4528704"/>
              <a:gd name="connsiteY449" fmla="*/ 1922318 h 3290454"/>
              <a:gd name="connsiteX450" fmla="*/ 1316182 w 4528704"/>
              <a:gd name="connsiteY450" fmla="*/ 1913659 h 3290454"/>
              <a:gd name="connsiteX451" fmla="*/ 1316182 w 4528704"/>
              <a:gd name="connsiteY451" fmla="*/ 1922318 h 3290454"/>
              <a:gd name="connsiteX452" fmla="*/ 3593523 w 4528704"/>
              <a:gd name="connsiteY452" fmla="*/ 1896341 h 3290454"/>
              <a:gd name="connsiteX453" fmla="*/ 3584864 w 4528704"/>
              <a:gd name="connsiteY453" fmla="*/ 1913659 h 3290454"/>
              <a:gd name="connsiteX454" fmla="*/ 3558887 w 4528704"/>
              <a:gd name="connsiteY454" fmla="*/ 1887682 h 3290454"/>
              <a:gd name="connsiteX455" fmla="*/ 3593523 w 4528704"/>
              <a:gd name="connsiteY455" fmla="*/ 1896341 h 3290454"/>
              <a:gd name="connsiteX456" fmla="*/ 3342409 w 4528704"/>
              <a:gd name="connsiteY456" fmla="*/ 1905000 h 3290454"/>
              <a:gd name="connsiteX457" fmla="*/ 3368387 w 4528704"/>
              <a:gd name="connsiteY457" fmla="*/ 1930977 h 3290454"/>
              <a:gd name="connsiteX458" fmla="*/ 3325091 w 4528704"/>
              <a:gd name="connsiteY458" fmla="*/ 1930977 h 3290454"/>
              <a:gd name="connsiteX459" fmla="*/ 3307773 w 4528704"/>
              <a:gd name="connsiteY459" fmla="*/ 1913659 h 3290454"/>
              <a:gd name="connsiteX460" fmla="*/ 3368387 w 4528704"/>
              <a:gd name="connsiteY460" fmla="*/ 1887682 h 3290454"/>
              <a:gd name="connsiteX461" fmla="*/ 3342409 w 4528704"/>
              <a:gd name="connsiteY461" fmla="*/ 1905000 h 3290454"/>
              <a:gd name="connsiteX462" fmla="*/ 3515591 w 4528704"/>
              <a:gd name="connsiteY462" fmla="*/ 1887682 h 3290454"/>
              <a:gd name="connsiteX463" fmla="*/ 3472296 w 4528704"/>
              <a:gd name="connsiteY463" fmla="*/ 1922318 h 3290454"/>
              <a:gd name="connsiteX464" fmla="*/ 3411682 w 4528704"/>
              <a:gd name="connsiteY464" fmla="*/ 1879023 h 3290454"/>
              <a:gd name="connsiteX465" fmla="*/ 3515591 w 4528704"/>
              <a:gd name="connsiteY465" fmla="*/ 1887682 h 3290454"/>
              <a:gd name="connsiteX466" fmla="*/ 1402773 w 4528704"/>
              <a:gd name="connsiteY466" fmla="*/ 1965614 h 3290454"/>
              <a:gd name="connsiteX467" fmla="*/ 1402773 w 4528704"/>
              <a:gd name="connsiteY467" fmla="*/ 1870364 h 3290454"/>
              <a:gd name="connsiteX468" fmla="*/ 1402773 w 4528704"/>
              <a:gd name="connsiteY468" fmla="*/ 1965614 h 3290454"/>
              <a:gd name="connsiteX469" fmla="*/ 3723409 w 4528704"/>
              <a:gd name="connsiteY469" fmla="*/ 1870364 h 3290454"/>
              <a:gd name="connsiteX470" fmla="*/ 3723409 w 4528704"/>
              <a:gd name="connsiteY470" fmla="*/ 1922318 h 3290454"/>
              <a:gd name="connsiteX471" fmla="*/ 3697432 w 4528704"/>
              <a:gd name="connsiteY471" fmla="*/ 1879023 h 3290454"/>
              <a:gd name="connsiteX472" fmla="*/ 3688773 w 4528704"/>
              <a:gd name="connsiteY472" fmla="*/ 1896341 h 3290454"/>
              <a:gd name="connsiteX473" fmla="*/ 3662796 w 4528704"/>
              <a:gd name="connsiteY473" fmla="*/ 1870364 h 3290454"/>
              <a:gd name="connsiteX474" fmla="*/ 3654137 w 4528704"/>
              <a:gd name="connsiteY474" fmla="*/ 1887682 h 3290454"/>
              <a:gd name="connsiteX475" fmla="*/ 3610841 w 4528704"/>
              <a:gd name="connsiteY475" fmla="*/ 1861705 h 3290454"/>
              <a:gd name="connsiteX476" fmla="*/ 3723409 w 4528704"/>
              <a:gd name="connsiteY476" fmla="*/ 1870364 h 3290454"/>
              <a:gd name="connsiteX477" fmla="*/ 2978728 w 4528704"/>
              <a:gd name="connsiteY477" fmla="*/ 2043546 h 3290454"/>
              <a:gd name="connsiteX478" fmla="*/ 2944091 w 4528704"/>
              <a:gd name="connsiteY478" fmla="*/ 2121477 h 3290454"/>
              <a:gd name="connsiteX479" fmla="*/ 3186546 w 4528704"/>
              <a:gd name="connsiteY479" fmla="*/ 1835727 h 3290454"/>
              <a:gd name="connsiteX480" fmla="*/ 2978728 w 4528704"/>
              <a:gd name="connsiteY480" fmla="*/ 2043546 h 3290454"/>
              <a:gd name="connsiteX481" fmla="*/ 1446068 w 4528704"/>
              <a:gd name="connsiteY481" fmla="*/ 1939636 h 3290454"/>
              <a:gd name="connsiteX482" fmla="*/ 1472046 w 4528704"/>
              <a:gd name="connsiteY482" fmla="*/ 1827068 h 3290454"/>
              <a:gd name="connsiteX483" fmla="*/ 1472046 w 4528704"/>
              <a:gd name="connsiteY483" fmla="*/ 1939636 h 3290454"/>
              <a:gd name="connsiteX484" fmla="*/ 1446068 w 4528704"/>
              <a:gd name="connsiteY484" fmla="*/ 1939636 h 3290454"/>
              <a:gd name="connsiteX485" fmla="*/ 1420091 w 4528704"/>
              <a:gd name="connsiteY485" fmla="*/ 1827068 h 3290454"/>
              <a:gd name="connsiteX486" fmla="*/ 1420091 w 4528704"/>
              <a:gd name="connsiteY486" fmla="*/ 1965614 h 3290454"/>
              <a:gd name="connsiteX487" fmla="*/ 1420091 w 4528704"/>
              <a:gd name="connsiteY487" fmla="*/ 1827068 h 3290454"/>
              <a:gd name="connsiteX488" fmla="*/ 3368387 w 4528704"/>
              <a:gd name="connsiteY488" fmla="*/ 1861705 h 3290454"/>
              <a:gd name="connsiteX489" fmla="*/ 3125932 w 4528704"/>
              <a:gd name="connsiteY489" fmla="*/ 2060864 h 3290454"/>
              <a:gd name="connsiteX490" fmla="*/ 3117273 w 4528704"/>
              <a:gd name="connsiteY490" fmla="*/ 2034886 h 3290454"/>
              <a:gd name="connsiteX491" fmla="*/ 3169228 w 4528704"/>
              <a:gd name="connsiteY491" fmla="*/ 1939636 h 3290454"/>
              <a:gd name="connsiteX492" fmla="*/ 3368387 w 4528704"/>
              <a:gd name="connsiteY492" fmla="*/ 1801091 h 3290454"/>
              <a:gd name="connsiteX493" fmla="*/ 3368387 w 4528704"/>
              <a:gd name="connsiteY493" fmla="*/ 1861705 h 3290454"/>
              <a:gd name="connsiteX494" fmla="*/ 3255819 w 4528704"/>
              <a:gd name="connsiteY494" fmla="*/ 1844386 h 3290454"/>
              <a:gd name="connsiteX495" fmla="*/ 3255819 w 4528704"/>
              <a:gd name="connsiteY495" fmla="*/ 1801091 h 3290454"/>
              <a:gd name="connsiteX496" fmla="*/ 3255819 w 4528704"/>
              <a:gd name="connsiteY496" fmla="*/ 1844386 h 3290454"/>
              <a:gd name="connsiteX497" fmla="*/ 1480705 w 4528704"/>
              <a:gd name="connsiteY497" fmla="*/ 1792432 h 3290454"/>
              <a:gd name="connsiteX498" fmla="*/ 1506682 w 4528704"/>
              <a:gd name="connsiteY498" fmla="*/ 1827068 h 3290454"/>
              <a:gd name="connsiteX499" fmla="*/ 1524000 w 4528704"/>
              <a:gd name="connsiteY499" fmla="*/ 1896341 h 3290454"/>
              <a:gd name="connsiteX500" fmla="*/ 1506682 w 4528704"/>
              <a:gd name="connsiteY500" fmla="*/ 1922318 h 3290454"/>
              <a:gd name="connsiteX501" fmla="*/ 1446068 w 4528704"/>
              <a:gd name="connsiteY501" fmla="*/ 1792432 h 3290454"/>
              <a:gd name="connsiteX502" fmla="*/ 1480705 w 4528704"/>
              <a:gd name="connsiteY502" fmla="*/ 1792432 h 3290454"/>
              <a:gd name="connsiteX503" fmla="*/ 1853046 w 4528704"/>
              <a:gd name="connsiteY503" fmla="*/ 1844386 h 3290454"/>
              <a:gd name="connsiteX504" fmla="*/ 1827068 w 4528704"/>
              <a:gd name="connsiteY504" fmla="*/ 1844386 h 3290454"/>
              <a:gd name="connsiteX505" fmla="*/ 1827068 w 4528704"/>
              <a:gd name="connsiteY505" fmla="*/ 1766455 h 3290454"/>
              <a:gd name="connsiteX506" fmla="*/ 1853046 w 4528704"/>
              <a:gd name="connsiteY506" fmla="*/ 1766455 h 3290454"/>
              <a:gd name="connsiteX507" fmla="*/ 1853046 w 4528704"/>
              <a:gd name="connsiteY507" fmla="*/ 1844386 h 3290454"/>
              <a:gd name="connsiteX508" fmla="*/ 1801091 w 4528704"/>
              <a:gd name="connsiteY508" fmla="*/ 1766455 h 3290454"/>
              <a:gd name="connsiteX509" fmla="*/ 1801091 w 4528704"/>
              <a:gd name="connsiteY509" fmla="*/ 1835727 h 3290454"/>
              <a:gd name="connsiteX510" fmla="*/ 1775114 w 4528704"/>
              <a:gd name="connsiteY510" fmla="*/ 1835727 h 3290454"/>
              <a:gd name="connsiteX511" fmla="*/ 1775114 w 4528704"/>
              <a:gd name="connsiteY511" fmla="*/ 1766455 h 3290454"/>
              <a:gd name="connsiteX512" fmla="*/ 1801091 w 4528704"/>
              <a:gd name="connsiteY512" fmla="*/ 1766455 h 3290454"/>
              <a:gd name="connsiteX513" fmla="*/ 1368137 w 4528704"/>
              <a:gd name="connsiteY513" fmla="*/ 1757796 h 3290454"/>
              <a:gd name="connsiteX514" fmla="*/ 1359477 w 4528704"/>
              <a:gd name="connsiteY514" fmla="*/ 1827068 h 3290454"/>
              <a:gd name="connsiteX515" fmla="*/ 1333500 w 4528704"/>
              <a:gd name="connsiteY515" fmla="*/ 1827068 h 3290454"/>
              <a:gd name="connsiteX516" fmla="*/ 1342159 w 4528704"/>
              <a:gd name="connsiteY516" fmla="*/ 1757796 h 3290454"/>
              <a:gd name="connsiteX517" fmla="*/ 1368137 w 4528704"/>
              <a:gd name="connsiteY517" fmla="*/ 1757796 h 3290454"/>
              <a:gd name="connsiteX518" fmla="*/ 3299114 w 4528704"/>
              <a:gd name="connsiteY518" fmla="*/ 1792432 h 3290454"/>
              <a:gd name="connsiteX519" fmla="*/ 3273137 w 4528704"/>
              <a:gd name="connsiteY519" fmla="*/ 1818409 h 3290454"/>
              <a:gd name="connsiteX520" fmla="*/ 3273137 w 4528704"/>
              <a:gd name="connsiteY520" fmla="*/ 1749136 h 3290454"/>
              <a:gd name="connsiteX521" fmla="*/ 3299114 w 4528704"/>
              <a:gd name="connsiteY521" fmla="*/ 1792432 h 3290454"/>
              <a:gd name="connsiteX522" fmla="*/ 1757796 w 4528704"/>
              <a:gd name="connsiteY522" fmla="*/ 1757796 h 3290454"/>
              <a:gd name="connsiteX523" fmla="*/ 1757796 w 4528704"/>
              <a:gd name="connsiteY523" fmla="*/ 1827068 h 3290454"/>
              <a:gd name="connsiteX524" fmla="*/ 1731818 w 4528704"/>
              <a:gd name="connsiteY524" fmla="*/ 1827068 h 3290454"/>
              <a:gd name="connsiteX525" fmla="*/ 1731818 w 4528704"/>
              <a:gd name="connsiteY525" fmla="*/ 1749136 h 3290454"/>
              <a:gd name="connsiteX526" fmla="*/ 1757796 w 4528704"/>
              <a:gd name="connsiteY526" fmla="*/ 1757796 h 3290454"/>
              <a:gd name="connsiteX527" fmla="*/ 1697182 w 4528704"/>
              <a:gd name="connsiteY527" fmla="*/ 1818409 h 3290454"/>
              <a:gd name="connsiteX528" fmla="*/ 1671205 w 4528704"/>
              <a:gd name="connsiteY528" fmla="*/ 1818409 h 3290454"/>
              <a:gd name="connsiteX529" fmla="*/ 1679864 w 4528704"/>
              <a:gd name="connsiteY529" fmla="*/ 1740477 h 3290454"/>
              <a:gd name="connsiteX530" fmla="*/ 1697182 w 4528704"/>
              <a:gd name="connsiteY530" fmla="*/ 1818409 h 3290454"/>
              <a:gd name="connsiteX531" fmla="*/ 1584614 w 4528704"/>
              <a:gd name="connsiteY531" fmla="*/ 1731818 h 3290454"/>
              <a:gd name="connsiteX532" fmla="*/ 1584614 w 4528704"/>
              <a:gd name="connsiteY532" fmla="*/ 1801091 h 3290454"/>
              <a:gd name="connsiteX533" fmla="*/ 1541318 w 4528704"/>
              <a:gd name="connsiteY533" fmla="*/ 1801091 h 3290454"/>
              <a:gd name="connsiteX534" fmla="*/ 1541318 w 4528704"/>
              <a:gd name="connsiteY534" fmla="*/ 1731818 h 3290454"/>
              <a:gd name="connsiteX535" fmla="*/ 1584614 w 4528704"/>
              <a:gd name="connsiteY535" fmla="*/ 1731818 h 3290454"/>
              <a:gd name="connsiteX536" fmla="*/ 1350818 w 4528704"/>
              <a:gd name="connsiteY536" fmla="*/ 1723159 h 3290454"/>
              <a:gd name="connsiteX537" fmla="*/ 1316182 w 4528704"/>
              <a:gd name="connsiteY537" fmla="*/ 1723159 h 3290454"/>
              <a:gd name="connsiteX538" fmla="*/ 1350818 w 4528704"/>
              <a:gd name="connsiteY538" fmla="*/ 1723159 h 3290454"/>
              <a:gd name="connsiteX539" fmla="*/ 3325091 w 4528704"/>
              <a:gd name="connsiteY539" fmla="*/ 1757796 h 3290454"/>
              <a:gd name="connsiteX540" fmla="*/ 3316432 w 4528704"/>
              <a:gd name="connsiteY540" fmla="*/ 1792432 h 3290454"/>
              <a:gd name="connsiteX541" fmla="*/ 3264478 w 4528704"/>
              <a:gd name="connsiteY541" fmla="*/ 1723159 h 3290454"/>
              <a:gd name="connsiteX542" fmla="*/ 3299114 w 4528704"/>
              <a:gd name="connsiteY542" fmla="*/ 1714500 h 3290454"/>
              <a:gd name="connsiteX543" fmla="*/ 3325091 w 4528704"/>
              <a:gd name="connsiteY543" fmla="*/ 1757796 h 3290454"/>
              <a:gd name="connsiteX544" fmla="*/ 3576205 w 4528704"/>
              <a:gd name="connsiteY544" fmla="*/ 1757796 h 3290454"/>
              <a:gd name="connsiteX545" fmla="*/ 3576205 w 4528704"/>
              <a:gd name="connsiteY545" fmla="*/ 1705841 h 3290454"/>
              <a:gd name="connsiteX546" fmla="*/ 3576205 w 4528704"/>
              <a:gd name="connsiteY546" fmla="*/ 1757796 h 3290454"/>
              <a:gd name="connsiteX547" fmla="*/ 1359477 w 4528704"/>
              <a:gd name="connsiteY547" fmla="*/ 1714500 h 3290454"/>
              <a:gd name="connsiteX548" fmla="*/ 1472046 w 4528704"/>
              <a:gd name="connsiteY548" fmla="*/ 1705841 h 3290454"/>
              <a:gd name="connsiteX549" fmla="*/ 1359477 w 4528704"/>
              <a:gd name="connsiteY549" fmla="*/ 1714500 h 3290454"/>
              <a:gd name="connsiteX550" fmla="*/ 3541569 w 4528704"/>
              <a:gd name="connsiteY550" fmla="*/ 1697182 h 3290454"/>
              <a:gd name="connsiteX551" fmla="*/ 3541569 w 4528704"/>
              <a:gd name="connsiteY551" fmla="*/ 1749136 h 3290454"/>
              <a:gd name="connsiteX552" fmla="*/ 3515591 w 4528704"/>
              <a:gd name="connsiteY552" fmla="*/ 1749136 h 3290454"/>
              <a:gd name="connsiteX553" fmla="*/ 3515591 w 4528704"/>
              <a:gd name="connsiteY553" fmla="*/ 1697182 h 3290454"/>
              <a:gd name="connsiteX554" fmla="*/ 3541569 w 4528704"/>
              <a:gd name="connsiteY554" fmla="*/ 1697182 h 3290454"/>
              <a:gd name="connsiteX555" fmla="*/ 3212523 w 4528704"/>
              <a:gd name="connsiteY555" fmla="*/ 1697182 h 3290454"/>
              <a:gd name="connsiteX556" fmla="*/ 3212523 w 4528704"/>
              <a:gd name="connsiteY556" fmla="*/ 1740477 h 3290454"/>
              <a:gd name="connsiteX557" fmla="*/ 3195205 w 4528704"/>
              <a:gd name="connsiteY557" fmla="*/ 1740477 h 3290454"/>
              <a:gd name="connsiteX558" fmla="*/ 3195205 w 4528704"/>
              <a:gd name="connsiteY558" fmla="*/ 1697182 h 3290454"/>
              <a:gd name="connsiteX559" fmla="*/ 3212523 w 4528704"/>
              <a:gd name="connsiteY559" fmla="*/ 1697182 h 3290454"/>
              <a:gd name="connsiteX560" fmla="*/ 1870364 w 4528704"/>
              <a:gd name="connsiteY560" fmla="*/ 1740477 h 3290454"/>
              <a:gd name="connsiteX561" fmla="*/ 1861705 w 4528704"/>
              <a:gd name="connsiteY561" fmla="*/ 1922318 h 3290454"/>
              <a:gd name="connsiteX562" fmla="*/ 1887682 w 4528704"/>
              <a:gd name="connsiteY562" fmla="*/ 1956955 h 3290454"/>
              <a:gd name="connsiteX563" fmla="*/ 1844387 w 4528704"/>
              <a:gd name="connsiteY563" fmla="*/ 1930977 h 3290454"/>
              <a:gd name="connsiteX564" fmla="*/ 1818409 w 4528704"/>
              <a:gd name="connsiteY564" fmla="*/ 1930977 h 3290454"/>
              <a:gd name="connsiteX565" fmla="*/ 1827068 w 4528704"/>
              <a:gd name="connsiteY565" fmla="*/ 1965614 h 3290454"/>
              <a:gd name="connsiteX566" fmla="*/ 1792432 w 4528704"/>
              <a:gd name="connsiteY566" fmla="*/ 1956955 h 3290454"/>
              <a:gd name="connsiteX567" fmla="*/ 1775114 w 4528704"/>
              <a:gd name="connsiteY567" fmla="*/ 1974273 h 3290454"/>
              <a:gd name="connsiteX568" fmla="*/ 1792432 w 4528704"/>
              <a:gd name="connsiteY568" fmla="*/ 1991591 h 3290454"/>
              <a:gd name="connsiteX569" fmla="*/ 1783773 w 4528704"/>
              <a:gd name="connsiteY569" fmla="*/ 2017568 h 3290454"/>
              <a:gd name="connsiteX570" fmla="*/ 1749137 w 4528704"/>
              <a:gd name="connsiteY570" fmla="*/ 1991591 h 3290454"/>
              <a:gd name="connsiteX571" fmla="*/ 1697182 w 4528704"/>
              <a:gd name="connsiteY571" fmla="*/ 2026227 h 3290454"/>
              <a:gd name="connsiteX572" fmla="*/ 1723159 w 4528704"/>
              <a:gd name="connsiteY572" fmla="*/ 2052205 h 3290454"/>
              <a:gd name="connsiteX573" fmla="*/ 1671205 w 4528704"/>
              <a:gd name="connsiteY573" fmla="*/ 2052205 h 3290454"/>
              <a:gd name="connsiteX574" fmla="*/ 1636568 w 4528704"/>
              <a:gd name="connsiteY574" fmla="*/ 2078182 h 3290454"/>
              <a:gd name="connsiteX575" fmla="*/ 1645227 w 4528704"/>
              <a:gd name="connsiteY575" fmla="*/ 1697182 h 3290454"/>
              <a:gd name="connsiteX576" fmla="*/ 1870364 w 4528704"/>
              <a:gd name="connsiteY576" fmla="*/ 1740477 h 3290454"/>
              <a:gd name="connsiteX577" fmla="*/ 3498273 w 4528704"/>
              <a:gd name="connsiteY577" fmla="*/ 1688523 h 3290454"/>
              <a:gd name="connsiteX578" fmla="*/ 3498273 w 4528704"/>
              <a:gd name="connsiteY578" fmla="*/ 1749136 h 3290454"/>
              <a:gd name="connsiteX579" fmla="*/ 3480955 w 4528704"/>
              <a:gd name="connsiteY579" fmla="*/ 1749136 h 3290454"/>
              <a:gd name="connsiteX580" fmla="*/ 3480955 w 4528704"/>
              <a:gd name="connsiteY580" fmla="*/ 1688523 h 3290454"/>
              <a:gd name="connsiteX581" fmla="*/ 3498273 w 4528704"/>
              <a:gd name="connsiteY581" fmla="*/ 1688523 h 3290454"/>
              <a:gd name="connsiteX582" fmla="*/ 1480705 w 4528704"/>
              <a:gd name="connsiteY582" fmla="*/ 1697182 h 3290454"/>
              <a:gd name="connsiteX583" fmla="*/ 1593273 w 4528704"/>
              <a:gd name="connsiteY583" fmla="*/ 1688523 h 3290454"/>
              <a:gd name="connsiteX584" fmla="*/ 1480705 w 4528704"/>
              <a:gd name="connsiteY584" fmla="*/ 1697182 h 3290454"/>
              <a:gd name="connsiteX585" fmla="*/ 1324841 w 4528704"/>
              <a:gd name="connsiteY585" fmla="*/ 1697182 h 3290454"/>
              <a:gd name="connsiteX586" fmla="*/ 1359477 w 4528704"/>
              <a:gd name="connsiteY586" fmla="*/ 1688523 h 3290454"/>
              <a:gd name="connsiteX587" fmla="*/ 1324841 w 4528704"/>
              <a:gd name="connsiteY587" fmla="*/ 1697182 h 3290454"/>
              <a:gd name="connsiteX588" fmla="*/ 3463637 w 4528704"/>
              <a:gd name="connsiteY588" fmla="*/ 1688523 h 3290454"/>
              <a:gd name="connsiteX589" fmla="*/ 3463637 w 4528704"/>
              <a:gd name="connsiteY589" fmla="*/ 1740477 h 3290454"/>
              <a:gd name="connsiteX590" fmla="*/ 3437659 w 4528704"/>
              <a:gd name="connsiteY590" fmla="*/ 1740477 h 3290454"/>
              <a:gd name="connsiteX591" fmla="*/ 3446319 w 4528704"/>
              <a:gd name="connsiteY591" fmla="*/ 1679864 h 3290454"/>
              <a:gd name="connsiteX592" fmla="*/ 3463637 w 4528704"/>
              <a:gd name="connsiteY592" fmla="*/ 1688523 h 3290454"/>
              <a:gd name="connsiteX593" fmla="*/ 3359728 w 4528704"/>
              <a:gd name="connsiteY593" fmla="*/ 1731818 h 3290454"/>
              <a:gd name="connsiteX594" fmla="*/ 3342409 w 4528704"/>
              <a:gd name="connsiteY594" fmla="*/ 1731818 h 3290454"/>
              <a:gd name="connsiteX595" fmla="*/ 3342409 w 4528704"/>
              <a:gd name="connsiteY595" fmla="*/ 1679864 h 3290454"/>
              <a:gd name="connsiteX596" fmla="*/ 3359728 w 4528704"/>
              <a:gd name="connsiteY596" fmla="*/ 1671205 h 3290454"/>
              <a:gd name="connsiteX597" fmla="*/ 3359728 w 4528704"/>
              <a:gd name="connsiteY597" fmla="*/ 1731818 h 3290454"/>
              <a:gd name="connsiteX598" fmla="*/ 1385455 w 4528704"/>
              <a:gd name="connsiteY598" fmla="*/ 1688523 h 3290454"/>
              <a:gd name="connsiteX599" fmla="*/ 1411432 w 4528704"/>
              <a:gd name="connsiteY599" fmla="*/ 1688523 h 3290454"/>
              <a:gd name="connsiteX600" fmla="*/ 1385455 w 4528704"/>
              <a:gd name="connsiteY600" fmla="*/ 1688523 h 3290454"/>
              <a:gd name="connsiteX601" fmla="*/ 3238500 w 4528704"/>
              <a:gd name="connsiteY601" fmla="*/ 1662546 h 3290454"/>
              <a:gd name="connsiteX602" fmla="*/ 3203864 w 4528704"/>
              <a:gd name="connsiteY602" fmla="*/ 1662546 h 3290454"/>
              <a:gd name="connsiteX603" fmla="*/ 3238500 w 4528704"/>
              <a:gd name="connsiteY603" fmla="*/ 1662546 h 3290454"/>
              <a:gd name="connsiteX604" fmla="*/ 1524000 w 4528704"/>
              <a:gd name="connsiteY604" fmla="*/ 1662546 h 3290454"/>
              <a:gd name="connsiteX605" fmla="*/ 1498023 w 4528704"/>
              <a:gd name="connsiteY605" fmla="*/ 1662546 h 3290454"/>
              <a:gd name="connsiteX606" fmla="*/ 1524000 w 4528704"/>
              <a:gd name="connsiteY606" fmla="*/ 1662546 h 3290454"/>
              <a:gd name="connsiteX607" fmla="*/ 3584864 w 4528704"/>
              <a:gd name="connsiteY607" fmla="*/ 1688523 h 3290454"/>
              <a:gd name="connsiteX608" fmla="*/ 3593523 w 4528704"/>
              <a:gd name="connsiteY608" fmla="*/ 1861705 h 3290454"/>
              <a:gd name="connsiteX609" fmla="*/ 3411682 w 4528704"/>
              <a:gd name="connsiteY609" fmla="*/ 1861705 h 3290454"/>
              <a:gd name="connsiteX610" fmla="*/ 3411682 w 4528704"/>
              <a:gd name="connsiteY610" fmla="*/ 1653886 h 3290454"/>
              <a:gd name="connsiteX611" fmla="*/ 3584864 w 4528704"/>
              <a:gd name="connsiteY611" fmla="*/ 1688523 h 3290454"/>
              <a:gd name="connsiteX612" fmla="*/ 3316432 w 4528704"/>
              <a:gd name="connsiteY612" fmla="*/ 1653886 h 3290454"/>
              <a:gd name="connsiteX613" fmla="*/ 3273137 w 4528704"/>
              <a:gd name="connsiteY613" fmla="*/ 1653886 h 3290454"/>
              <a:gd name="connsiteX614" fmla="*/ 3316432 w 4528704"/>
              <a:gd name="connsiteY614" fmla="*/ 1653886 h 3290454"/>
              <a:gd name="connsiteX615" fmla="*/ 1549977 w 4528704"/>
              <a:gd name="connsiteY615" fmla="*/ 1662546 h 3290454"/>
              <a:gd name="connsiteX616" fmla="*/ 1575955 w 4528704"/>
              <a:gd name="connsiteY616" fmla="*/ 1662546 h 3290454"/>
              <a:gd name="connsiteX617" fmla="*/ 1549977 w 4528704"/>
              <a:gd name="connsiteY617" fmla="*/ 1662546 h 3290454"/>
              <a:gd name="connsiteX618" fmla="*/ 3368387 w 4528704"/>
              <a:gd name="connsiteY618" fmla="*/ 1645227 h 3290454"/>
              <a:gd name="connsiteX619" fmla="*/ 3333750 w 4528704"/>
              <a:gd name="connsiteY619" fmla="*/ 1645227 h 3290454"/>
              <a:gd name="connsiteX620" fmla="*/ 3368387 w 4528704"/>
              <a:gd name="connsiteY620" fmla="*/ 1645227 h 3290454"/>
              <a:gd name="connsiteX621" fmla="*/ 3203864 w 4528704"/>
              <a:gd name="connsiteY621" fmla="*/ 1645227 h 3290454"/>
              <a:gd name="connsiteX622" fmla="*/ 3203864 w 4528704"/>
              <a:gd name="connsiteY622" fmla="*/ 1636568 h 3290454"/>
              <a:gd name="connsiteX623" fmla="*/ 3203864 w 4528704"/>
              <a:gd name="connsiteY623" fmla="*/ 1645227 h 3290454"/>
              <a:gd name="connsiteX624" fmla="*/ 3325091 w 4528704"/>
              <a:gd name="connsiteY624" fmla="*/ 1627909 h 3290454"/>
              <a:gd name="connsiteX625" fmla="*/ 3325091 w 4528704"/>
              <a:gd name="connsiteY625" fmla="*/ 1619250 h 3290454"/>
              <a:gd name="connsiteX626" fmla="*/ 3325091 w 4528704"/>
              <a:gd name="connsiteY626" fmla="*/ 1627909 h 3290454"/>
              <a:gd name="connsiteX627" fmla="*/ 1723159 w 4528704"/>
              <a:gd name="connsiteY627" fmla="*/ 1627909 h 3290454"/>
              <a:gd name="connsiteX628" fmla="*/ 1801091 w 4528704"/>
              <a:gd name="connsiteY628" fmla="*/ 1653886 h 3290454"/>
              <a:gd name="connsiteX629" fmla="*/ 1861705 w 4528704"/>
              <a:gd name="connsiteY629" fmla="*/ 1671205 h 3290454"/>
              <a:gd name="connsiteX630" fmla="*/ 1861705 w 4528704"/>
              <a:gd name="connsiteY630" fmla="*/ 1723159 h 3290454"/>
              <a:gd name="connsiteX631" fmla="*/ 1861705 w 4528704"/>
              <a:gd name="connsiteY631" fmla="*/ 1688523 h 3290454"/>
              <a:gd name="connsiteX632" fmla="*/ 1827068 w 4528704"/>
              <a:gd name="connsiteY632" fmla="*/ 1679864 h 3290454"/>
              <a:gd name="connsiteX633" fmla="*/ 1783773 w 4528704"/>
              <a:gd name="connsiteY633" fmla="*/ 1705841 h 3290454"/>
              <a:gd name="connsiteX634" fmla="*/ 1818409 w 4528704"/>
              <a:gd name="connsiteY634" fmla="*/ 1679864 h 3290454"/>
              <a:gd name="connsiteX635" fmla="*/ 1792432 w 4528704"/>
              <a:gd name="connsiteY635" fmla="*/ 1671205 h 3290454"/>
              <a:gd name="connsiteX636" fmla="*/ 1749137 w 4528704"/>
              <a:gd name="connsiteY636" fmla="*/ 1697182 h 3290454"/>
              <a:gd name="connsiteX637" fmla="*/ 1775114 w 4528704"/>
              <a:gd name="connsiteY637" fmla="*/ 1688523 h 3290454"/>
              <a:gd name="connsiteX638" fmla="*/ 1757796 w 4528704"/>
              <a:gd name="connsiteY638" fmla="*/ 1662546 h 3290454"/>
              <a:gd name="connsiteX639" fmla="*/ 1705841 w 4528704"/>
              <a:gd name="connsiteY639" fmla="*/ 1688523 h 3290454"/>
              <a:gd name="connsiteX640" fmla="*/ 1740477 w 4528704"/>
              <a:gd name="connsiteY640" fmla="*/ 1679864 h 3290454"/>
              <a:gd name="connsiteX641" fmla="*/ 1714500 w 4528704"/>
              <a:gd name="connsiteY641" fmla="*/ 1653886 h 3290454"/>
              <a:gd name="connsiteX642" fmla="*/ 1671205 w 4528704"/>
              <a:gd name="connsiteY642" fmla="*/ 1679864 h 3290454"/>
              <a:gd name="connsiteX643" fmla="*/ 1697182 w 4528704"/>
              <a:gd name="connsiteY643" fmla="*/ 1671205 h 3290454"/>
              <a:gd name="connsiteX644" fmla="*/ 1697182 w 4528704"/>
              <a:gd name="connsiteY644" fmla="*/ 1645227 h 3290454"/>
              <a:gd name="connsiteX645" fmla="*/ 1662546 w 4528704"/>
              <a:gd name="connsiteY645" fmla="*/ 1636568 h 3290454"/>
              <a:gd name="connsiteX646" fmla="*/ 1645227 w 4528704"/>
              <a:gd name="connsiteY646" fmla="*/ 1653886 h 3290454"/>
              <a:gd name="connsiteX647" fmla="*/ 1662546 w 4528704"/>
              <a:gd name="connsiteY647" fmla="*/ 1671205 h 3290454"/>
              <a:gd name="connsiteX648" fmla="*/ 1636568 w 4528704"/>
              <a:gd name="connsiteY648" fmla="*/ 1610591 h 3290454"/>
              <a:gd name="connsiteX649" fmla="*/ 1688523 w 4528704"/>
              <a:gd name="connsiteY649" fmla="*/ 1645227 h 3290454"/>
              <a:gd name="connsiteX650" fmla="*/ 1723159 w 4528704"/>
              <a:gd name="connsiteY650" fmla="*/ 1627909 h 3290454"/>
              <a:gd name="connsiteX651" fmla="*/ 3758046 w 4528704"/>
              <a:gd name="connsiteY651" fmla="*/ 1619250 h 3290454"/>
              <a:gd name="connsiteX652" fmla="*/ 3801341 w 4528704"/>
              <a:gd name="connsiteY652" fmla="*/ 1584614 h 3290454"/>
              <a:gd name="connsiteX653" fmla="*/ 3758046 w 4528704"/>
              <a:gd name="connsiteY653" fmla="*/ 1619250 h 3290454"/>
              <a:gd name="connsiteX654" fmla="*/ 3446319 w 4528704"/>
              <a:gd name="connsiteY654" fmla="*/ 1610591 h 3290454"/>
              <a:gd name="connsiteX655" fmla="*/ 3472296 w 4528704"/>
              <a:gd name="connsiteY655" fmla="*/ 1593273 h 3290454"/>
              <a:gd name="connsiteX656" fmla="*/ 3506932 w 4528704"/>
              <a:gd name="connsiteY656" fmla="*/ 1627909 h 3290454"/>
              <a:gd name="connsiteX657" fmla="*/ 3532909 w 4528704"/>
              <a:gd name="connsiteY657" fmla="*/ 1610591 h 3290454"/>
              <a:gd name="connsiteX658" fmla="*/ 3576205 w 4528704"/>
              <a:gd name="connsiteY658" fmla="*/ 1627909 h 3290454"/>
              <a:gd name="connsiteX659" fmla="*/ 3584864 w 4528704"/>
              <a:gd name="connsiteY659" fmla="*/ 1627909 h 3290454"/>
              <a:gd name="connsiteX660" fmla="*/ 3584864 w 4528704"/>
              <a:gd name="connsiteY660" fmla="*/ 1653886 h 3290454"/>
              <a:gd name="connsiteX661" fmla="*/ 3532909 w 4528704"/>
              <a:gd name="connsiteY661" fmla="*/ 1627909 h 3290454"/>
              <a:gd name="connsiteX662" fmla="*/ 3515591 w 4528704"/>
              <a:gd name="connsiteY662" fmla="*/ 1645227 h 3290454"/>
              <a:gd name="connsiteX663" fmla="*/ 3532909 w 4528704"/>
              <a:gd name="connsiteY663" fmla="*/ 1653886 h 3290454"/>
              <a:gd name="connsiteX664" fmla="*/ 3506932 w 4528704"/>
              <a:gd name="connsiteY664" fmla="*/ 1627909 h 3290454"/>
              <a:gd name="connsiteX665" fmla="*/ 3472296 w 4528704"/>
              <a:gd name="connsiteY665" fmla="*/ 1645227 h 3290454"/>
              <a:gd name="connsiteX666" fmla="*/ 3489614 w 4528704"/>
              <a:gd name="connsiteY666" fmla="*/ 1627909 h 3290454"/>
              <a:gd name="connsiteX667" fmla="*/ 3472296 w 4528704"/>
              <a:gd name="connsiteY667" fmla="*/ 1619250 h 3290454"/>
              <a:gd name="connsiteX668" fmla="*/ 3463637 w 4528704"/>
              <a:gd name="connsiteY668" fmla="*/ 1636568 h 3290454"/>
              <a:gd name="connsiteX669" fmla="*/ 3437659 w 4528704"/>
              <a:gd name="connsiteY669" fmla="*/ 1636568 h 3290454"/>
              <a:gd name="connsiteX670" fmla="*/ 3454978 w 4528704"/>
              <a:gd name="connsiteY670" fmla="*/ 1619250 h 3290454"/>
              <a:gd name="connsiteX671" fmla="*/ 3429000 w 4528704"/>
              <a:gd name="connsiteY671" fmla="*/ 1610591 h 3290454"/>
              <a:gd name="connsiteX672" fmla="*/ 3411682 w 4528704"/>
              <a:gd name="connsiteY672" fmla="*/ 1627909 h 3290454"/>
              <a:gd name="connsiteX673" fmla="*/ 3411682 w 4528704"/>
              <a:gd name="connsiteY673" fmla="*/ 1584614 h 3290454"/>
              <a:gd name="connsiteX674" fmla="*/ 3446319 w 4528704"/>
              <a:gd name="connsiteY674" fmla="*/ 1610591 h 3290454"/>
              <a:gd name="connsiteX675" fmla="*/ 3835978 w 4528704"/>
              <a:gd name="connsiteY675" fmla="*/ 1601932 h 3290454"/>
              <a:gd name="connsiteX676" fmla="*/ 3870614 w 4528704"/>
              <a:gd name="connsiteY676" fmla="*/ 1584614 h 3290454"/>
              <a:gd name="connsiteX677" fmla="*/ 3835978 w 4528704"/>
              <a:gd name="connsiteY677" fmla="*/ 1601932 h 3290454"/>
              <a:gd name="connsiteX678" fmla="*/ 3463637 w 4528704"/>
              <a:gd name="connsiteY678" fmla="*/ 1575955 h 3290454"/>
              <a:gd name="connsiteX679" fmla="*/ 3498273 w 4528704"/>
              <a:gd name="connsiteY679" fmla="*/ 1610591 h 3290454"/>
              <a:gd name="connsiteX680" fmla="*/ 3524250 w 4528704"/>
              <a:gd name="connsiteY680" fmla="*/ 1593273 h 3290454"/>
              <a:gd name="connsiteX681" fmla="*/ 3593523 w 4528704"/>
              <a:gd name="connsiteY681" fmla="*/ 1627909 h 3290454"/>
              <a:gd name="connsiteX682" fmla="*/ 3636819 w 4528704"/>
              <a:gd name="connsiteY682" fmla="*/ 1749136 h 3290454"/>
              <a:gd name="connsiteX683" fmla="*/ 3792682 w 4528704"/>
              <a:gd name="connsiteY683" fmla="*/ 1792432 h 3290454"/>
              <a:gd name="connsiteX684" fmla="*/ 3957205 w 4528704"/>
              <a:gd name="connsiteY684" fmla="*/ 1835727 h 3290454"/>
              <a:gd name="connsiteX685" fmla="*/ 4009159 w 4528704"/>
              <a:gd name="connsiteY685" fmla="*/ 1861705 h 3290454"/>
              <a:gd name="connsiteX686" fmla="*/ 4026478 w 4528704"/>
              <a:gd name="connsiteY686" fmla="*/ 1844386 h 3290454"/>
              <a:gd name="connsiteX687" fmla="*/ 4069773 w 4528704"/>
              <a:gd name="connsiteY687" fmla="*/ 1870364 h 3290454"/>
              <a:gd name="connsiteX688" fmla="*/ 4173682 w 4528704"/>
              <a:gd name="connsiteY688" fmla="*/ 1905000 h 3290454"/>
              <a:gd name="connsiteX689" fmla="*/ 4208319 w 4528704"/>
              <a:gd name="connsiteY689" fmla="*/ 1905000 h 3290454"/>
              <a:gd name="connsiteX690" fmla="*/ 4147705 w 4528704"/>
              <a:gd name="connsiteY690" fmla="*/ 1930977 h 3290454"/>
              <a:gd name="connsiteX691" fmla="*/ 4165023 w 4528704"/>
              <a:gd name="connsiteY691" fmla="*/ 1913659 h 3290454"/>
              <a:gd name="connsiteX692" fmla="*/ 4035137 w 4528704"/>
              <a:gd name="connsiteY692" fmla="*/ 1853046 h 3290454"/>
              <a:gd name="connsiteX693" fmla="*/ 3835978 w 4528704"/>
              <a:gd name="connsiteY693" fmla="*/ 1809750 h 3290454"/>
              <a:gd name="connsiteX694" fmla="*/ 3818659 w 4528704"/>
              <a:gd name="connsiteY694" fmla="*/ 1792432 h 3290454"/>
              <a:gd name="connsiteX695" fmla="*/ 3628159 w 4528704"/>
              <a:gd name="connsiteY695" fmla="*/ 1757796 h 3290454"/>
              <a:gd name="connsiteX696" fmla="*/ 3602182 w 4528704"/>
              <a:gd name="connsiteY696" fmla="*/ 1740477 h 3290454"/>
              <a:gd name="connsiteX697" fmla="*/ 3602182 w 4528704"/>
              <a:gd name="connsiteY697" fmla="*/ 1827068 h 3290454"/>
              <a:gd name="connsiteX698" fmla="*/ 3619500 w 4528704"/>
              <a:gd name="connsiteY698" fmla="*/ 1835727 h 3290454"/>
              <a:gd name="connsiteX699" fmla="*/ 4173682 w 4528704"/>
              <a:gd name="connsiteY699" fmla="*/ 1982932 h 3290454"/>
              <a:gd name="connsiteX700" fmla="*/ 3775364 w 4528704"/>
              <a:gd name="connsiteY700" fmla="*/ 1887682 h 3290454"/>
              <a:gd name="connsiteX701" fmla="*/ 3810000 w 4528704"/>
              <a:gd name="connsiteY701" fmla="*/ 1930977 h 3290454"/>
              <a:gd name="connsiteX702" fmla="*/ 3835978 w 4528704"/>
              <a:gd name="connsiteY702" fmla="*/ 1905000 h 3290454"/>
              <a:gd name="connsiteX703" fmla="*/ 3861955 w 4528704"/>
              <a:gd name="connsiteY703" fmla="*/ 1922318 h 3290454"/>
              <a:gd name="connsiteX704" fmla="*/ 3939887 w 4528704"/>
              <a:gd name="connsiteY704" fmla="*/ 2008909 h 3290454"/>
              <a:gd name="connsiteX705" fmla="*/ 3913909 w 4528704"/>
              <a:gd name="connsiteY705" fmla="*/ 2000250 h 3290454"/>
              <a:gd name="connsiteX706" fmla="*/ 3913909 w 4528704"/>
              <a:gd name="connsiteY706" fmla="*/ 2017568 h 3290454"/>
              <a:gd name="connsiteX707" fmla="*/ 3801341 w 4528704"/>
              <a:gd name="connsiteY707" fmla="*/ 1956955 h 3290454"/>
              <a:gd name="connsiteX708" fmla="*/ 3723409 w 4528704"/>
              <a:gd name="connsiteY708" fmla="*/ 2017568 h 3290454"/>
              <a:gd name="connsiteX709" fmla="*/ 3680114 w 4528704"/>
              <a:gd name="connsiteY709" fmla="*/ 1982932 h 3290454"/>
              <a:gd name="connsiteX710" fmla="*/ 3654137 w 4528704"/>
              <a:gd name="connsiteY710" fmla="*/ 2008909 h 3290454"/>
              <a:gd name="connsiteX711" fmla="*/ 3680114 w 4528704"/>
              <a:gd name="connsiteY711" fmla="*/ 2034886 h 3290454"/>
              <a:gd name="connsiteX712" fmla="*/ 3662796 w 4528704"/>
              <a:gd name="connsiteY712" fmla="*/ 2060864 h 3290454"/>
              <a:gd name="connsiteX713" fmla="*/ 3602182 w 4528704"/>
              <a:gd name="connsiteY713" fmla="*/ 1948296 h 3290454"/>
              <a:gd name="connsiteX714" fmla="*/ 3541569 w 4528704"/>
              <a:gd name="connsiteY714" fmla="*/ 1896341 h 3290454"/>
              <a:gd name="connsiteX715" fmla="*/ 3524250 w 4528704"/>
              <a:gd name="connsiteY715" fmla="*/ 1905000 h 3290454"/>
              <a:gd name="connsiteX716" fmla="*/ 3558887 w 4528704"/>
              <a:gd name="connsiteY716" fmla="*/ 1948296 h 3290454"/>
              <a:gd name="connsiteX717" fmla="*/ 3524250 w 4528704"/>
              <a:gd name="connsiteY717" fmla="*/ 1930977 h 3290454"/>
              <a:gd name="connsiteX718" fmla="*/ 3506932 w 4528704"/>
              <a:gd name="connsiteY718" fmla="*/ 1948296 h 3290454"/>
              <a:gd name="connsiteX719" fmla="*/ 3636819 w 4528704"/>
              <a:gd name="connsiteY719" fmla="*/ 2060864 h 3290454"/>
              <a:gd name="connsiteX720" fmla="*/ 3584864 w 4528704"/>
              <a:gd name="connsiteY720" fmla="*/ 2017568 h 3290454"/>
              <a:gd name="connsiteX721" fmla="*/ 3576205 w 4528704"/>
              <a:gd name="connsiteY721" fmla="*/ 2034886 h 3290454"/>
              <a:gd name="connsiteX722" fmla="*/ 3550228 w 4528704"/>
              <a:gd name="connsiteY722" fmla="*/ 2034886 h 3290454"/>
              <a:gd name="connsiteX723" fmla="*/ 3454978 w 4528704"/>
              <a:gd name="connsiteY723" fmla="*/ 1930977 h 3290454"/>
              <a:gd name="connsiteX724" fmla="*/ 3377046 w 4528704"/>
              <a:gd name="connsiteY724" fmla="*/ 1991591 h 3290454"/>
              <a:gd name="connsiteX725" fmla="*/ 3420341 w 4528704"/>
              <a:gd name="connsiteY725" fmla="*/ 2043546 h 3290454"/>
              <a:gd name="connsiteX726" fmla="*/ 3359728 w 4528704"/>
              <a:gd name="connsiteY726" fmla="*/ 2017568 h 3290454"/>
              <a:gd name="connsiteX727" fmla="*/ 3472296 w 4528704"/>
              <a:gd name="connsiteY727" fmla="*/ 2156114 h 3290454"/>
              <a:gd name="connsiteX728" fmla="*/ 3377046 w 4528704"/>
              <a:gd name="connsiteY728" fmla="*/ 2069523 h 3290454"/>
              <a:gd name="connsiteX729" fmla="*/ 3351069 w 4528704"/>
              <a:gd name="connsiteY729" fmla="*/ 2017568 h 3290454"/>
              <a:gd name="connsiteX730" fmla="*/ 3394364 w 4528704"/>
              <a:gd name="connsiteY730" fmla="*/ 1965614 h 3290454"/>
              <a:gd name="connsiteX731" fmla="*/ 3351069 w 4528704"/>
              <a:gd name="connsiteY731" fmla="*/ 1930977 h 3290454"/>
              <a:gd name="connsiteX732" fmla="*/ 3299114 w 4528704"/>
              <a:gd name="connsiteY732" fmla="*/ 2000250 h 3290454"/>
              <a:gd name="connsiteX733" fmla="*/ 3403023 w 4528704"/>
              <a:gd name="connsiteY733" fmla="*/ 2173432 h 3290454"/>
              <a:gd name="connsiteX734" fmla="*/ 3273137 w 4528704"/>
              <a:gd name="connsiteY734" fmla="*/ 2060864 h 3290454"/>
              <a:gd name="connsiteX735" fmla="*/ 3316432 w 4528704"/>
              <a:gd name="connsiteY735" fmla="*/ 2078182 h 3290454"/>
              <a:gd name="connsiteX736" fmla="*/ 3299114 w 4528704"/>
              <a:gd name="connsiteY736" fmla="*/ 2017568 h 3290454"/>
              <a:gd name="connsiteX737" fmla="*/ 3281796 w 4528704"/>
              <a:gd name="connsiteY737" fmla="*/ 2000250 h 3290454"/>
              <a:gd name="connsiteX738" fmla="*/ 3203864 w 4528704"/>
              <a:gd name="connsiteY738" fmla="*/ 2086841 h 3290454"/>
              <a:gd name="connsiteX739" fmla="*/ 3195205 w 4528704"/>
              <a:gd name="connsiteY739" fmla="*/ 2069523 h 3290454"/>
              <a:gd name="connsiteX740" fmla="*/ 3160569 w 4528704"/>
              <a:gd name="connsiteY740" fmla="*/ 2078182 h 3290454"/>
              <a:gd name="connsiteX741" fmla="*/ 3203864 w 4528704"/>
              <a:gd name="connsiteY741" fmla="*/ 2017568 h 3290454"/>
              <a:gd name="connsiteX742" fmla="*/ 3238500 w 4528704"/>
              <a:gd name="connsiteY742" fmla="*/ 2008909 h 3290454"/>
              <a:gd name="connsiteX743" fmla="*/ 3255819 w 4528704"/>
              <a:gd name="connsiteY743" fmla="*/ 2026227 h 3290454"/>
              <a:gd name="connsiteX744" fmla="*/ 3273137 w 4528704"/>
              <a:gd name="connsiteY744" fmla="*/ 2000250 h 3290454"/>
              <a:gd name="connsiteX745" fmla="*/ 3255819 w 4528704"/>
              <a:gd name="connsiteY745" fmla="*/ 1982932 h 3290454"/>
              <a:gd name="connsiteX746" fmla="*/ 3299114 w 4528704"/>
              <a:gd name="connsiteY746" fmla="*/ 1948296 h 3290454"/>
              <a:gd name="connsiteX747" fmla="*/ 3290455 w 4528704"/>
              <a:gd name="connsiteY747" fmla="*/ 1913659 h 3290454"/>
              <a:gd name="connsiteX748" fmla="*/ 3134591 w 4528704"/>
              <a:gd name="connsiteY748" fmla="*/ 2078182 h 3290454"/>
              <a:gd name="connsiteX749" fmla="*/ 3195205 w 4528704"/>
              <a:gd name="connsiteY749" fmla="*/ 2182091 h 3290454"/>
              <a:gd name="connsiteX750" fmla="*/ 3221182 w 4528704"/>
              <a:gd name="connsiteY750" fmla="*/ 2190750 h 3290454"/>
              <a:gd name="connsiteX751" fmla="*/ 3385705 w 4528704"/>
              <a:gd name="connsiteY751" fmla="*/ 2286000 h 3290454"/>
              <a:gd name="connsiteX752" fmla="*/ 3420341 w 4528704"/>
              <a:gd name="connsiteY752" fmla="*/ 2268682 h 3290454"/>
              <a:gd name="connsiteX753" fmla="*/ 3446319 w 4528704"/>
              <a:gd name="connsiteY753" fmla="*/ 2286000 h 3290454"/>
              <a:gd name="connsiteX754" fmla="*/ 3472296 w 4528704"/>
              <a:gd name="connsiteY754" fmla="*/ 2260023 h 3290454"/>
              <a:gd name="connsiteX755" fmla="*/ 3506932 w 4528704"/>
              <a:gd name="connsiteY755" fmla="*/ 2277341 h 3290454"/>
              <a:gd name="connsiteX756" fmla="*/ 3532909 w 4528704"/>
              <a:gd name="connsiteY756" fmla="*/ 2251364 h 3290454"/>
              <a:gd name="connsiteX757" fmla="*/ 3480955 w 4528704"/>
              <a:gd name="connsiteY757" fmla="*/ 2208068 h 3290454"/>
              <a:gd name="connsiteX758" fmla="*/ 3420341 w 4528704"/>
              <a:gd name="connsiteY758" fmla="*/ 2190750 h 3290454"/>
              <a:gd name="connsiteX759" fmla="*/ 3515591 w 4528704"/>
              <a:gd name="connsiteY759" fmla="*/ 2164773 h 3290454"/>
              <a:gd name="connsiteX760" fmla="*/ 3480955 w 4528704"/>
              <a:gd name="connsiteY760" fmla="*/ 2112818 h 3290454"/>
              <a:gd name="connsiteX761" fmla="*/ 3489614 w 4528704"/>
              <a:gd name="connsiteY761" fmla="*/ 2078182 h 3290454"/>
              <a:gd name="connsiteX762" fmla="*/ 3524250 w 4528704"/>
              <a:gd name="connsiteY762" fmla="*/ 2086841 h 3290454"/>
              <a:gd name="connsiteX763" fmla="*/ 3532909 w 4528704"/>
              <a:gd name="connsiteY763" fmla="*/ 2104159 h 3290454"/>
              <a:gd name="connsiteX764" fmla="*/ 3515591 w 4528704"/>
              <a:gd name="connsiteY764" fmla="*/ 2112818 h 3290454"/>
              <a:gd name="connsiteX765" fmla="*/ 3532909 w 4528704"/>
              <a:gd name="connsiteY765" fmla="*/ 2147455 h 3290454"/>
              <a:gd name="connsiteX766" fmla="*/ 3602182 w 4528704"/>
              <a:gd name="connsiteY766" fmla="*/ 2147455 h 3290454"/>
              <a:gd name="connsiteX767" fmla="*/ 3584864 w 4528704"/>
              <a:gd name="connsiteY767" fmla="*/ 2104159 h 3290454"/>
              <a:gd name="connsiteX768" fmla="*/ 3636819 w 4528704"/>
              <a:gd name="connsiteY768" fmla="*/ 2112818 h 3290454"/>
              <a:gd name="connsiteX769" fmla="*/ 3576205 w 4528704"/>
              <a:gd name="connsiteY769" fmla="*/ 2164773 h 3290454"/>
              <a:gd name="connsiteX770" fmla="*/ 3532909 w 4528704"/>
              <a:gd name="connsiteY770" fmla="*/ 2147455 h 3290454"/>
              <a:gd name="connsiteX771" fmla="*/ 3584864 w 4528704"/>
              <a:gd name="connsiteY771" fmla="*/ 2208068 h 3290454"/>
              <a:gd name="connsiteX772" fmla="*/ 3558887 w 4528704"/>
              <a:gd name="connsiteY772" fmla="*/ 2199409 h 3290454"/>
              <a:gd name="connsiteX773" fmla="*/ 3541569 w 4528704"/>
              <a:gd name="connsiteY773" fmla="*/ 2216727 h 3290454"/>
              <a:gd name="connsiteX774" fmla="*/ 3506932 w 4528704"/>
              <a:gd name="connsiteY774" fmla="*/ 2208068 h 3290454"/>
              <a:gd name="connsiteX775" fmla="*/ 3532909 w 4528704"/>
              <a:gd name="connsiteY775" fmla="*/ 2260023 h 3290454"/>
              <a:gd name="connsiteX776" fmla="*/ 3714750 w 4528704"/>
              <a:gd name="connsiteY776" fmla="*/ 2337955 h 3290454"/>
              <a:gd name="connsiteX777" fmla="*/ 3706091 w 4528704"/>
              <a:gd name="connsiteY777" fmla="*/ 2441864 h 3290454"/>
              <a:gd name="connsiteX778" fmla="*/ 3680114 w 4528704"/>
              <a:gd name="connsiteY778" fmla="*/ 2311977 h 3290454"/>
              <a:gd name="connsiteX779" fmla="*/ 3558887 w 4528704"/>
              <a:gd name="connsiteY779" fmla="*/ 2286000 h 3290454"/>
              <a:gd name="connsiteX780" fmla="*/ 3524250 w 4528704"/>
              <a:gd name="connsiteY780" fmla="*/ 2268682 h 3290454"/>
              <a:gd name="connsiteX781" fmla="*/ 3498273 w 4528704"/>
              <a:gd name="connsiteY781" fmla="*/ 2286000 h 3290454"/>
              <a:gd name="connsiteX782" fmla="*/ 3472296 w 4528704"/>
              <a:gd name="connsiteY782" fmla="*/ 2268682 h 3290454"/>
              <a:gd name="connsiteX783" fmla="*/ 3446319 w 4528704"/>
              <a:gd name="connsiteY783" fmla="*/ 2294659 h 3290454"/>
              <a:gd name="connsiteX784" fmla="*/ 3411682 w 4528704"/>
              <a:gd name="connsiteY784" fmla="*/ 2277341 h 3290454"/>
              <a:gd name="connsiteX785" fmla="*/ 3325091 w 4528704"/>
              <a:gd name="connsiteY785" fmla="*/ 2303318 h 3290454"/>
              <a:gd name="connsiteX786" fmla="*/ 3299114 w 4528704"/>
              <a:gd name="connsiteY786" fmla="*/ 2286000 h 3290454"/>
              <a:gd name="connsiteX787" fmla="*/ 3221182 w 4528704"/>
              <a:gd name="connsiteY787" fmla="*/ 2311977 h 3290454"/>
              <a:gd name="connsiteX788" fmla="*/ 3048000 w 4528704"/>
              <a:gd name="connsiteY788" fmla="*/ 2346614 h 3290454"/>
              <a:gd name="connsiteX789" fmla="*/ 3022023 w 4528704"/>
              <a:gd name="connsiteY789" fmla="*/ 2329296 h 3290454"/>
              <a:gd name="connsiteX790" fmla="*/ 2848841 w 4528704"/>
              <a:gd name="connsiteY790" fmla="*/ 2294659 h 3290454"/>
              <a:gd name="connsiteX791" fmla="*/ 2770909 w 4528704"/>
              <a:gd name="connsiteY791" fmla="*/ 2286000 h 3290454"/>
              <a:gd name="connsiteX792" fmla="*/ 2753591 w 4528704"/>
              <a:gd name="connsiteY792" fmla="*/ 2268682 h 3290454"/>
              <a:gd name="connsiteX793" fmla="*/ 2667000 w 4528704"/>
              <a:gd name="connsiteY793" fmla="*/ 2208068 h 3290454"/>
              <a:gd name="connsiteX794" fmla="*/ 2632364 w 4528704"/>
              <a:gd name="connsiteY794" fmla="*/ 2199409 h 3290454"/>
              <a:gd name="connsiteX795" fmla="*/ 2606387 w 4528704"/>
              <a:gd name="connsiteY795" fmla="*/ 2164773 h 3290454"/>
              <a:gd name="connsiteX796" fmla="*/ 2493818 w 4528704"/>
              <a:gd name="connsiteY796" fmla="*/ 2104159 h 3290454"/>
              <a:gd name="connsiteX797" fmla="*/ 2363932 w 4528704"/>
              <a:gd name="connsiteY797" fmla="*/ 2000250 h 3290454"/>
              <a:gd name="connsiteX798" fmla="*/ 2294659 w 4528704"/>
              <a:gd name="connsiteY798" fmla="*/ 1939636 h 3290454"/>
              <a:gd name="connsiteX799" fmla="*/ 2190750 w 4528704"/>
              <a:gd name="connsiteY799" fmla="*/ 1896341 h 3290454"/>
              <a:gd name="connsiteX800" fmla="*/ 1974273 w 4528704"/>
              <a:gd name="connsiteY800" fmla="*/ 1844386 h 3290454"/>
              <a:gd name="connsiteX801" fmla="*/ 1948296 w 4528704"/>
              <a:gd name="connsiteY801" fmla="*/ 1861705 h 3290454"/>
              <a:gd name="connsiteX802" fmla="*/ 1922318 w 4528704"/>
              <a:gd name="connsiteY802" fmla="*/ 1835727 h 3290454"/>
              <a:gd name="connsiteX803" fmla="*/ 1887682 w 4528704"/>
              <a:gd name="connsiteY803" fmla="*/ 1861705 h 3290454"/>
              <a:gd name="connsiteX804" fmla="*/ 1887682 w 4528704"/>
              <a:gd name="connsiteY804" fmla="*/ 1913659 h 3290454"/>
              <a:gd name="connsiteX805" fmla="*/ 1930977 w 4528704"/>
              <a:gd name="connsiteY805" fmla="*/ 1913659 h 3290454"/>
              <a:gd name="connsiteX806" fmla="*/ 1913659 w 4528704"/>
              <a:gd name="connsiteY806" fmla="*/ 1896341 h 3290454"/>
              <a:gd name="connsiteX807" fmla="*/ 1956955 w 4528704"/>
              <a:gd name="connsiteY807" fmla="*/ 1887682 h 3290454"/>
              <a:gd name="connsiteX808" fmla="*/ 2052205 w 4528704"/>
              <a:gd name="connsiteY808" fmla="*/ 1974273 h 3290454"/>
              <a:gd name="connsiteX809" fmla="*/ 2147455 w 4528704"/>
              <a:gd name="connsiteY809" fmla="*/ 1922318 h 3290454"/>
              <a:gd name="connsiteX810" fmla="*/ 2173432 w 4528704"/>
              <a:gd name="connsiteY810" fmla="*/ 1956955 h 3290454"/>
              <a:gd name="connsiteX811" fmla="*/ 2208068 w 4528704"/>
              <a:gd name="connsiteY811" fmla="*/ 1965614 h 3290454"/>
              <a:gd name="connsiteX812" fmla="*/ 2208068 w 4528704"/>
              <a:gd name="connsiteY812" fmla="*/ 1991591 h 3290454"/>
              <a:gd name="connsiteX813" fmla="*/ 2190750 w 4528704"/>
              <a:gd name="connsiteY813" fmla="*/ 2000250 h 3290454"/>
              <a:gd name="connsiteX814" fmla="*/ 2156114 w 4528704"/>
              <a:gd name="connsiteY814" fmla="*/ 1982932 h 3290454"/>
              <a:gd name="connsiteX815" fmla="*/ 2147455 w 4528704"/>
              <a:gd name="connsiteY815" fmla="*/ 2043546 h 3290454"/>
              <a:gd name="connsiteX816" fmla="*/ 2104159 w 4528704"/>
              <a:gd name="connsiteY816" fmla="*/ 2043546 h 3290454"/>
              <a:gd name="connsiteX817" fmla="*/ 2121478 w 4528704"/>
              <a:gd name="connsiteY817" fmla="*/ 2069523 h 3290454"/>
              <a:gd name="connsiteX818" fmla="*/ 2086841 w 4528704"/>
              <a:gd name="connsiteY818" fmla="*/ 2086841 h 3290454"/>
              <a:gd name="connsiteX819" fmla="*/ 2112818 w 4528704"/>
              <a:gd name="connsiteY819" fmla="*/ 2104159 h 3290454"/>
              <a:gd name="connsiteX820" fmla="*/ 2164773 w 4528704"/>
              <a:gd name="connsiteY820" fmla="*/ 2052205 h 3290454"/>
              <a:gd name="connsiteX821" fmla="*/ 2234046 w 4528704"/>
              <a:gd name="connsiteY821" fmla="*/ 2078182 h 3290454"/>
              <a:gd name="connsiteX822" fmla="*/ 2268682 w 4528704"/>
              <a:gd name="connsiteY822" fmla="*/ 2034886 h 3290454"/>
              <a:gd name="connsiteX823" fmla="*/ 2303318 w 4528704"/>
              <a:gd name="connsiteY823" fmla="*/ 2095500 h 3290454"/>
              <a:gd name="connsiteX824" fmla="*/ 2329296 w 4528704"/>
              <a:gd name="connsiteY824" fmla="*/ 2078182 h 3290454"/>
              <a:gd name="connsiteX825" fmla="*/ 2389909 w 4528704"/>
              <a:gd name="connsiteY825" fmla="*/ 2104159 h 3290454"/>
              <a:gd name="connsiteX826" fmla="*/ 2311978 w 4528704"/>
              <a:gd name="connsiteY826" fmla="*/ 2147455 h 3290454"/>
              <a:gd name="connsiteX827" fmla="*/ 2286000 w 4528704"/>
              <a:gd name="connsiteY827" fmla="*/ 2121477 h 3290454"/>
              <a:gd name="connsiteX828" fmla="*/ 2268682 w 4528704"/>
              <a:gd name="connsiteY828" fmla="*/ 2138796 h 3290454"/>
              <a:gd name="connsiteX829" fmla="*/ 2242705 w 4528704"/>
              <a:gd name="connsiteY829" fmla="*/ 2078182 h 3290454"/>
              <a:gd name="connsiteX830" fmla="*/ 2121478 w 4528704"/>
              <a:gd name="connsiteY830" fmla="*/ 2130136 h 3290454"/>
              <a:gd name="connsiteX831" fmla="*/ 2078182 w 4528704"/>
              <a:gd name="connsiteY831" fmla="*/ 2130136 h 3290454"/>
              <a:gd name="connsiteX832" fmla="*/ 2069523 w 4528704"/>
              <a:gd name="connsiteY832" fmla="*/ 2095500 h 3290454"/>
              <a:gd name="connsiteX833" fmla="*/ 2086841 w 4528704"/>
              <a:gd name="connsiteY833" fmla="*/ 2078182 h 3290454"/>
              <a:gd name="connsiteX834" fmla="*/ 2017568 w 4528704"/>
              <a:gd name="connsiteY834" fmla="*/ 2026227 h 3290454"/>
              <a:gd name="connsiteX835" fmla="*/ 2086841 w 4528704"/>
              <a:gd name="connsiteY835" fmla="*/ 2008909 h 3290454"/>
              <a:gd name="connsiteX836" fmla="*/ 2052205 w 4528704"/>
              <a:gd name="connsiteY836" fmla="*/ 1991591 h 3290454"/>
              <a:gd name="connsiteX837" fmla="*/ 1982932 w 4528704"/>
              <a:gd name="connsiteY837" fmla="*/ 2017568 h 3290454"/>
              <a:gd name="connsiteX838" fmla="*/ 1922318 w 4528704"/>
              <a:gd name="connsiteY838" fmla="*/ 1991591 h 3290454"/>
              <a:gd name="connsiteX839" fmla="*/ 2000250 w 4528704"/>
              <a:gd name="connsiteY839" fmla="*/ 2034886 h 3290454"/>
              <a:gd name="connsiteX840" fmla="*/ 2017568 w 4528704"/>
              <a:gd name="connsiteY840" fmla="*/ 2052205 h 3290454"/>
              <a:gd name="connsiteX841" fmla="*/ 2052205 w 4528704"/>
              <a:gd name="connsiteY841" fmla="*/ 2138796 h 3290454"/>
              <a:gd name="connsiteX842" fmla="*/ 2095500 w 4528704"/>
              <a:gd name="connsiteY842" fmla="*/ 2156114 h 3290454"/>
              <a:gd name="connsiteX843" fmla="*/ 2242705 w 4528704"/>
              <a:gd name="connsiteY843" fmla="*/ 2121477 h 3290454"/>
              <a:gd name="connsiteX844" fmla="*/ 2329296 w 4528704"/>
              <a:gd name="connsiteY844" fmla="*/ 2216727 h 3290454"/>
              <a:gd name="connsiteX845" fmla="*/ 2337955 w 4528704"/>
              <a:gd name="connsiteY845" fmla="*/ 2182091 h 3290454"/>
              <a:gd name="connsiteX846" fmla="*/ 2320637 w 4528704"/>
              <a:gd name="connsiteY846" fmla="*/ 2164773 h 3290454"/>
              <a:gd name="connsiteX847" fmla="*/ 2381250 w 4528704"/>
              <a:gd name="connsiteY847" fmla="*/ 2138796 h 3290454"/>
              <a:gd name="connsiteX848" fmla="*/ 2407228 w 4528704"/>
              <a:gd name="connsiteY848" fmla="*/ 2173432 h 3290454"/>
              <a:gd name="connsiteX849" fmla="*/ 2433205 w 4528704"/>
              <a:gd name="connsiteY849" fmla="*/ 2147455 h 3290454"/>
              <a:gd name="connsiteX850" fmla="*/ 2476500 w 4528704"/>
              <a:gd name="connsiteY850" fmla="*/ 2190750 h 3290454"/>
              <a:gd name="connsiteX851" fmla="*/ 2424546 w 4528704"/>
              <a:gd name="connsiteY851" fmla="*/ 2216727 h 3290454"/>
              <a:gd name="connsiteX852" fmla="*/ 2450523 w 4528704"/>
              <a:gd name="connsiteY852" fmla="*/ 2225386 h 3290454"/>
              <a:gd name="connsiteX853" fmla="*/ 2493818 w 4528704"/>
              <a:gd name="connsiteY853" fmla="*/ 2208068 h 3290454"/>
              <a:gd name="connsiteX854" fmla="*/ 2502478 w 4528704"/>
              <a:gd name="connsiteY854" fmla="*/ 2286000 h 3290454"/>
              <a:gd name="connsiteX855" fmla="*/ 2476500 w 4528704"/>
              <a:gd name="connsiteY855" fmla="*/ 2216727 h 3290454"/>
              <a:gd name="connsiteX856" fmla="*/ 2459182 w 4528704"/>
              <a:gd name="connsiteY856" fmla="*/ 2234046 h 3290454"/>
              <a:gd name="connsiteX857" fmla="*/ 2519796 w 4528704"/>
              <a:gd name="connsiteY857" fmla="*/ 2311977 h 3290454"/>
              <a:gd name="connsiteX858" fmla="*/ 2485159 w 4528704"/>
              <a:gd name="connsiteY858" fmla="*/ 2337955 h 3290454"/>
              <a:gd name="connsiteX859" fmla="*/ 2511137 w 4528704"/>
              <a:gd name="connsiteY859" fmla="*/ 2355273 h 3290454"/>
              <a:gd name="connsiteX860" fmla="*/ 2545773 w 4528704"/>
              <a:gd name="connsiteY860" fmla="*/ 2311977 h 3290454"/>
              <a:gd name="connsiteX861" fmla="*/ 2528455 w 4528704"/>
              <a:gd name="connsiteY861" fmla="*/ 2268682 h 3290454"/>
              <a:gd name="connsiteX862" fmla="*/ 2545773 w 4528704"/>
              <a:gd name="connsiteY862" fmla="*/ 2225386 h 3290454"/>
              <a:gd name="connsiteX863" fmla="*/ 2597728 w 4528704"/>
              <a:gd name="connsiteY863" fmla="*/ 2260023 h 3290454"/>
              <a:gd name="connsiteX864" fmla="*/ 2571750 w 4528704"/>
              <a:gd name="connsiteY864" fmla="*/ 2286000 h 3290454"/>
              <a:gd name="connsiteX865" fmla="*/ 2589068 w 4528704"/>
              <a:gd name="connsiteY865" fmla="*/ 2303318 h 3290454"/>
              <a:gd name="connsiteX866" fmla="*/ 2563091 w 4528704"/>
              <a:gd name="connsiteY866" fmla="*/ 2329296 h 3290454"/>
              <a:gd name="connsiteX867" fmla="*/ 2571750 w 4528704"/>
              <a:gd name="connsiteY867" fmla="*/ 2363932 h 3290454"/>
              <a:gd name="connsiteX868" fmla="*/ 2632364 w 4528704"/>
              <a:gd name="connsiteY868" fmla="*/ 2294659 h 3290454"/>
              <a:gd name="connsiteX869" fmla="*/ 2675659 w 4528704"/>
              <a:gd name="connsiteY869" fmla="*/ 2363932 h 3290454"/>
              <a:gd name="connsiteX870" fmla="*/ 2632364 w 4528704"/>
              <a:gd name="connsiteY870" fmla="*/ 2476500 h 3290454"/>
              <a:gd name="connsiteX871" fmla="*/ 2667000 w 4528704"/>
              <a:gd name="connsiteY871" fmla="*/ 2407227 h 3290454"/>
              <a:gd name="connsiteX872" fmla="*/ 2684318 w 4528704"/>
              <a:gd name="connsiteY872" fmla="*/ 2398568 h 3290454"/>
              <a:gd name="connsiteX873" fmla="*/ 2701637 w 4528704"/>
              <a:gd name="connsiteY873" fmla="*/ 2415886 h 3290454"/>
              <a:gd name="connsiteX874" fmla="*/ 2718955 w 4528704"/>
              <a:gd name="connsiteY874" fmla="*/ 2372591 h 3290454"/>
              <a:gd name="connsiteX875" fmla="*/ 2744932 w 4528704"/>
              <a:gd name="connsiteY875" fmla="*/ 2372591 h 3290454"/>
              <a:gd name="connsiteX876" fmla="*/ 2753591 w 4528704"/>
              <a:gd name="connsiteY876" fmla="*/ 2415886 h 3290454"/>
              <a:gd name="connsiteX877" fmla="*/ 2779568 w 4528704"/>
              <a:gd name="connsiteY877" fmla="*/ 2372591 h 3290454"/>
              <a:gd name="connsiteX878" fmla="*/ 2796887 w 4528704"/>
              <a:gd name="connsiteY878" fmla="*/ 2407227 h 3290454"/>
              <a:gd name="connsiteX879" fmla="*/ 2814205 w 4528704"/>
              <a:gd name="connsiteY879" fmla="*/ 2363932 h 3290454"/>
              <a:gd name="connsiteX880" fmla="*/ 2840182 w 4528704"/>
              <a:gd name="connsiteY880" fmla="*/ 2355273 h 3290454"/>
              <a:gd name="connsiteX881" fmla="*/ 2909455 w 4528704"/>
              <a:gd name="connsiteY881" fmla="*/ 2381250 h 3290454"/>
              <a:gd name="connsiteX882" fmla="*/ 2883478 w 4528704"/>
              <a:gd name="connsiteY882" fmla="*/ 2407227 h 3290454"/>
              <a:gd name="connsiteX883" fmla="*/ 2892137 w 4528704"/>
              <a:gd name="connsiteY883" fmla="*/ 2433205 h 3290454"/>
              <a:gd name="connsiteX884" fmla="*/ 2944091 w 4528704"/>
              <a:gd name="connsiteY884" fmla="*/ 2372591 h 3290454"/>
              <a:gd name="connsiteX885" fmla="*/ 2987387 w 4528704"/>
              <a:gd name="connsiteY885" fmla="*/ 2389909 h 3290454"/>
              <a:gd name="connsiteX886" fmla="*/ 2970069 w 4528704"/>
              <a:gd name="connsiteY886" fmla="*/ 2415886 h 3290454"/>
              <a:gd name="connsiteX887" fmla="*/ 3022023 w 4528704"/>
              <a:gd name="connsiteY887" fmla="*/ 2415886 h 3290454"/>
              <a:gd name="connsiteX888" fmla="*/ 3004705 w 4528704"/>
              <a:gd name="connsiteY888" fmla="*/ 2407227 h 3290454"/>
              <a:gd name="connsiteX889" fmla="*/ 3013364 w 4528704"/>
              <a:gd name="connsiteY889" fmla="*/ 2372591 h 3290454"/>
              <a:gd name="connsiteX890" fmla="*/ 3056659 w 4528704"/>
              <a:gd name="connsiteY890" fmla="*/ 2407227 h 3290454"/>
              <a:gd name="connsiteX891" fmla="*/ 3125932 w 4528704"/>
              <a:gd name="connsiteY891" fmla="*/ 2355273 h 3290454"/>
              <a:gd name="connsiteX892" fmla="*/ 3186546 w 4528704"/>
              <a:gd name="connsiteY892" fmla="*/ 2389909 h 3290454"/>
              <a:gd name="connsiteX893" fmla="*/ 3160569 w 4528704"/>
              <a:gd name="connsiteY893" fmla="*/ 2433205 h 3290454"/>
              <a:gd name="connsiteX894" fmla="*/ 3091296 w 4528704"/>
              <a:gd name="connsiteY894" fmla="*/ 2415886 h 3290454"/>
              <a:gd name="connsiteX895" fmla="*/ 3030682 w 4528704"/>
              <a:gd name="connsiteY895" fmla="*/ 2424546 h 3290454"/>
              <a:gd name="connsiteX896" fmla="*/ 3013364 w 4528704"/>
              <a:gd name="connsiteY896" fmla="*/ 2433205 h 3290454"/>
              <a:gd name="connsiteX897" fmla="*/ 3048000 w 4528704"/>
              <a:gd name="connsiteY897" fmla="*/ 2441864 h 3290454"/>
              <a:gd name="connsiteX898" fmla="*/ 3056659 w 4528704"/>
              <a:gd name="connsiteY898" fmla="*/ 2459182 h 3290454"/>
              <a:gd name="connsiteX899" fmla="*/ 3022023 w 4528704"/>
              <a:gd name="connsiteY899" fmla="*/ 2502477 h 3290454"/>
              <a:gd name="connsiteX900" fmla="*/ 3030682 w 4528704"/>
              <a:gd name="connsiteY900" fmla="*/ 2459182 h 3290454"/>
              <a:gd name="connsiteX901" fmla="*/ 2987387 w 4528704"/>
              <a:gd name="connsiteY901" fmla="*/ 2519796 h 3290454"/>
              <a:gd name="connsiteX902" fmla="*/ 3039341 w 4528704"/>
              <a:gd name="connsiteY902" fmla="*/ 2519796 h 3290454"/>
              <a:gd name="connsiteX903" fmla="*/ 3091296 w 4528704"/>
              <a:gd name="connsiteY903" fmla="*/ 2441864 h 3290454"/>
              <a:gd name="connsiteX904" fmla="*/ 3221182 w 4528704"/>
              <a:gd name="connsiteY904" fmla="*/ 2502477 h 3290454"/>
              <a:gd name="connsiteX905" fmla="*/ 3238500 w 4528704"/>
              <a:gd name="connsiteY905" fmla="*/ 2424546 h 3290454"/>
              <a:gd name="connsiteX906" fmla="*/ 3316432 w 4528704"/>
              <a:gd name="connsiteY906" fmla="*/ 2493818 h 3290454"/>
              <a:gd name="connsiteX907" fmla="*/ 3377046 w 4528704"/>
              <a:gd name="connsiteY907" fmla="*/ 2528455 h 3290454"/>
              <a:gd name="connsiteX908" fmla="*/ 3351069 w 4528704"/>
              <a:gd name="connsiteY908" fmla="*/ 2537114 h 3290454"/>
              <a:gd name="connsiteX909" fmla="*/ 3368387 w 4528704"/>
              <a:gd name="connsiteY909" fmla="*/ 2554432 h 3290454"/>
              <a:gd name="connsiteX910" fmla="*/ 3325091 w 4528704"/>
              <a:gd name="connsiteY910" fmla="*/ 2519796 h 3290454"/>
              <a:gd name="connsiteX911" fmla="*/ 3316432 w 4528704"/>
              <a:gd name="connsiteY911" fmla="*/ 2537114 h 3290454"/>
              <a:gd name="connsiteX912" fmla="*/ 3333750 w 4528704"/>
              <a:gd name="connsiteY912" fmla="*/ 2571750 h 3290454"/>
              <a:gd name="connsiteX913" fmla="*/ 3134591 w 4528704"/>
              <a:gd name="connsiteY913" fmla="*/ 2467841 h 3290454"/>
              <a:gd name="connsiteX914" fmla="*/ 3134591 w 4528704"/>
              <a:gd name="connsiteY914" fmla="*/ 2485159 h 3290454"/>
              <a:gd name="connsiteX915" fmla="*/ 3091296 w 4528704"/>
              <a:gd name="connsiteY915" fmla="*/ 2476500 h 3290454"/>
              <a:gd name="connsiteX916" fmla="*/ 3238500 w 4528704"/>
              <a:gd name="connsiteY916" fmla="*/ 2580409 h 3290454"/>
              <a:gd name="connsiteX917" fmla="*/ 3221182 w 4528704"/>
              <a:gd name="connsiteY917" fmla="*/ 2597727 h 3290454"/>
              <a:gd name="connsiteX918" fmla="*/ 3255819 w 4528704"/>
              <a:gd name="connsiteY918" fmla="*/ 2632364 h 3290454"/>
              <a:gd name="connsiteX919" fmla="*/ 3212523 w 4528704"/>
              <a:gd name="connsiteY919" fmla="*/ 2571750 h 3290454"/>
              <a:gd name="connsiteX920" fmla="*/ 3117273 w 4528704"/>
              <a:gd name="connsiteY920" fmla="*/ 2528455 h 3290454"/>
              <a:gd name="connsiteX921" fmla="*/ 3151909 w 4528704"/>
              <a:gd name="connsiteY921" fmla="*/ 2563091 h 3290454"/>
              <a:gd name="connsiteX922" fmla="*/ 3091296 w 4528704"/>
              <a:gd name="connsiteY922" fmla="*/ 2537114 h 3290454"/>
              <a:gd name="connsiteX923" fmla="*/ 3082637 w 4528704"/>
              <a:gd name="connsiteY923" fmla="*/ 2580409 h 3290454"/>
              <a:gd name="connsiteX924" fmla="*/ 3039341 w 4528704"/>
              <a:gd name="connsiteY924" fmla="*/ 2580409 h 3290454"/>
              <a:gd name="connsiteX925" fmla="*/ 3082637 w 4528704"/>
              <a:gd name="connsiteY925" fmla="*/ 2632364 h 3290454"/>
              <a:gd name="connsiteX926" fmla="*/ 3030682 w 4528704"/>
              <a:gd name="connsiteY926" fmla="*/ 2597727 h 3290454"/>
              <a:gd name="connsiteX927" fmla="*/ 2987387 w 4528704"/>
              <a:gd name="connsiteY927" fmla="*/ 2597727 h 3290454"/>
              <a:gd name="connsiteX928" fmla="*/ 2978728 w 4528704"/>
              <a:gd name="connsiteY928" fmla="*/ 2623705 h 3290454"/>
              <a:gd name="connsiteX929" fmla="*/ 3004705 w 4528704"/>
              <a:gd name="connsiteY929" fmla="*/ 2649682 h 3290454"/>
              <a:gd name="connsiteX930" fmla="*/ 2857500 w 4528704"/>
              <a:gd name="connsiteY930" fmla="*/ 2615046 h 3290454"/>
              <a:gd name="connsiteX931" fmla="*/ 2840182 w 4528704"/>
              <a:gd name="connsiteY931" fmla="*/ 2589068 h 3290454"/>
              <a:gd name="connsiteX932" fmla="*/ 2822864 w 4528704"/>
              <a:gd name="connsiteY932" fmla="*/ 2615046 h 3290454"/>
              <a:gd name="connsiteX933" fmla="*/ 2753591 w 4528704"/>
              <a:gd name="connsiteY933" fmla="*/ 2597727 h 3290454"/>
              <a:gd name="connsiteX934" fmla="*/ 2753591 w 4528704"/>
              <a:gd name="connsiteY934" fmla="*/ 2545773 h 3290454"/>
              <a:gd name="connsiteX935" fmla="*/ 2718955 w 4528704"/>
              <a:gd name="connsiteY935" fmla="*/ 2563091 h 3290454"/>
              <a:gd name="connsiteX936" fmla="*/ 2718955 w 4528704"/>
              <a:gd name="connsiteY936" fmla="*/ 2537114 h 3290454"/>
              <a:gd name="connsiteX937" fmla="*/ 2744932 w 4528704"/>
              <a:gd name="connsiteY937" fmla="*/ 2519796 h 3290454"/>
              <a:gd name="connsiteX938" fmla="*/ 2744932 w 4528704"/>
              <a:gd name="connsiteY938" fmla="*/ 2493818 h 3290454"/>
              <a:gd name="connsiteX939" fmla="*/ 2718955 w 4528704"/>
              <a:gd name="connsiteY939" fmla="*/ 2485159 h 3290454"/>
              <a:gd name="connsiteX940" fmla="*/ 2692978 w 4528704"/>
              <a:gd name="connsiteY940" fmla="*/ 2528455 h 3290454"/>
              <a:gd name="connsiteX941" fmla="*/ 2667000 w 4528704"/>
              <a:gd name="connsiteY941" fmla="*/ 2493818 h 3290454"/>
              <a:gd name="connsiteX942" fmla="*/ 2623705 w 4528704"/>
              <a:gd name="connsiteY942" fmla="*/ 2467841 h 3290454"/>
              <a:gd name="connsiteX943" fmla="*/ 2597728 w 4528704"/>
              <a:gd name="connsiteY943" fmla="*/ 2476500 h 3290454"/>
              <a:gd name="connsiteX944" fmla="*/ 2701637 w 4528704"/>
              <a:gd name="connsiteY944" fmla="*/ 2597727 h 3290454"/>
              <a:gd name="connsiteX945" fmla="*/ 2796887 w 4528704"/>
              <a:gd name="connsiteY945" fmla="*/ 2623705 h 3290454"/>
              <a:gd name="connsiteX946" fmla="*/ 2883478 w 4528704"/>
              <a:gd name="connsiteY946" fmla="*/ 2701636 h 3290454"/>
              <a:gd name="connsiteX947" fmla="*/ 2623705 w 4528704"/>
              <a:gd name="connsiteY947" fmla="*/ 2545773 h 3290454"/>
              <a:gd name="connsiteX948" fmla="*/ 2615046 w 4528704"/>
              <a:gd name="connsiteY948" fmla="*/ 2545773 h 3290454"/>
              <a:gd name="connsiteX949" fmla="*/ 2675659 w 4528704"/>
              <a:gd name="connsiteY949" fmla="*/ 2641023 h 3290454"/>
              <a:gd name="connsiteX950" fmla="*/ 2545773 w 4528704"/>
              <a:gd name="connsiteY950" fmla="*/ 2554432 h 3290454"/>
              <a:gd name="connsiteX951" fmla="*/ 2363932 w 4528704"/>
              <a:gd name="connsiteY951" fmla="*/ 2398568 h 3290454"/>
              <a:gd name="connsiteX952" fmla="*/ 2528455 w 4528704"/>
              <a:gd name="connsiteY952" fmla="*/ 2589068 h 3290454"/>
              <a:gd name="connsiteX953" fmla="*/ 2225387 w 4528704"/>
              <a:gd name="connsiteY953" fmla="*/ 2311977 h 3290454"/>
              <a:gd name="connsiteX954" fmla="*/ 2251364 w 4528704"/>
              <a:gd name="connsiteY954" fmla="*/ 2277341 h 3290454"/>
              <a:gd name="connsiteX955" fmla="*/ 2286000 w 4528704"/>
              <a:gd name="connsiteY955" fmla="*/ 2294659 h 3290454"/>
              <a:gd name="connsiteX956" fmla="*/ 2303318 w 4528704"/>
              <a:gd name="connsiteY956" fmla="*/ 2286000 h 3290454"/>
              <a:gd name="connsiteX957" fmla="*/ 2199409 w 4528704"/>
              <a:gd name="connsiteY957" fmla="*/ 2216727 h 3290454"/>
              <a:gd name="connsiteX958" fmla="*/ 2234046 w 4528704"/>
              <a:gd name="connsiteY958" fmla="*/ 2234046 h 3290454"/>
              <a:gd name="connsiteX959" fmla="*/ 2242705 w 4528704"/>
              <a:gd name="connsiteY959" fmla="*/ 2216727 h 3290454"/>
              <a:gd name="connsiteX960" fmla="*/ 2199409 w 4528704"/>
              <a:gd name="connsiteY960" fmla="*/ 2164773 h 3290454"/>
              <a:gd name="connsiteX961" fmla="*/ 2164773 w 4528704"/>
              <a:gd name="connsiteY961" fmla="*/ 2164773 h 3290454"/>
              <a:gd name="connsiteX962" fmla="*/ 2164773 w 4528704"/>
              <a:gd name="connsiteY962" fmla="*/ 2225386 h 3290454"/>
              <a:gd name="connsiteX963" fmla="*/ 2138796 w 4528704"/>
              <a:gd name="connsiteY963" fmla="*/ 2234046 h 3290454"/>
              <a:gd name="connsiteX964" fmla="*/ 2078182 w 4528704"/>
              <a:gd name="connsiteY964" fmla="*/ 2190750 h 3290454"/>
              <a:gd name="connsiteX965" fmla="*/ 2052205 w 4528704"/>
              <a:gd name="connsiteY965" fmla="*/ 2199409 h 3290454"/>
              <a:gd name="connsiteX966" fmla="*/ 2164773 w 4528704"/>
              <a:gd name="connsiteY966" fmla="*/ 2303318 h 3290454"/>
              <a:gd name="connsiteX967" fmla="*/ 2164773 w 4528704"/>
              <a:gd name="connsiteY967" fmla="*/ 2329296 h 3290454"/>
              <a:gd name="connsiteX968" fmla="*/ 2000250 w 4528704"/>
              <a:gd name="connsiteY968" fmla="*/ 2190750 h 3290454"/>
              <a:gd name="connsiteX969" fmla="*/ 1965614 w 4528704"/>
              <a:gd name="connsiteY969" fmla="*/ 2216727 h 3290454"/>
              <a:gd name="connsiteX970" fmla="*/ 2000250 w 4528704"/>
              <a:gd name="connsiteY970" fmla="*/ 2277341 h 3290454"/>
              <a:gd name="connsiteX971" fmla="*/ 1974273 w 4528704"/>
              <a:gd name="connsiteY971" fmla="*/ 2286000 h 3290454"/>
              <a:gd name="connsiteX972" fmla="*/ 1827068 w 4528704"/>
              <a:gd name="connsiteY972" fmla="*/ 2190750 h 3290454"/>
              <a:gd name="connsiteX973" fmla="*/ 1792432 w 4528704"/>
              <a:gd name="connsiteY973" fmla="*/ 2199409 h 3290454"/>
              <a:gd name="connsiteX974" fmla="*/ 1956955 w 4528704"/>
              <a:gd name="connsiteY974" fmla="*/ 2389909 h 3290454"/>
              <a:gd name="connsiteX975" fmla="*/ 2095500 w 4528704"/>
              <a:gd name="connsiteY975" fmla="*/ 2433205 h 3290454"/>
              <a:gd name="connsiteX976" fmla="*/ 2407228 w 4528704"/>
              <a:gd name="connsiteY976" fmla="*/ 2692977 h 3290454"/>
              <a:gd name="connsiteX977" fmla="*/ 2008909 w 4528704"/>
              <a:gd name="connsiteY977" fmla="*/ 2398568 h 3290454"/>
              <a:gd name="connsiteX978" fmla="*/ 1974273 w 4528704"/>
              <a:gd name="connsiteY978" fmla="*/ 2407227 h 3290454"/>
              <a:gd name="connsiteX979" fmla="*/ 2034887 w 4528704"/>
              <a:gd name="connsiteY979" fmla="*/ 2511136 h 3290454"/>
              <a:gd name="connsiteX980" fmla="*/ 2138796 w 4528704"/>
              <a:gd name="connsiteY980" fmla="*/ 2597727 h 3290454"/>
              <a:gd name="connsiteX981" fmla="*/ 1982932 w 4528704"/>
              <a:gd name="connsiteY981" fmla="*/ 2459182 h 3290454"/>
              <a:gd name="connsiteX982" fmla="*/ 1827068 w 4528704"/>
              <a:gd name="connsiteY982" fmla="*/ 2303318 h 3290454"/>
              <a:gd name="connsiteX983" fmla="*/ 1749137 w 4528704"/>
              <a:gd name="connsiteY983" fmla="*/ 2216727 h 3290454"/>
              <a:gd name="connsiteX984" fmla="*/ 1567296 w 4528704"/>
              <a:gd name="connsiteY984" fmla="*/ 2147455 h 3290454"/>
              <a:gd name="connsiteX985" fmla="*/ 1549977 w 4528704"/>
              <a:gd name="connsiteY985" fmla="*/ 2173432 h 3290454"/>
              <a:gd name="connsiteX986" fmla="*/ 1653887 w 4528704"/>
              <a:gd name="connsiteY986" fmla="*/ 2303318 h 3290454"/>
              <a:gd name="connsiteX987" fmla="*/ 1506682 w 4528704"/>
              <a:gd name="connsiteY987" fmla="*/ 2182091 h 3290454"/>
              <a:gd name="connsiteX988" fmla="*/ 1489364 w 4528704"/>
              <a:gd name="connsiteY988" fmla="*/ 2190750 h 3290454"/>
              <a:gd name="connsiteX989" fmla="*/ 1558637 w 4528704"/>
              <a:gd name="connsiteY989" fmla="*/ 2303318 h 3290454"/>
              <a:gd name="connsiteX990" fmla="*/ 1653887 w 4528704"/>
              <a:gd name="connsiteY990" fmla="*/ 2450523 h 3290454"/>
              <a:gd name="connsiteX991" fmla="*/ 1567296 w 4528704"/>
              <a:gd name="connsiteY991" fmla="*/ 2381250 h 3290454"/>
              <a:gd name="connsiteX992" fmla="*/ 1489364 w 4528704"/>
              <a:gd name="connsiteY992" fmla="*/ 2294659 h 3290454"/>
              <a:gd name="connsiteX993" fmla="*/ 1480705 w 4528704"/>
              <a:gd name="connsiteY993" fmla="*/ 2355273 h 3290454"/>
              <a:gd name="connsiteX994" fmla="*/ 1446068 w 4528704"/>
              <a:gd name="connsiteY994" fmla="*/ 2329296 h 3290454"/>
              <a:gd name="connsiteX995" fmla="*/ 1428750 w 4528704"/>
              <a:gd name="connsiteY995" fmla="*/ 2346614 h 3290454"/>
              <a:gd name="connsiteX996" fmla="*/ 1333500 w 4528704"/>
              <a:gd name="connsiteY996" fmla="*/ 2311977 h 3290454"/>
              <a:gd name="connsiteX997" fmla="*/ 1385455 w 4528704"/>
              <a:gd name="connsiteY997" fmla="*/ 2173432 h 3290454"/>
              <a:gd name="connsiteX998" fmla="*/ 1385455 w 4528704"/>
              <a:gd name="connsiteY998" fmla="*/ 2164773 h 3290454"/>
              <a:gd name="connsiteX999" fmla="*/ 1238250 w 4528704"/>
              <a:gd name="connsiteY999" fmla="*/ 2303318 h 3290454"/>
              <a:gd name="connsiteX1000" fmla="*/ 1316182 w 4528704"/>
              <a:gd name="connsiteY1000" fmla="*/ 2363932 h 3290454"/>
              <a:gd name="connsiteX1001" fmla="*/ 1368137 w 4528704"/>
              <a:gd name="connsiteY1001" fmla="*/ 2372591 h 3290454"/>
              <a:gd name="connsiteX1002" fmla="*/ 1420091 w 4528704"/>
              <a:gd name="connsiteY1002" fmla="*/ 2415886 h 3290454"/>
              <a:gd name="connsiteX1003" fmla="*/ 1446068 w 4528704"/>
              <a:gd name="connsiteY1003" fmla="*/ 2398568 h 3290454"/>
              <a:gd name="connsiteX1004" fmla="*/ 1524000 w 4528704"/>
              <a:gd name="connsiteY1004" fmla="*/ 2433205 h 3290454"/>
              <a:gd name="connsiteX1005" fmla="*/ 1627909 w 4528704"/>
              <a:gd name="connsiteY1005" fmla="*/ 2485159 h 3290454"/>
              <a:gd name="connsiteX1006" fmla="*/ 1662546 w 4528704"/>
              <a:gd name="connsiteY1006" fmla="*/ 2493818 h 3290454"/>
              <a:gd name="connsiteX1007" fmla="*/ 1714500 w 4528704"/>
              <a:gd name="connsiteY1007" fmla="*/ 2606386 h 3290454"/>
              <a:gd name="connsiteX1008" fmla="*/ 1679864 w 4528704"/>
              <a:gd name="connsiteY1008" fmla="*/ 2701636 h 3290454"/>
              <a:gd name="connsiteX1009" fmla="*/ 1653887 w 4528704"/>
              <a:gd name="connsiteY1009" fmla="*/ 2770909 h 3290454"/>
              <a:gd name="connsiteX1010" fmla="*/ 1601932 w 4528704"/>
              <a:gd name="connsiteY1010" fmla="*/ 2805546 h 3290454"/>
              <a:gd name="connsiteX1011" fmla="*/ 1558637 w 4528704"/>
              <a:gd name="connsiteY1011" fmla="*/ 2883477 h 3290454"/>
              <a:gd name="connsiteX1012" fmla="*/ 1532659 w 4528704"/>
              <a:gd name="connsiteY1012" fmla="*/ 2866159 h 3290454"/>
              <a:gd name="connsiteX1013" fmla="*/ 1446068 w 4528704"/>
              <a:gd name="connsiteY1013" fmla="*/ 2978727 h 3290454"/>
              <a:gd name="connsiteX1014" fmla="*/ 1428750 w 4528704"/>
              <a:gd name="connsiteY1014" fmla="*/ 2961409 h 3290454"/>
              <a:gd name="connsiteX1015" fmla="*/ 1324841 w 4528704"/>
              <a:gd name="connsiteY1015" fmla="*/ 3056659 h 3290454"/>
              <a:gd name="connsiteX1016" fmla="*/ 1307523 w 4528704"/>
              <a:gd name="connsiteY1016" fmla="*/ 3039341 h 3290454"/>
              <a:gd name="connsiteX1017" fmla="*/ 1203614 w 4528704"/>
              <a:gd name="connsiteY1017" fmla="*/ 3134591 h 3290454"/>
              <a:gd name="connsiteX1018" fmla="*/ 1177637 w 4528704"/>
              <a:gd name="connsiteY1018" fmla="*/ 3117273 h 3290454"/>
              <a:gd name="connsiteX1019" fmla="*/ 1039091 w 4528704"/>
              <a:gd name="connsiteY1019" fmla="*/ 3203864 h 3290454"/>
              <a:gd name="connsiteX1020" fmla="*/ 943841 w 4528704"/>
              <a:gd name="connsiteY1020" fmla="*/ 3290455 h 3290454"/>
              <a:gd name="connsiteX1021" fmla="*/ 926523 w 4528704"/>
              <a:gd name="connsiteY1021" fmla="*/ 3264477 h 3290454"/>
              <a:gd name="connsiteX1022" fmla="*/ 857250 w 4528704"/>
              <a:gd name="connsiteY1022" fmla="*/ 3281796 h 3290454"/>
              <a:gd name="connsiteX1023" fmla="*/ 900546 w 4528704"/>
              <a:gd name="connsiteY1023" fmla="*/ 3221182 h 3290454"/>
              <a:gd name="connsiteX1024" fmla="*/ 935182 w 4528704"/>
              <a:gd name="connsiteY1024" fmla="*/ 3186546 h 3290454"/>
              <a:gd name="connsiteX1025" fmla="*/ 969818 w 4528704"/>
              <a:gd name="connsiteY1025" fmla="*/ 3186546 h 3290454"/>
              <a:gd name="connsiteX1026" fmla="*/ 1030432 w 4528704"/>
              <a:gd name="connsiteY1026" fmla="*/ 3134591 h 3290454"/>
              <a:gd name="connsiteX1027" fmla="*/ 476250 w 4528704"/>
              <a:gd name="connsiteY1027" fmla="*/ 3125932 h 3290454"/>
              <a:gd name="connsiteX1028" fmla="*/ 381000 w 4528704"/>
              <a:gd name="connsiteY1028" fmla="*/ 3177886 h 3290454"/>
              <a:gd name="connsiteX1029" fmla="*/ 571500 w 4528704"/>
              <a:gd name="connsiteY1029" fmla="*/ 3073977 h 3290454"/>
              <a:gd name="connsiteX1030" fmla="*/ 1091046 w 4528704"/>
              <a:gd name="connsiteY1030" fmla="*/ 2710296 h 3290454"/>
              <a:gd name="connsiteX1031" fmla="*/ 1082387 w 4528704"/>
              <a:gd name="connsiteY1031" fmla="*/ 2649682 h 3290454"/>
              <a:gd name="connsiteX1032" fmla="*/ 744682 w 4528704"/>
              <a:gd name="connsiteY1032" fmla="*/ 2831523 h 3290454"/>
              <a:gd name="connsiteX1033" fmla="*/ 77932 w 4528704"/>
              <a:gd name="connsiteY1033" fmla="*/ 3177886 h 3290454"/>
              <a:gd name="connsiteX1034" fmla="*/ 51955 w 4528704"/>
              <a:gd name="connsiteY1034" fmla="*/ 3203864 h 3290454"/>
              <a:gd name="connsiteX1035" fmla="*/ 242455 w 4528704"/>
              <a:gd name="connsiteY1035" fmla="*/ 3022023 h 3290454"/>
              <a:gd name="connsiteX1036" fmla="*/ 225136 w 4528704"/>
              <a:gd name="connsiteY1036" fmla="*/ 3004705 h 3290454"/>
              <a:gd name="connsiteX1037" fmla="*/ 242455 w 4528704"/>
              <a:gd name="connsiteY1037" fmla="*/ 3022023 h 3290454"/>
              <a:gd name="connsiteX1038" fmla="*/ 372341 w 4528704"/>
              <a:gd name="connsiteY1038" fmla="*/ 2952750 h 3290454"/>
              <a:gd name="connsiteX1039" fmla="*/ 1082387 w 4528704"/>
              <a:gd name="connsiteY1039" fmla="*/ 2580409 h 3290454"/>
              <a:gd name="connsiteX1040" fmla="*/ 1047750 w 4528704"/>
              <a:gd name="connsiteY1040" fmla="*/ 2502477 h 3290454"/>
              <a:gd name="connsiteX1041" fmla="*/ 1030432 w 4528704"/>
              <a:gd name="connsiteY1041" fmla="*/ 2493818 h 3290454"/>
              <a:gd name="connsiteX1042" fmla="*/ 1056409 w 4528704"/>
              <a:gd name="connsiteY1042" fmla="*/ 2571750 h 3290454"/>
              <a:gd name="connsiteX1043" fmla="*/ 805296 w 4528704"/>
              <a:gd name="connsiteY1043" fmla="*/ 2762250 h 3290454"/>
              <a:gd name="connsiteX1044" fmla="*/ 372341 w 4528704"/>
              <a:gd name="connsiteY1044" fmla="*/ 2909455 h 3290454"/>
              <a:gd name="connsiteX1045" fmla="*/ 69273 w 4528704"/>
              <a:gd name="connsiteY1045" fmla="*/ 3099955 h 3290454"/>
              <a:gd name="connsiteX1046" fmla="*/ 0 w 4528704"/>
              <a:gd name="connsiteY1046" fmla="*/ 3169227 h 3290454"/>
              <a:gd name="connsiteX1047" fmla="*/ 614796 w 4528704"/>
              <a:gd name="connsiteY1047" fmla="*/ 2822864 h 3290454"/>
              <a:gd name="connsiteX1048" fmla="*/ 1013114 w 4528704"/>
              <a:gd name="connsiteY1048" fmla="*/ 2649682 h 3290454"/>
              <a:gd name="connsiteX1049" fmla="*/ 848591 w 4528704"/>
              <a:gd name="connsiteY1049" fmla="*/ 2459182 h 3290454"/>
              <a:gd name="connsiteX1050" fmla="*/ 848591 w 4528704"/>
              <a:gd name="connsiteY1050" fmla="*/ 2242705 h 3290454"/>
              <a:gd name="connsiteX1051" fmla="*/ 874568 w 4528704"/>
              <a:gd name="connsiteY1051" fmla="*/ 2173432 h 3290454"/>
              <a:gd name="connsiteX1052" fmla="*/ 935182 w 4528704"/>
              <a:gd name="connsiteY1052" fmla="*/ 2112818 h 3290454"/>
              <a:gd name="connsiteX1053" fmla="*/ 1298864 w 4528704"/>
              <a:gd name="connsiteY1053" fmla="*/ 1905000 h 3290454"/>
              <a:gd name="connsiteX1054" fmla="*/ 1298864 w 4528704"/>
              <a:gd name="connsiteY1054" fmla="*/ 1645227 h 3290454"/>
              <a:gd name="connsiteX1055" fmla="*/ 1324841 w 4528704"/>
              <a:gd name="connsiteY1055" fmla="*/ 1636568 h 3290454"/>
              <a:gd name="connsiteX1056" fmla="*/ 1342159 w 4528704"/>
              <a:gd name="connsiteY1056" fmla="*/ 1662546 h 3290454"/>
              <a:gd name="connsiteX1057" fmla="*/ 1385455 w 4528704"/>
              <a:gd name="connsiteY1057" fmla="*/ 1627909 h 3290454"/>
              <a:gd name="connsiteX1058" fmla="*/ 1420091 w 4528704"/>
              <a:gd name="connsiteY1058" fmla="*/ 1645227 h 3290454"/>
              <a:gd name="connsiteX1059" fmla="*/ 1480705 w 4528704"/>
              <a:gd name="connsiteY1059" fmla="*/ 1610591 h 3290454"/>
              <a:gd name="connsiteX1060" fmla="*/ 1489364 w 4528704"/>
              <a:gd name="connsiteY1060" fmla="*/ 1636568 h 3290454"/>
              <a:gd name="connsiteX1061" fmla="*/ 1524000 w 4528704"/>
              <a:gd name="connsiteY1061" fmla="*/ 1601932 h 3290454"/>
              <a:gd name="connsiteX1062" fmla="*/ 1549977 w 4528704"/>
              <a:gd name="connsiteY1062" fmla="*/ 1601932 h 3290454"/>
              <a:gd name="connsiteX1063" fmla="*/ 1558637 w 4528704"/>
              <a:gd name="connsiteY1063" fmla="*/ 1627909 h 3290454"/>
              <a:gd name="connsiteX1064" fmla="*/ 1619250 w 4528704"/>
              <a:gd name="connsiteY1064" fmla="*/ 1593273 h 3290454"/>
              <a:gd name="connsiteX1065" fmla="*/ 1688523 w 4528704"/>
              <a:gd name="connsiteY1065" fmla="*/ 1627909 h 3290454"/>
              <a:gd name="connsiteX1066" fmla="*/ 1697182 w 4528704"/>
              <a:gd name="connsiteY1066" fmla="*/ 1610591 h 3290454"/>
              <a:gd name="connsiteX1067" fmla="*/ 1731818 w 4528704"/>
              <a:gd name="connsiteY1067" fmla="*/ 1610591 h 3290454"/>
              <a:gd name="connsiteX1068" fmla="*/ 1757796 w 4528704"/>
              <a:gd name="connsiteY1068" fmla="*/ 1645227 h 3290454"/>
              <a:gd name="connsiteX1069" fmla="*/ 1775114 w 4528704"/>
              <a:gd name="connsiteY1069" fmla="*/ 1627909 h 3290454"/>
              <a:gd name="connsiteX1070" fmla="*/ 1835727 w 4528704"/>
              <a:gd name="connsiteY1070" fmla="*/ 1662546 h 3290454"/>
              <a:gd name="connsiteX1071" fmla="*/ 1844387 w 4528704"/>
              <a:gd name="connsiteY1071" fmla="*/ 1645227 h 3290454"/>
              <a:gd name="connsiteX1072" fmla="*/ 1879023 w 4528704"/>
              <a:gd name="connsiteY1072" fmla="*/ 1653886 h 3290454"/>
              <a:gd name="connsiteX1073" fmla="*/ 1896341 w 4528704"/>
              <a:gd name="connsiteY1073" fmla="*/ 1844386 h 3290454"/>
              <a:gd name="connsiteX1074" fmla="*/ 1913659 w 4528704"/>
              <a:gd name="connsiteY1074" fmla="*/ 1827068 h 3290454"/>
              <a:gd name="connsiteX1075" fmla="*/ 1948296 w 4528704"/>
              <a:gd name="connsiteY1075" fmla="*/ 1853046 h 3290454"/>
              <a:gd name="connsiteX1076" fmla="*/ 1974273 w 4528704"/>
              <a:gd name="connsiteY1076" fmla="*/ 1835727 h 3290454"/>
              <a:gd name="connsiteX1077" fmla="*/ 2000250 w 4528704"/>
              <a:gd name="connsiteY1077" fmla="*/ 1844386 h 3290454"/>
              <a:gd name="connsiteX1078" fmla="*/ 2043546 w 4528704"/>
              <a:gd name="connsiteY1078" fmla="*/ 1844386 h 3290454"/>
              <a:gd name="connsiteX1079" fmla="*/ 2060864 w 4528704"/>
              <a:gd name="connsiteY1079" fmla="*/ 1861705 h 3290454"/>
              <a:gd name="connsiteX1080" fmla="*/ 2372591 w 4528704"/>
              <a:gd name="connsiteY1080" fmla="*/ 1991591 h 3290454"/>
              <a:gd name="connsiteX1081" fmla="*/ 2389909 w 4528704"/>
              <a:gd name="connsiteY1081" fmla="*/ 1991591 h 3290454"/>
              <a:gd name="connsiteX1082" fmla="*/ 2502478 w 4528704"/>
              <a:gd name="connsiteY1082" fmla="*/ 2095500 h 3290454"/>
              <a:gd name="connsiteX1083" fmla="*/ 2632364 w 4528704"/>
              <a:gd name="connsiteY1083" fmla="*/ 2190750 h 3290454"/>
              <a:gd name="connsiteX1084" fmla="*/ 2779568 w 4528704"/>
              <a:gd name="connsiteY1084" fmla="*/ 2277341 h 3290454"/>
              <a:gd name="connsiteX1085" fmla="*/ 2848841 w 4528704"/>
              <a:gd name="connsiteY1085" fmla="*/ 2286000 h 3290454"/>
              <a:gd name="connsiteX1086" fmla="*/ 2935432 w 4528704"/>
              <a:gd name="connsiteY1086" fmla="*/ 2329296 h 3290454"/>
              <a:gd name="connsiteX1087" fmla="*/ 2961409 w 4528704"/>
              <a:gd name="connsiteY1087" fmla="*/ 2311977 h 3290454"/>
              <a:gd name="connsiteX1088" fmla="*/ 2909455 w 4528704"/>
              <a:gd name="connsiteY1088" fmla="*/ 2112818 h 3290454"/>
              <a:gd name="connsiteX1089" fmla="*/ 2900796 w 4528704"/>
              <a:gd name="connsiteY1089" fmla="*/ 2147455 h 3290454"/>
              <a:gd name="connsiteX1090" fmla="*/ 2857500 w 4528704"/>
              <a:gd name="connsiteY1090" fmla="*/ 2164773 h 3290454"/>
              <a:gd name="connsiteX1091" fmla="*/ 2900796 w 4528704"/>
              <a:gd name="connsiteY1091" fmla="*/ 2190750 h 3290454"/>
              <a:gd name="connsiteX1092" fmla="*/ 2883478 w 4528704"/>
              <a:gd name="connsiteY1092" fmla="*/ 2173432 h 3290454"/>
              <a:gd name="connsiteX1093" fmla="*/ 2883478 w 4528704"/>
              <a:gd name="connsiteY1093" fmla="*/ 2216727 h 3290454"/>
              <a:gd name="connsiteX1094" fmla="*/ 2874819 w 4528704"/>
              <a:gd name="connsiteY1094" fmla="*/ 2242705 h 3290454"/>
              <a:gd name="connsiteX1095" fmla="*/ 2909455 w 4528704"/>
              <a:gd name="connsiteY1095" fmla="*/ 2242705 h 3290454"/>
              <a:gd name="connsiteX1096" fmla="*/ 2909455 w 4528704"/>
              <a:gd name="connsiteY1096" fmla="*/ 2286000 h 3290454"/>
              <a:gd name="connsiteX1097" fmla="*/ 2866159 w 4528704"/>
              <a:gd name="connsiteY1097" fmla="*/ 2251364 h 3290454"/>
              <a:gd name="connsiteX1098" fmla="*/ 2857500 w 4528704"/>
              <a:gd name="connsiteY1098" fmla="*/ 2268682 h 3290454"/>
              <a:gd name="connsiteX1099" fmla="*/ 2788228 w 4528704"/>
              <a:gd name="connsiteY1099" fmla="*/ 2225386 h 3290454"/>
              <a:gd name="connsiteX1100" fmla="*/ 2822864 w 4528704"/>
              <a:gd name="connsiteY1100" fmla="*/ 2164773 h 3290454"/>
              <a:gd name="connsiteX1101" fmla="*/ 2848841 w 4528704"/>
              <a:gd name="connsiteY1101" fmla="*/ 2164773 h 3290454"/>
              <a:gd name="connsiteX1102" fmla="*/ 2831523 w 4528704"/>
              <a:gd name="connsiteY1102" fmla="*/ 2130136 h 3290454"/>
              <a:gd name="connsiteX1103" fmla="*/ 2788228 w 4528704"/>
              <a:gd name="connsiteY1103" fmla="*/ 2190750 h 3290454"/>
              <a:gd name="connsiteX1104" fmla="*/ 2770909 w 4528704"/>
              <a:gd name="connsiteY1104" fmla="*/ 2156114 h 3290454"/>
              <a:gd name="connsiteX1105" fmla="*/ 2727614 w 4528704"/>
              <a:gd name="connsiteY1105" fmla="*/ 2190750 h 3290454"/>
              <a:gd name="connsiteX1106" fmla="*/ 2796887 w 4528704"/>
              <a:gd name="connsiteY1106" fmla="*/ 2095500 h 3290454"/>
              <a:gd name="connsiteX1107" fmla="*/ 2805546 w 4528704"/>
              <a:gd name="connsiteY1107" fmla="*/ 2112818 h 3290454"/>
              <a:gd name="connsiteX1108" fmla="*/ 2840182 w 4528704"/>
              <a:gd name="connsiteY1108" fmla="*/ 2060864 h 3290454"/>
              <a:gd name="connsiteX1109" fmla="*/ 2848841 w 4528704"/>
              <a:gd name="connsiteY1109" fmla="*/ 2086841 h 3290454"/>
              <a:gd name="connsiteX1110" fmla="*/ 2874819 w 4528704"/>
              <a:gd name="connsiteY1110" fmla="*/ 2086841 h 3290454"/>
              <a:gd name="connsiteX1111" fmla="*/ 2900796 w 4528704"/>
              <a:gd name="connsiteY1111" fmla="*/ 2121477 h 3290454"/>
              <a:gd name="connsiteX1112" fmla="*/ 3160569 w 4528704"/>
              <a:gd name="connsiteY1112" fmla="*/ 1809750 h 3290454"/>
              <a:gd name="connsiteX1113" fmla="*/ 3160569 w 4528704"/>
              <a:gd name="connsiteY1113" fmla="*/ 1610591 h 3290454"/>
              <a:gd name="connsiteX1114" fmla="*/ 3290455 w 4528704"/>
              <a:gd name="connsiteY1114" fmla="*/ 1584614 h 3290454"/>
              <a:gd name="connsiteX1115" fmla="*/ 3307773 w 4528704"/>
              <a:gd name="connsiteY1115" fmla="*/ 1601932 h 3290454"/>
              <a:gd name="connsiteX1116" fmla="*/ 3342409 w 4528704"/>
              <a:gd name="connsiteY1116" fmla="*/ 1575955 h 3290454"/>
              <a:gd name="connsiteX1117" fmla="*/ 3359728 w 4528704"/>
              <a:gd name="connsiteY1117" fmla="*/ 1601932 h 3290454"/>
              <a:gd name="connsiteX1118" fmla="*/ 3420341 w 4528704"/>
              <a:gd name="connsiteY1118" fmla="*/ 1567296 h 3290454"/>
              <a:gd name="connsiteX1119" fmla="*/ 3463637 w 4528704"/>
              <a:gd name="connsiteY1119" fmla="*/ 1575955 h 3290454"/>
              <a:gd name="connsiteX1120" fmla="*/ 3939887 w 4528704"/>
              <a:gd name="connsiteY1120" fmla="*/ 1506682 h 3290454"/>
              <a:gd name="connsiteX1121" fmla="*/ 3905250 w 4528704"/>
              <a:gd name="connsiteY1121" fmla="*/ 1532659 h 3290454"/>
              <a:gd name="connsiteX1122" fmla="*/ 3879273 w 4528704"/>
              <a:gd name="connsiteY1122" fmla="*/ 1532659 h 3290454"/>
              <a:gd name="connsiteX1123" fmla="*/ 3913909 w 4528704"/>
              <a:gd name="connsiteY1123" fmla="*/ 1506682 h 3290454"/>
              <a:gd name="connsiteX1124" fmla="*/ 3939887 w 4528704"/>
              <a:gd name="connsiteY1124" fmla="*/ 1506682 h 3290454"/>
              <a:gd name="connsiteX1125" fmla="*/ 3974523 w 4528704"/>
              <a:gd name="connsiteY1125" fmla="*/ 1524000 h 3290454"/>
              <a:gd name="connsiteX1126" fmla="*/ 4000500 w 4528704"/>
              <a:gd name="connsiteY1126" fmla="*/ 1498023 h 3290454"/>
              <a:gd name="connsiteX1127" fmla="*/ 3974523 w 4528704"/>
              <a:gd name="connsiteY1127" fmla="*/ 1524000 h 3290454"/>
              <a:gd name="connsiteX1128" fmla="*/ 3437659 w 4528704"/>
              <a:gd name="connsiteY1128" fmla="*/ 1489364 h 3290454"/>
              <a:gd name="connsiteX1129" fmla="*/ 3896591 w 4528704"/>
              <a:gd name="connsiteY1129" fmla="*/ 1489364 h 3290454"/>
              <a:gd name="connsiteX1130" fmla="*/ 3861955 w 4528704"/>
              <a:gd name="connsiteY1130" fmla="*/ 1515341 h 3290454"/>
              <a:gd name="connsiteX1131" fmla="*/ 3299114 w 4528704"/>
              <a:gd name="connsiteY1131" fmla="*/ 1515341 h 3290454"/>
              <a:gd name="connsiteX1132" fmla="*/ 3411682 w 4528704"/>
              <a:gd name="connsiteY1132" fmla="*/ 1472046 h 3290454"/>
              <a:gd name="connsiteX1133" fmla="*/ 3437659 w 4528704"/>
              <a:gd name="connsiteY1133" fmla="*/ 1489364 h 3290454"/>
              <a:gd name="connsiteX1134" fmla="*/ 4069773 w 4528704"/>
              <a:gd name="connsiteY1134" fmla="*/ 1428750 h 3290454"/>
              <a:gd name="connsiteX1135" fmla="*/ 4035137 w 4528704"/>
              <a:gd name="connsiteY1135" fmla="*/ 1454727 h 3290454"/>
              <a:gd name="connsiteX1136" fmla="*/ 4009159 w 4528704"/>
              <a:gd name="connsiteY1136" fmla="*/ 1454727 h 3290454"/>
              <a:gd name="connsiteX1137" fmla="*/ 4043796 w 4528704"/>
              <a:gd name="connsiteY1137" fmla="*/ 1428750 h 3290454"/>
              <a:gd name="connsiteX1138" fmla="*/ 4069773 w 4528704"/>
              <a:gd name="connsiteY1138" fmla="*/ 1428750 h 3290454"/>
              <a:gd name="connsiteX1139" fmla="*/ 4104409 w 4528704"/>
              <a:gd name="connsiteY1139" fmla="*/ 1437409 h 3290454"/>
              <a:gd name="connsiteX1140" fmla="*/ 4121728 w 4528704"/>
              <a:gd name="connsiteY1140" fmla="*/ 1428750 h 3290454"/>
              <a:gd name="connsiteX1141" fmla="*/ 4104409 w 4528704"/>
              <a:gd name="connsiteY1141" fmla="*/ 1437409 h 3290454"/>
              <a:gd name="connsiteX1142" fmla="*/ 3610841 w 4528704"/>
              <a:gd name="connsiteY1142" fmla="*/ 1420091 h 3290454"/>
              <a:gd name="connsiteX1143" fmla="*/ 4000500 w 4528704"/>
              <a:gd name="connsiteY1143" fmla="*/ 1428750 h 3290454"/>
              <a:gd name="connsiteX1144" fmla="*/ 3922569 w 4528704"/>
              <a:gd name="connsiteY1144" fmla="*/ 1454727 h 3290454"/>
              <a:gd name="connsiteX1145" fmla="*/ 3454978 w 4528704"/>
              <a:gd name="connsiteY1145" fmla="*/ 1454727 h 3290454"/>
              <a:gd name="connsiteX1146" fmla="*/ 3584864 w 4528704"/>
              <a:gd name="connsiteY1146" fmla="*/ 1411432 h 3290454"/>
              <a:gd name="connsiteX1147" fmla="*/ 3610841 w 4528704"/>
              <a:gd name="connsiteY1147" fmla="*/ 1420091 h 3290454"/>
              <a:gd name="connsiteX1148" fmla="*/ 4182341 w 4528704"/>
              <a:gd name="connsiteY1148" fmla="*/ 1350818 h 3290454"/>
              <a:gd name="connsiteX1149" fmla="*/ 4130387 w 4528704"/>
              <a:gd name="connsiteY1149" fmla="*/ 1376796 h 3290454"/>
              <a:gd name="connsiteX1150" fmla="*/ 4156364 w 4528704"/>
              <a:gd name="connsiteY1150" fmla="*/ 1350818 h 3290454"/>
              <a:gd name="connsiteX1151" fmla="*/ 4182341 w 4528704"/>
              <a:gd name="connsiteY1151" fmla="*/ 1350818 h 3290454"/>
              <a:gd name="connsiteX1152" fmla="*/ 4043796 w 4528704"/>
              <a:gd name="connsiteY1152" fmla="*/ 1359477 h 3290454"/>
              <a:gd name="connsiteX1153" fmla="*/ 4017819 w 4528704"/>
              <a:gd name="connsiteY1153" fmla="*/ 1394114 h 3290454"/>
              <a:gd name="connsiteX1154" fmla="*/ 3619500 w 4528704"/>
              <a:gd name="connsiteY1154" fmla="*/ 1394114 h 3290454"/>
              <a:gd name="connsiteX1155" fmla="*/ 3706091 w 4528704"/>
              <a:gd name="connsiteY1155" fmla="*/ 1350818 h 3290454"/>
              <a:gd name="connsiteX1156" fmla="*/ 4043796 w 4528704"/>
              <a:gd name="connsiteY1156" fmla="*/ 1359477 h 3290454"/>
              <a:gd name="connsiteX1157" fmla="*/ 4242955 w 4528704"/>
              <a:gd name="connsiteY1157" fmla="*/ 1342159 h 3290454"/>
              <a:gd name="connsiteX1158" fmla="*/ 4216978 w 4528704"/>
              <a:gd name="connsiteY1158" fmla="*/ 1350818 h 3290454"/>
              <a:gd name="connsiteX1159" fmla="*/ 4225637 w 4528704"/>
              <a:gd name="connsiteY1159" fmla="*/ 1333500 h 3290454"/>
              <a:gd name="connsiteX1160" fmla="*/ 4242955 w 4528704"/>
              <a:gd name="connsiteY1160" fmla="*/ 1342159 h 3290454"/>
              <a:gd name="connsiteX1161" fmla="*/ 4121728 w 4528704"/>
              <a:gd name="connsiteY1161" fmla="*/ 1290205 h 3290454"/>
              <a:gd name="connsiteX1162" fmla="*/ 4139046 w 4528704"/>
              <a:gd name="connsiteY1162" fmla="*/ 1316182 h 3290454"/>
              <a:gd name="connsiteX1163" fmla="*/ 4104409 w 4528704"/>
              <a:gd name="connsiteY1163" fmla="*/ 1333500 h 3290454"/>
              <a:gd name="connsiteX1164" fmla="*/ 3732069 w 4528704"/>
              <a:gd name="connsiteY1164" fmla="*/ 1333500 h 3290454"/>
              <a:gd name="connsiteX1165" fmla="*/ 3801341 w 4528704"/>
              <a:gd name="connsiteY1165" fmla="*/ 1290205 h 3290454"/>
              <a:gd name="connsiteX1166" fmla="*/ 4121728 w 4528704"/>
              <a:gd name="connsiteY1166" fmla="*/ 1290205 h 3290454"/>
              <a:gd name="connsiteX1167" fmla="*/ 4242955 w 4528704"/>
              <a:gd name="connsiteY1167" fmla="*/ 1290205 h 3290454"/>
              <a:gd name="connsiteX1168" fmla="*/ 4286251 w 4528704"/>
              <a:gd name="connsiteY1168" fmla="*/ 1255568 h 3290454"/>
              <a:gd name="connsiteX1169" fmla="*/ 4242955 w 4528704"/>
              <a:gd name="connsiteY1169" fmla="*/ 1290205 h 3290454"/>
              <a:gd name="connsiteX1170" fmla="*/ 4329546 w 4528704"/>
              <a:gd name="connsiteY1170" fmla="*/ 1264227 h 3290454"/>
              <a:gd name="connsiteX1171" fmla="*/ 4346864 w 4528704"/>
              <a:gd name="connsiteY1171" fmla="*/ 1255568 h 3290454"/>
              <a:gd name="connsiteX1172" fmla="*/ 4329546 w 4528704"/>
              <a:gd name="connsiteY1172" fmla="*/ 1264227 h 3290454"/>
              <a:gd name="connsiteX1173" fmla="*/ 4191000 w 4528704"/>
              <a:gd name="connsiteY1173" fmla="*/ 1229591 h 3290454"/>
              <a:gd name="connsiteX1174" fmla="*/ 4208319 w 4528704"/>
              <a:gd name="connsiteY1174" fmla="*/ 1246909 h 3290454"/>
              <a:gd name="connsiteX1175" fmla="*/ 4182341 w 4528704"/>
              <a:gd name="connsiteY1175" fmla="*/ 1264227 h 3290454"/>
              <a:gd name="connsiteX1176" fmla="*/ 3810000 w 4528704"/>
              <a:gd name="connsiteY1176" fmla="*/ 1264227 h 3290454"/>
              <a:gd name="connsiteX1177" fmla="*/ 3835978 w 4528704"/>
              <a:gd name="connsiteY1177" fmla="*/ 1229591 h 3290454"/>
              <a:gd name="connsiteX1178" fmla="*/ 4191000 w 4528704"/>
              <a:gd name="connsiteY1178" fmla="*/ 1229591 h 3290454"/>
              <a:gd name="connsiteX1179" fmla="*/ 4355523 w 4528704"/>
              <a:gd name="connsiteY1179" fmla="*/ 1194955 h 3290454"/>
              <a:gd name="connsiteX1180" fmla="*/ 4390160 w 4528704"/>
              <a:gd name="connsiteY1180" fmla="*/ 1168977 h 3290454"/>
              <a:gd name="connsiteX1181" fmla="*/ 4355523 w 4528704"/>
              <a:gd name="connsiteY1181" fmla="*/ 1194955 h 3290454"/>
              <a:gd name="connsiteX1182" fmla="*/ 4442114 w 4528704"/>
              <a:gd name="connsiteY1182" fmla="*/ 1099705 h 3290454"/>
              <a:gd name="connsiteX1183" fmla="*/ 4424796 w 4528704"/>
              <a:gd name="connsiteY1183" fmla="*/ 1091046 h 3290454"/>
              <a:gd name="connsiteX1184" fmla="*/ 4450773 w 4528704"/>
              <a:gd name="connsiteY1184" fmla="*/ 1065068 h 3290454"/>
              <a:gd name="connsiteX1185" fmla="*/ 4442114 w 4528704"/>
              <a:gd name="connsiteY1185" fmla="*/ 1099705 h 3290454"/>
              <a:gd name="connsiteX1186" fmla="*/ 4372841 w 4528704"/>
              <a:gd name="connsiteY1186" fmla="*/ 1108364 h 3290454"/>
              <a:gd name="connsiteX1187" fmla="*/ 4346864 w 4528704"/>
              <a:gd name="connsiteY1187" fmla="*/ 1056409 h 3290454"/>
              <a:gd name="connsiteX1188" fmla="*/ 4372841 w 4528704"/>
              <a:gd name="connsiteY1188" fmla="*/ 1108364 h 3290454"/>
              <a:gd name="connsiteX1189" fmla="*/ 4338205 w 4528704"/>
              <a:gd name="connsiteY1189" fmla="*/ 1047750 h 3290454"/>
              <a:gd name="connsiteX1190" fmla="*/ 4312228 w 4528704"/>
              <a:gd name="connsiteY1190" fmla="*/ 1030432 h 3290454"/>
              <a:gd name="connsiteX1191" fmla="*/ 4338205 w 4528704"/>
              <a:gd name="connsiteY1191" fmla="*/ 1047750 h 3290454"/>
              <a:gd name="connsiteX1192" fmla="*/ 3454978 w 4528704"/>
              <a:gd name="connsiteY1192" fmla="*/ 1065068 h 3290454"/>
              <a:gd name="connsiteX1193" fmla="*/ 3506932 w 4528704"/>
              <a:gd name="connsiteY1193" fmla="*/ 1004455 h 3290454"/>
              <a:gd name="connsiteX1194" fmla="*/ 3454978 w 4528704"/>
              <a:gd name="connsiteY1194" fmla="*/ 1065068 h 3290454"/>
              <a:gd name="connsiteX1195" fmla="*/ 4459432 w 4528704"/>
              <a:gd name="connsiteY1195" fmla="*/ 1004455 h 3290454"/>
              <a:gd name="connsiteX1196" fmla="*/ 4459432 w 4528704"/>
              <a:gd name="connsiteY1196" fmla="*/ 969818 h 3290454"/>
              <a:gd name="connsiteX1197" fmla="*/ 4459432 w 4528704"/>
              <a:gd name="connsiteY1197" fmla="*/ 1004455 h 3290454"/>
              <a:gd name="connsiteX1198" fmla="*/ 4191000 w 4528704"/>
              <a:gd name="connsiteY1198" fmla="*/ 969818 h 3290454"/>
              <a:gd name="connsiteX1199" fmla="*/ 4156364 w 4528704"/>
              <a:gd name="connsiteY1199" fmla="*/ 961159 h 3290454"/>
              <a:gd name="connsiteX1200" fmla="*/ 4191000 w 4528704"/>
              <a:gd name="connsiteY1200" fmla="*/ 969818 h 3290454"/>
              <a:gd name="connsiteX1201" fmla="*/ 4147705 w 4528704"/>
              <a:gd name="connsiteY1201" fmla="*/ 952500 h 3290454"/>
              <a:gd name="connsiteX1202" fmla="*/ 4113069 w 4528704"/>
              <a:gd name="connsiteY1202" fmla="*/ 943841 h 3290454"/>
              <a:gd name="connsiteX1203" fmla="*/ 4147705 w 4528704"/>
              <a:gd name="connsiteY1203" fmla="*/ 952500 h 3290454"/>
              <a:gd name="connsiteX1204" fmla="*/ 3974523 w 4528704"/>
              <a:gd name="connsiteY1204" fmla="*/ 943841 h 3290454"/>
              <a:gd name="connsiteX1205" fmla="*/ 4043796 w 4528704"/>
              <a:gd name="connsiteY1205" fmla="*/ 969818 h 3290454"/>
              <a:gd name="connsiteX1206" fmla="*/ 3905250 w 4528704"/>
              <a:gd name="connsiteY1206" fmla="*/ 978477 h 3290454"/>
              <a:gd name="connsiteX1207" fmla="*/ 3896591 w 4528704"/>
              <a:gd name="connsiteY1207" fmla="*/ 995795 h 3290454"/>
              <a:gd name="connsiteX1208" fmla="*/ 4043796 w 4528704"/>
              <a:gd name="connsiteY1208" fmla="*/ 995795 h 3290454"/>
              <a:gd name="connsiteX1209" fmla="*/ 4078432 w 4528704"/>
              <a:gd name="connsiteY1209" fmla="*/ 1013114 h 3290454"/>
              <a:gd name="connsiteX1210" fmla="*/ 4095750 w 4528704"/>
              <a:gd name="connsiteY1210" fmla="*/ 995795 h 3290454"/>
              <a:gd name="connsiteX1211" fmla="*/ 4121728 w 4528704"/>
              <a:gd name="connsiteY1211" fmla="*/ 1004455 h 3290454"/>
              <a:gd name="connsiteX1212" fmla="*/ 4113069 w 4528704"/>
              <a:gd name="connsiteY1212" fmla="*/ 1021773 h 3290454"/>
              <a:gd name="connsiteX1213" fmla="*/ 4199660 w 4528704"/>
              <a:gd name="connsiteY1213" fmla="*/ 1047750 h 3290454"/>
              <a:gd name="connsiteX1214" fmla="*/ 4191000 w 4528704"/>
              <a:gd name="connsiteY1214" fmla="*/ 1065068 h 3290454"/>
              <a:gd name="connsiteX1215" fmla="*/ 4242955 w 4528704"/>
              <a:gd name="connsiteY1215" fmla="*/ 1091046 h 3290454"/>
              <a:gd name="connsiteX1216" fmla="*/ 4251614 w 4528704"/>
              <a:gd name="connsiteY1216" fmla="*/ 1108364 h 3290454"/>
              <a:gd name="connsiteX1217" fmla="*/ 4225637 w 4528704"/>
              <a:gd name="connsiteY1217" fmla="*/ 1143000 h 3290454"/>
              <a:gd name="connsiteX1218" fmla="*/ 3896591 w 4528704"/>
              <a:gd name="connsiteY1218" fmla="*/ 1151659 h 3290454"/>
              <a:gd name="connsiteX1219" fmla="*/ 3896591 w 4528704"/>
              <a:gd name="connsiteY1219" fmla="*/ 1168977 h 3290454"/>
              <a:gd name="connsiteX1220" fmla="*/ 4251614 w 4528704"/>
              <a:gd name="connsiteY1220" fmla="*/ 1168977 h 3290454"/>
              <a:gd name="connsiteX1221" fmla="*/ 4225637 w 4528704"/>
              <a:gd name="connsiteY1221" fmla="*/ 1203614 h 3290454"/>
              <a:gd name="connsiteX1222" fmla="*/ 3853296 w 4528704"/>
              <a:gd name="connsiteY1222" fmla="*/ 1203614 h 3290454"/>
              <a:gd name="connsiteX1223" fmla="*/ 3870614 w 4528704"/>
              <a:gd name="connsiteY1223" fmla="*/ 1108364 h 3290454"/>
              <a:gd name="connsiteX1224" fmla="*/ 4087091 w 4528704"/>
              <a:gd name="connsiteY1224" fmla="*/ 1108364 h 3290454"/>
              <a:gd name="connsiteX1225" fmla="*/ 4165023 w 4528704"/>
              <a:gd name="connsiteY1225" fmla="*/ 1091046 h 3290454"/>
              <a:gd name="connsiteX1226" fmla="*/ 3870614 w 4528704"/>
              <a:gd name="connsiteY1226" fmla="*/ 1082386 h 3290454"/>
              <a:gd name="connsiteX1227" fmla="*/ 3870614 w 4528704"/>
              <a:gd name="connsiteY1227" fmla="*/ 1030432 h 3290454"/>
              <a:gd name="connsiteX1228" fmla="*/ 4104409 w 4528704"/>
              <a:gd name="connsiteY1228" fmla="*/ 1030432 h 3290454"/>
              <a:gd name="connsiteX1229" fmla="*/ 3870614 w 4528704"/>
              <a:gd name="connsiteY1229" fmla="*/ 1021773 h 3290454"/>
              <a:gd name="connsiteX1230" fmla="*/ 3861955 w 4528704"/>
              <a:gd name="connsiteY1230" fmla="*/ 943841 h 3290454"/>
              <a:gd name="connsiteX1231" fmla="*/ 3974523 w 4528704"/>
              <a:gd name="connsiteY1231" fmla="*/ 943841 h 3290454"/>
              <a:gd name="connsiteX1232" fmla="*/ 4104409 w 4528704"/>
              <a:gd name="connsiteY1232" fmla="*/ 935182 h 3290454"/>
              <a:gd name="connsiteX1233" fmla="*/ 4069773 w 4528704"/>
              <a:gd name="connsiteY1233" fmla="*/ 926523 h 3290454"/>
              <a:gd name="connsiteX1234" fmla="*/ 4104409 w 4528704"/>
              <a:gd name="connsiteY1234" fmla="*/ 935182 h 3290454"/>
              <a:gd name="connsiteX1235" fmla="*/ 4043796 w 4528704"/>
              <a:gd name="connsiteY1235" fmla="*/ 909205 h 3290454"/>
              <a:gd name="connsiteX1236" fmla="*/ 4009159 w 4528704"/>
              <a:gd name="connsiteY1236" fmla="*/ 891886 h 3290454"/>
              <a:gd name="connsiteX1237" fmla="*/ 4043796 w 4528704"/>
              <a:gd name="connsiteY1237" fmla="*/ 909205 h 3290454"/>
              <a:gd name="connsiteX1238" fmla="*/ 3913909 w 4528704"/>
              <a:gd name="connsiteY1238" fmla="*/ 891886 h 3290454"/>
              <a:gd name="connsiteX1239" fmla="*/ 3931228 w 4528704"/>
              <a:gd name="connsiteY1239" fmla="*/ 917864 h 3290454"/>
              <a:gd name="connsiteX1240" fmla="*/ 3827319 w 4528704"/>
              <a:gd name="connsiteY1240" fmla="*/ 891886 h 3290454"/>
              <a:gd name="connsiteX1241" fmla="*/ 3913909 w 4528704"/>
              <a:gd name="connsiteY1241" fmla="*/ 891886 h 3290454"/>
              <a:gd name="connsiteX1242" fmla="*/ 3558887 w 4528704"/>
              <a:gd name="connsiteY1242" fmla="*/ 917864 h 3290454"/>
              <a:gd name="connsiteX1243" fmla="*/ 3567546 w 4528704"/>
              <a:gd name="connsiteY1243" fmla="*/ 891886 h 3290454"/>
              <a:gd name="connsiteX1244" fmla="*/ 3558887 w 4528704"/>
              <a:gd name="connsiteY1244" fmla="*/ 917864 h 3290454"/>
              <a:gd name="connsiteX1245" fmla="*/ 3515591 w 4528704"/>
              <a:gd name="connsiteY1245" fmla="*/ 917864 h 3290454"/>
              <a:gd name="connsiteX1246" fmla="*/ 3550228 w 4528704"/>
              <a:gd name="connsiteY1246" fmla="*/ 874568 h 3290454"/>
              <a:gd name="connsiteX1247" fmla="*/ 3515591 w 4528704"/>
              <a:gd name="connsiteY1247" fmla="*/ 917864 h 3290454"/>
              <a:gd name="connsiteX1248" fmla="*/ 3498273 w 4528704"/>
              <a:gd name="connsiteY1248" fmla="*/ 909205 h 3290454"/>
              <a:gd name="connsiteX1249" fmla="*/ 3463637 w 4528704"/>
              <a:gd name="connsiteY1249" fmla="*/ 900545 h 3290454"/>
              <a:gd name="connsiteX1250" fmla="*/ 3463637 w 4528704"/>
              <a:gd name="connsiteY1250" fmla="*/ 865909 h 3290454"/>
              <a:gd name="connsiteX1251" fmla="*/ 3498273 w 4528704"/>
              <a:gd name="connsiteY1251" fmla="*/ 909205 h 3290454"/>
              <a:gd name="connsiteX1252" fmla="*/ 4364182 w 4528704"/>
              <a:gd name="connsiteY1252" fmla="*/ 874568 h 3290454"/>
              <a:gd name="connsiteX1253" fmla="*/ 4320887 w 4528704"/>
              <a:gd name="connsiteY1253" fmla="*/ 857250 h 3290454"/>
              <a:gd name="connsiteX1254" fmla="*/ 4364182 w 4528704"/>
              <a:gd name="connsiteY1254" fmla="*/ 874568 h 3290454"/>
              <a:gd name="connsiteX1255" fmla="*/ 3879273 w 4528704"/>
              <a:gd name="connsiteY1255" fmla="*/ 848591 h 3290454"/>
              <a:gd name="connsiteX1256" fmla="*/ 3792682 w 4528704"/>
              <a:gd name="connsiteY1256" fmla="*/ 848591 h 3290454"/>
              <a:gd name="connsiteX1257" fmla="*/ 3879273 w 4528704"/>
              <a:gd name="connsiteY1257" fmla="*/ 848591 h 3290454"/>
              <a:gd name="connsiteX1258" fmla="*/ 3515591 w 4528704"/>
              <a:gd name="connsiteY1258" fmla="*/ 883227 h 3290454"/>
              <a:gd name="connsiteX1259" fmla="*/ 3489614 w 4528704"/>
              <a:gd name="connsiteY1259" fmla="*/ 848591 h 3290454"/>
              <a:gd name="connsiteX1260" fmla="*/ 3515591 w 4528704"/>
              <a:gd name="connsiteY1260" fmla="*/ 883227 h 3290454"/>
              <a:gd name="connsiteX1261" fmla="*/ 3957205 w 4528704"/>
              <a:gd name="connsiteY1261" fmla="*/ 848591 h 3290454"/>
              <a:gd name="connsiteX1262" fmla="*/ 3931228 w 4528704"/>
              <a:gd name="connsiteY1262" fmla="*/ 822614 h 3290454"/>
              <a:gd name="connsiteX1263" fmla="*/ 3957205 w 4528704"/>
              <a:gd name="connsiteY1263" fmla="*/ 848591 h 3290454"/>
              <a:gd name="connsiteX1264" fmla="*/ 3853296 w 4528704"/>
              <a:gd name="connsiteY1264" fmla="*/ 813955 h 3290454"/>
              <a:gd name="connsiteX1265" fmla="*/ 3766705 w 4528704"/>
              <a:gd name="connsiteY1265" fmla="*/ 822614 h 3290454"/>
              <a:gd name="connsiteX1266" fmla="*/ 3749387 w 4528704"/>
              <a:gd name="connsiteY1266" fmla="*/ 805295 h 3290454"/>
              <a:gd name="connsiteX1267" fmla="*/ 3853296 w 4528704"/>
              <a:gd name="connsiteY1267" fmla="*/ 813955 h 3290454"/>
              <a:gd name="connsiteX1268" fmla="*/ 3558887 w 4528704"/>
              <a:gd name="connsiteY1268" fmla="*/ 822614 h 3290454"/>
              <a:gd name="connsiteX1269" fmla="*/ 3584864 w 4528704"/>
              <a:gd name="connsiteY1269" fmla="*/ 822614 h 3290454"/>
              <a:gd name="connsiteX1270" fmla="*/ 3558887 w 4528704"/>
              <a:gd name="connsiteY1270" fmla="*/ 822614 h 3290454"/>
              <a:gd name="connsiteX1271" fmla="*/ 4528705 w 4528704"/>
              <a:gd name="connsiteY1271" fmla="*/ 848591 h 3290454"/>
              <a:gd name="connsiteX1272" fmla="*/ 4528705 w 4528704"/>
              <a:gd name="connsiteY1272" fmla="*/ 874568 h 3290454"/>
              <a:gd name="connsiteX1273" fmla="*/ 4485410 w 4528704"/>
              <a:gd name="connsiteY1273" fmla="*/ 857250 h 3290454"/>
              <a:gd name="connsiteX1274" fmla="*/ 4502728 w 4528704"/>
              <a:gd name="connsiteY1274" fmla="*/ 839932 h 3290454"/>
              <a:gd name="connsiteX1275" fmla="*/ 4459432 w 4528704"/>
              <a:gd name="connsiteY1275" fmla="*/ 779318 h 3290454"/>
              <a:gd name="connsiteX1276" fmla="*/ 4528705 w 4528704"/>
              <a:gd name="connsiteY1276" fmla="*/ 848591 h 3290454"/>
              <a:gd name="connsiteX1277" fmla="*/ 3714750 w 4528704"/>
              <a:gd name="connsiteY1277" fmla="*/ 710045 h 3290454"/>
              <a:gd name="connsiteX1278" fmla="*/ 3818659 w 4528704"/>
              <a:gd name="connsiteY1278" fmla="*/ 710045 h 3290454"/>
              <a:gd name="connsiteX1279" fmla="*/ 3714750 w 4528704"/>
              <a:gd name="connsiteY1279" fmla="*/ 710045 h 3290454"/>
              <a:gd name="connsiteX1280" fmla="*/ 3636819 w 4528704"/>
              <a:gd name="connsiteY1280" fmla="*/ 658091 h 3290454"/>
              <a:gd name="connsiteX1281" fmla="*/ 3636819 w 4528704"/>
              <a:gd name="connsiteY1281" fmla="*/ 632114 h 3290454"/>
              <a:gd name="connsiteX1282" fmla="*/ 3636819 w 4528704"/>
              <a:gd name="connsiteY1282" fmla="*/ 658091 h 3290454"/>
              <a:gd name="connsiteX1283" fmla="*/ 4294910 w 4528704"/>
              <a:gd name="connsiteY1283" fmla="*/ 562841 h 3290454"/>
              <a:gd name="connsiteX1284" fmla="*/ 4234296 w 4528704"/>
              <a:gd name="connsiteY1284" fmla="*/ 545523 h 3290454"/>
              <a:gd name="connsiteX1285" fmla="*/ 4173682 w 4528704"/>
              <a:gd name="connsiteY1285" fmla="*/ 562841 h 3290454"/>
              <a:gd name="connsiteX1286" fmla="*/ 4355523 w 4528704"/>
              <a:gd name="connsiteY1286" fmla="*/ 476250 h 3290454"/>
              <a:gd name="connsiteX1287" fmla="*/ 4294910 w 4528704"/>
              <a:gd name="connsiteY1287" fmla="*/ 562841 h 3290454"/>
              <a:gd name="connsiteX1288" fmla="*/ 4502728 w 4528704"/>
              <a:gd name="connsiteY1288" fmla="*/ 484909 h 3290454"/>
              <a:gd name="connsiteX1289" fmla="*/ 4511387 w 4528704"/>
              <a:gd name="connsiteY1289" fmla="*/ 467591 h 3290454"/>
              <a:gd name="connsiteX1290" fmla="*/ 4502728 w 4528704"/>
              <a:gd name="connsiteY1290" fmla="*/ 484909 h 3290454"/>
              <a:gd name="connsiteX1291" fmla="*/ 4216978 w 4528704"/>
              <a:gd name="connsiteY1291" fmla="*/ 510886 h 3290454"/>
              <a:gd name="connsiteX1292" fmla="*/ 3991841 w 4528704"/>
              <a:gd name="connsiteY1292" fmla="*/ 692727 h 3290454"/>
              <a:gd name="connsiteX1293" fmla="*/ 4346864 w 4528704"/>
              <a:gd name="connsiteY1293" fmla="*/ 441614 h 3290454"/>
              <a:gd name="connsiteX1294" fmla="*/ 4216978 w 4528704"/>
              <a:gd name="connsiteY1294" fmla="*/ 510886 h 3290454"/>
              <a:gd name="connsiteX1295" fmla="*/ 4095750 w 4528704"/>
              <a:gd name="connsiteY1295" fmla="*/ 398318 h 3290454"/>
              <a:gd name="connsiteX1296" fmla="*/ 4052455 w 4528704"/>
              <a:gd name="connsiteY1296" fmla="*/ 441614 h 3290454"/>
              <a:gd name="connsiteX1297" fmla="*/ 3948546 w 4528704"/>
              <a:gd name="connsiteY1297" fmla="*/ 502227 h 3290454"/>
              <a:gd name="connsiteX1298" fmla="*/ 3887932 w 4528704"/>
              <a:gd name="connsiteY1298" fmla="*/ 597477 h 3290454"/>
              <a:gd name="connsiteX1299" fmla="*/ 3810000 w 4528704"/>
              <a:gd name="connsiteY1299" fmla="*/ 623455 h 3290454"/>
              <a:gd name="connsiteX1300" fmla="*/ 3896591 w 4528704"/>
              <a:gd name="connsiteY1300" fmla="*/ 658091 h 3290454"/>
              <a:gd name="connsiteX1301" fmla="*/ 3758046 w 4528704"/>
              <a:gd name="connsiteY1301" fmla="*/ 675409 h 3290454"/>
              <a:gd name="connsiteX1302" fmla="*/ 3896591 w 4528704"/>
              <a:gd name="connsiteY1302" fmla="*/ 684068 h 3290454"/>
              <a:gd name="connsiteX1303" fmla="*/ 3870614 w 4528704"/>
              <a:gd name="connsiteY1303" fmla="*/ 736023 h 3290454"/>
              <a:gd name="connsiteX1304" fmla="*/ 3732069 w 4528704"/>
              <a:gd name="connsiteY1304" fmla="*/ 762000 h 3290454"/>
              <a:gd name="connsiteX1305" fmla="*/ 3861955 w 4528704"/>
              <a:gd name="connsiteY1305" fmla="*/ 787977 h 3290454"/>
              <a:gd name="connsiteX1306" fmla="*/ 3740728 w 4528704"/>
              <a:gd name="connsiteY1306" fmla="*/ 787977 h 3290454"/>
              <a:gd name="connsiteX1307" fmla="*/ 3654137 w 4528704"/>
              <a:gd name="connsiteY1307" fmla="*/ 675409 h 3290454"/>
              <a:gd name="connsiteX1308" fmla="*/ 3749387 w 4528704"/>
              <a:gd name="connsiteY1308" fmla="*/ 528205 h 3290454"/>
              <a:gd name="connsiteX1309" fmla="*/ 4104409 w 4528704"/>
              <a:gd name="connsiteY1309" fmla="*/ 337705 h 3290454"/>
              <a:gd name="connsiteX1310" fmla="*/ 4095750 w 4528704"/>
              <a:gd name="connsiteY1310" fmla="*/ 398318 h 3290454"/>
              <a:gd name="connsiteX1311" fmla="*/ 4346864 w 4528704"/>
              <a:gd name="connsiteY1311" fmla="*/ 406977 h 3290454"/>
              <a:gd name="connsiteX1312" fmla="*/ 3965864 w 4528704"/>
              <a:gd name="connsiteY1312" fmla="*/ 675409 h 3290454"/>
              <a:gd name="connsiteX1313" fmla="*/ 3948546 w 4528704"/>
              <a:gd name="connsiteY1313" fmla="*/ 606136 h 3290454"/>
              <a:gd name="connsiteX1314" fmla="*/ 4052455 w 4528704"/>
              <a:gd name="connsiteY1314" fmla="*/ 484909 h 3290454"/>
              <a:gd name="connsiteX1315" fmla="*/ 4173682 w 4528704"/>
              <a:gd name="connsiteY1315" fmla="*/ 406977 h 3290454"/>
              <a:gd name="connsiteX1316" fmla="*/ 4191000 w 4528704"/>
              <a:gd name="connsiteY1316" fmla="*/ 415636 h 3290454"/>
              <a:gd name="connsiteX1317" fmla="*/ 4225637 w 4528704"/>
              <a:gd name="connsiteY1317" fmla="*/ 415636 h 3290454"/>
              <a:gd name="connsiteX1318" fmla="*/ 4242955 w 4528704"/>
              <a:gd name="connsiteY1318" fmla="*/ 372341 h 3290454"/>
              <a:gd name="connsiteX1319" fmla="*/ 4294910 w 4528704"/>
              <a:gd name="connsiteY1319" fmla="*/ 346364 h 3290454"/>
              <a:gd name="connsiteX1320" fmla="*/ 4355523 w 4528704"/>
              <a:gd name="connsiteY1320" fmla="*/ 320386 h 3290454"/>
              <a:gd name="connsiteX1321" fmla="*/ 4346864 w 4528704"/>
              <a:gd name="connsiteY1321" fmla="*/ 406977 h 3290454"/>
              <a:gd name="connsiteX1322" fmla="*/ 4043796 w 4528704"/>
              <a:gd name="connsiteY1322" fmla="*/ 337705 h 3290454"/>
              <a:gd name="connsiteX1323" fmla="*/ 4087091 w 4528704"/>
              <a:gd name="connsiteY1323" fmla="*/ 320386 h 3290454"/>
              <a:gd name="connsiteX1324" fmla="*/ 4043796 w 4528704"/>
              <a:gd name="connsiteY1324" fmla="*/ 337705 h 3290454"/>
              <a:gd name="connsiteX1325" fmla="*/ 4173682 w 4528704"/>
              <a:gd name="connsiteY1325" fmla="*/ 372341 h 3290454"/>
              <a:gd name="connsiteX1326" fmla="*/ 4173682 w 4528704"/>
              <a:gd name="connsiteY1326" fmla="*/ 303068 h 3290454"/>
              <a:gd name="connsiteX1327" fmla="*/ 4173682 w 4528704"/>
              <a:gd name="connsiteY1327" fmla="*/ 372341 h 3290454"/>
              <a:gd name="connsiteX1328" fmla="*/ 4199660 w 4528704"/>
              <a:gd name="connsiteY1328" fmla="*/ 363682 h 3290454"/>
              <a:gd name="connsiteX1329" fmla="*/ 4199660 w 4528704"/>
              <a:gd name="connsiteY1329" fmla="*/ 233795 h 3290454"/>
              <a:gd name="connsiteX1330" fmla="*/ 4199660 w 4528704"/>
              <a:gd name="connsiteY1330" fmla="*/ 363682 h 3290454"/>
              <a:gd name="connsiteX1331" fmla="*/ 4251614 w 4528704"/>
              <a:gd name="connsiteY1331" fmla="*/ 277091 h 3290454"/>
              <a:gd name="connsiteX1332" fmla="*/ 4251614 w 4528704"/>
              <a:gd name="connsiteY1332" fmla="*/ 346364 h 3290454"/>
              <a:gd name="connsiteX1333" fmla="*/ 4216978 w 4528704"/>
              <a:gd name="connsiteY1333" fmla="*/ 346364 h 3290454"/>
              <a:gd name="connsiteX1334" fmla="*/ 4216978 w 4528704"/>
              <a:gd name="connsiteY1334" fmla="*/ 242455 h 3290454"/>
              <a:gd name="connsiteX1335" fmla="*/ 4234296 w 4528704"/>
              <a:gd name="connsiteY1335" fmla="*/ 225136 h 3290454"/>
              <a:gd name="connsiteX1336" fmla="*/ 4251614 w 4528704"/>
              <a:gd name="connsiteY1336" fmla="*/ 277091 h 3290454"/>
              <a:gd name="connsiteX1337" fmla="*/ 4260273 w 4528704"/>
              <a:gd name="connsiteY1337" fmla="*/ 199159 h 3290454"/>
              <a:gd name="connsiteX1338" fmla="*/ 4286251 w 4528704"/>
              <a:gd name="connsiteY1338" fmla="*/ 242455 h 3290454"/>
              <a:gd name="connsiteX1339" fmla="*/ 4286251 w 4528704"/>
              <a:gd name="connsiteY1339" fmla="*/ 320386 h 3290454"/>
              <a:gd name="connsiteX1340" fmla="*/ 4208319 w 4528704"/>
              <a:gd name="connsiteY1340" fmla="*/ 199159 h 3290454"/>
              <a:gd name="connsiteX1341" fmla="*/ 4260273 w 4528704"/>
              <a:gd name="connsiteY1341" fmla="*/ 199159 h 3290454"/>
              <a:gd name="connsiteX1342" fmla="*/ 4130387 w 4528704"/>
              <a:gd name="connsiteY1342" fmla="*/ 181841 h 3290454"/>
              <a:gd name="connsiteX1343" fmla="*/ 4130387 w 4528704"/>
              <a:gd name="connsiteY1343" fmla="*/ 225136 h 3290454"/>
              <a:gd name="connsiteX1344" fmla="*/ 4104409 w 4528704"/>
              <a:gd name="connsiteY1344" fmla="*/ 225136 h 3290454"/>
              <a:gd name="connsiteX1345" fmla="*/ 4113069 w 4528704"/>
              <a:gd name="connsiteY1345" fmla="*/ 164523 h 3290454"/>
              <a:gd name="connsiteX1346" fmla="*/ 4130387 w 4528704"/>
              <a:gd name="connsiteY1346" fmla="*/ 181841 h 3290454"/>
              <a:gd name="connsiteX1347" fmla="*/ 4520046 w 4528704"/>
              <a:gd name="connsiteY1347" fmla="*/ 233795 h 3290454"/>
              <a:gd name="connsiteX1348" fmla="*/ 4494069 w 4528704"/>
              <a:gd name="connsiteY1348" fmla="*/ 233795 h 3290454"/>
              <a:gd name="connsiteX1349" fmla="*/ 4494069 w 4528704"/>
              <a:gd name="connsiteY1349" fmla="*/ 155864 h 3290454"/>
              <a:gd name="connsiteX1350" fmla="*/ 4520046 w 4528704"/>
              <a:gd name="connsiteY1350" fmla="*/ 155864 h 3290454"/>
              <a:gd name="connsiteX1351" fmla="*/ 4520046 w 4528704"/>
              <a:gd name="connsiteY1351" fmla="*/ 233795 h 3290454"/>
              <a:gd name="connsiteX1352" fmla="*/ 4468091 w 4528704"/>
              <a:gd name="connsiteY1352" fmla="*/ 147205 h 3290454"/>
              <a:gd name="connsiteX1353" fmla="*/ 4468091 w 4528704"/>
              <a:gd name="connsiteY1353" fmla="*/ 225136 h 3290454"/>
              <a:gd name="connsiteX1354" fmla="*/ 4442114 w 4528704"/>
              <a:gd name="connsiteY1354" fmla="*/ 225136 h 3290454"/>
              <a:gd name="connsiteX1355" fmla="*/ 4442114 w 4528704"/>
              <a:gd name="connsiteY1355" fmla="*/ 147205 h 3290454"/>
              <a:gd name="connsiteX1356" fmla="*/ 4468091 w 4528704"/>
              <a:gd name="connsiteY1356" fmla="*/ 147205 h 3290454"/>
              <a:gd name="connsiteX1357" fmla="*/ 4346864 w 4528704"/>
              <a:gd name="connsiteY1357" fmla="*/ 138545 h 3290454"/>
              <a:gd name="connsiteX1358" fmla="*/ 4346864 w 4528704"/>
              <a:gd name="connsiteY1358" fmla="*/ 207818 h 3290454"/>
              <a:gd name="connsiteX1359" fmla="*/ 4312228 w 4528704"/>
              <a:gd name="connsiteY1359" fmla="*/ 207818 h 3290454"/>
              <a:gd name="connsiteX1360" fmla="*/ 4312228 w 4528704"/>
              <a:gd name="connsiteY1360" fmla="*/ 138545 h 3290454"/>
              <a:gd name="connsiteX1361" fmla="*/ 4346864 w 4528704"/>
              <a:gd name="connsiteY1361" fmla="*/ 138545 h 3290454"/>
              <a:gd name="connsiteX1362" fmla="*/ 4078432 w 4528704"/>
              <a:gd name="connsiteY1362" fmla="*/ 129886 h 3290454"/>
              <a:gd name="connsiteX1363" fmla="*/ 4173682 w 4528704"/>
              <a:gd name="connsiteY1363" fmla="*/ 121227 h 3290454"/>
              <a:gd name="connsiteX1364" fmla="*/ 4078432 w 4528704"/>
              <a:gd name="connsiteY1364" fmla="*/ 129886 h 3290454"/>
              <a:gd name="connsiteX1365" fmla="*/ 4511387 w 4528704"/>
              <a:gd name="connsiteY1365" fmla="*/ 95250 h 3290454"/>
              <a:gd name="connsiteX1366" fmla="*/ 4476751 w 4528704"/>
              <a:gd name="connsiteY1366" fmla="*/ 95250 h 3290454"/>
              <a:gd name="connsiteX1367" fmla="*/ 4511387 w 4528704"/>
              <a:gd name="connsiteY1367" fmla="*/ 95250 h 3290454"/>
              <a:gd name="connsiteX1368" fmla="*/ 4182341 w 4528704"/>
              <a:gd name="connsiteY1368" fmla="*/ 112568 h 3290454"/>
              <a:gd name="connsiteX1369" fmla="*/ 4355523 w 4528704"/>
              <a:gd name="connsiteY1369" fmla="*/ 95250 h 3290454"/>
              <a:gd name="connsiteX1370" fmla="*/ 4182341 w 4528704"/>
              <a:gd name="connsiteY1370" fmla="*/ 112568 h 3290454"/>
              <a:gd name="connsiteX1371" fmla="*/ 4130387 w 4528704"/>
              <a:gd name="connsiteY1371" fmla="*/ 95250 h 3290454"/>
              <a:gd name="connsiteX1372" fmla="*/ 4095750 w 4528704"/>
              <a:gd name="connsiteY1372" fmla="*/ 95250 h 3290454"/>
              <a:gd name="connsiteX1373" fmla="*/ 4130387 w 4528704"/>
              <a:gd name="connsiteY1373" fmla="*/ 95250 h 3290454"/>
              <a:gd name="connsiteX1374" fmla="*/ 4390160 w 4528704"/>
              <a:gd name="connsiteY1374" fmla="*/ 86591 h 3290454"/>
              <a:gd name="connsiteX1375" fmla="*/ 4364182 w 4528704"/>
              <a:gd name="connsiteY1375" fmla="*/ 86591 h 3290454"/>
              <a:gd name="connsiteX1376" fmla="*/ 4390160 w 4528704"/>
              <a:gd name="connsiteY1376" fmla="*/ 86591 h 3290454"/>
              <a:gd name="connsiteX1377" fmla="*/ 4234296 w 4528704"/>
              <a:gd name="connsiteY1377" fmla="*/ 77932 h 3290454"/>
              <a:gd name="connsiteX1378" fmla="*/ 4208319 w 4528704"/>
              <a:gd name="connsiteY1378" fmla="*/ 77932 h 3290454"/>
              <a:gd name="connsiteX1379" fmla="*/ 4234296 w 4528704"/>
              <a:gd name="connsiteY1379" fmla="*/ 77932 h 3290454"/>
              <a:gd name="connsiteX1380" fmla="*/ 4147705 w 4528704"/>
              <a:gd name="connsiteY1380" fmla="*/ 95250 h 3290454"/>
              <a:gd name="connsiteX1381" fmla="*/ 4173682 w 4528704"/>
              <a:gd name="connsiteY1381" fmla="*/ 95250 h 3290454"/>
              <a:gd name="connsiteX1382" fmla="*/ 4147705 w 4528704"/>
              <a:gd name="connsiteY1382" fmla="*/ 95250 h 3290454"/>
              <a:gd name="connsiteX1383" fmla="*/ 4286251 w 4528704"/>
              <a:gd name="connsiteY1383" fmla="*/ 69273 h 3290454"/>
              <a:gd name="connsiteX1384" fmla="*/ 4260273 w 4528704"/>
              <a:gd name="connsiteY1384" fmla="*/ 69273 h 3290454"/>
              <a:gd name="connsiteX1385" fmla="*/ 4286251 w 4528704"/>
              <a:gd name="connsiteY1385" fmla="*/ 69273 h 3290454"/>
              <a:gd name="connsiteX1386" fmla="*/ 4329546 w 4528704"/>
              <a:gd name="connsiteY1386" fmla="*/ 60614 h 3290454"/>
              <a:gd name="connsiteX1387" fmla="*/ 4320887 w 4528704"/>
              <a:gd name="connsiteY1387" fmla="*/ 60614 h 3290454"/>
              <a:gd name="connsiteX1388" fmla="*/ 4329546 w 4528704"/>
              <a:gd name="connsiteY1388" fmla="*/ 60614 h 3290454"/>
              <a:gd name="connsiteX1389" fmla="*/ 4450773 w 4528704"/>
              <a:gd name="connsiteY1389" fmla="*/ 17318 h 3290454"/>
              <a:gd name="connsiteX1390" fmla="*/ 4502728 w 4528704"/>
              <a:gd name="connsiteY1390" fmla="*/ 17318 h 3290454"/>
              <a:gd name="connsiteX1391" fmla="*/ 4528705 w 4528704"/>
              <a:gd name="connsiteY1391" fmla="*/ 60614 h 3290454"/>
              <a:gd name="connsiteX1392" fmla="*/ 4485410 w 4528704"/>
              <a:gd name="connsiteY1392" fmla="*/ 25977 h 3290454"/>
              <a:gd name="connsiteX1393" fmla="*/ 4459432 w 4528704"/>
              <a:gd name="connsiteY1393" fmla="*/ 43295 h 3290454"/>
              <a:gd name="connsiteX1394" fmla="*/ 4424796 w 4528704"/>
              <a:gd name="connsiteY1394" fmla="*/ 8659 h 3290454"/>
              <a:gd name="connsiteX1395" fmla="*/ 4398819 w 4528704"/>
              <a:gd name="connsiteY1395" fmla="*/ 8659 h 3290454"/>
              <a:gd name="connsiteX1396" fmla="*/ 4407478 w 4528704"/>
              <a:gd name="connsiteY1396" fmla="*/ 86591 h 3290454"/>
              <a:gd name="connsiteX1397" fmla="*/ 4442114 w 4528704"/>
              <a:gd name="connsiteY1397" fmla="*/ 77932 h 3290454"/>
              <a:gd name="connsiteX1398" fmla="*/ 4424796 w 4528704"/>
              <a:gd name="connsiteY1398" fmla="*/ 60614 h 3290454"/>
              <a:gd name="connsiteX1399" fmla="*/ 4442114 w 4528704"/>
              <a:gd name="connsiteY1399" fmla="*/ 51955 h 3290454"/>
              <a:gd name="connsiteX1400" fmla="*/ 4459432 w 4528704"/>
              <a:gd name="connsiteY1400" fmla="*/ 69273 h 3290454"/>
              <a:gd name="connsiteX1401" fmla="*/ 4433455 w 4528704"/>
              <a:gd name="connsiteY1401" fmla="*/ 86591 h 3290454"/>
              <a:gd name="connsiteX1402" fmla="*/ 4450773 w 4528704"/>
              <a:gd name="connsiteY1402" fmla="*/ 95250 h 3290454"/>
              <a:gd name="connsiteX1403" fmla="*/ 4476751 w 4528704"/>
              <a:gd name="connsiteY1403" fmla="*/ 60614 h 3290454"/>
              <a:gd name="connsiteX1404" fmla="*/ 4528705 w 4528704"/>
              <a:gd name="connsiteY1404" fmla="*/ 77932 h 3290454"/>
              <a:gd name="connsiteX1405" fmla="*/ 4511387 w 4528704"/>
              <a:gd name="connsiteY1405" fmla="*/ 103909 h 3290454"/>
              <a:gd name="connsiteX1406" fmla="*/ 4528705 w 4528704"/>
              <a:gd name="connsiteY1406" fmla="*/ 121227 h 3290454"/>
              <a:gd name="connsiteX1407" fmla="*/ 4407478 w 4528704"/>
              <a:gd name="connsiteY1407" fmla="*/ 95250 h 3290454"/>
              <a:gd name="connsiteX1408" fmla="*/ 4407478 w 4528704"/>
              <a:gd name="connsiteY1408" fmla="*/ 502227 h 3290454"/>
              <a:gd name="connsiteX1409" fmla="*/ 4468091 w 4528704"/>
              <a:gd name="connsiteY1409" fmla="*/ 458932 h 3290454"/>
              <a:gd name="connsiteX1410" fmla="*/ 4520046 w 4528704"/>
              <a:gd name="connsiteY1410" fmla="*/ 406977 h 3290454"/>
              <a:gd name="connsiteX1411" fmla="*/ 4528705 w 4528704"/>
              <a:gd name="connsiteY1411" fmla="*/ 536864 h 3290454"/>
              <a:gd name="connsiteX1412" fmla="*/ 4494069 w 4528704"/>
              <a:gd name="connsiteY1412" fmla="*/ 528205 h 3290454"/>
              <a:gd name="connsiteX1413" fmla="*/ 4485410 w 4528704"/>
              <a:gd name="connsiteY1413" fmla="*/ 545523 h 3290454"/>
              <a:gd name="connsiteX1414" fmla="*/ 4528705 w 4528704"/>
              <a:gd name="connsiteY1414" fmla="*/ 580159 h 3290454"/>
              <a:gd name="connsiteX1415" fmla="*/ 4528705 w 4528704"/>
              <a:gd name="connsiteY1415" fmla="*/ 623455 h 3290454"/>
              <a:gd name="connsiteX1416" fmla="*/ 4338205 w 4528704"/>
              <a:gd name="connsiteY1416" fmla="*/ 554182 h 3290454"/>
              <a:gd name="connsiteX1417" fmla="*/ 4320887 w 4528704"/>
              <a:gd name="connsiteY1417" fmla="*/ 580159 h 3290454"/>
              <a:gd name="connsiteX1418" fmla="*/ 4424796 w 4528704"/>
              <a:gd name="connsiteY1418" fmla="*/ 710045 h 3290454"/>
              <a:gd name="connsiteX1419" fmla="*/ 4277591 w 4528704"/>
              <a:gd name="connsiteY1419" fmla="*/ 588818 h 3290454"/>
              <a:gd name="connsiteX1420" fmla="*/ 4260273 w 4528704"/>
              <a:gd name="connsiteY1420" fmla="*/ 597477 h 3290454"/>
              <a:gd name="connsiteX1421" fmla="*/ 4294910 w 4528704"/>
              <a:gd name="connsiteY1421" fmla="*/ 632114 h 3290454"/>
              <a:gd name="connsiteX1422" fmla="*/ 4424796 w 4528704"/>
              <a:gd name="connsiteY1422" fmla="*/ 857250 h 3290454"/>
              <a:gd name="connsiteX1423" fmla="*/ 4320887 w 4528704"/>
              <a:gd name="connsiteY1423" fmla="*/ 779318 h 3290454"/>
              <a:gd name="connsiteX1424" fmla="*/ 4260273 w 4528704"/>
              <a:gd name="connsiteY1424" fmla="*/ 692727 h 3290454"/>
              <a:gd name="connsiteX1425" fmla="*/ 4242955 w 4528704"/>
              <a:gd name="connsiteY1425" fmla="*/ 710045 h 3290454"/>
              <a:gd name="connsiteX1426" fmla="*/ 4260273 w 4528704"/>
              <a:gd name="connsiteY1426" fmla="*/ 753341 h 3290454"/>
              <a:gd name="connsiteX1427" fmla="*/ 4216978 w 4528704"/>
              <a:gd name="connsiteY1427" fmla="*/ 727364 h 3290454"/>
              <a:gd name="connsiteX1428" fmla="*/ 4208319 w 4528704"/>
              <a:gd name="connsiteY1428" fmla="*/ 753341 h 3290454"/>
              <a:gd name="connsiteX1429" fmla="*/ 4104409 w 4528704"/>
              <a:gd name="connsiteY1429" fmla="*/ 718705 h 3290454"/>
              <a:gd name="connsiteX1430" fmla="*/ 4147705 w 4528704"/>
              <a:gd name="connsiteY1430" fmla="*/ 580159 h 3290454"/>
              <a:gd name="connsiteX1431" fmla="*/ 4009159 w 4528704"/>
              <a:gd name="connsiteY1431" fmla="*/ 701386 h 3290454"/>
              <a:gd name="connsiteX1432" fmla="*/ 4009159 w 4528704"/>
              <a:gd name="connsiteY1432" fmla="*/ 727364 h 3290454"/>
              <a:gd name="connsiteX1433" fmla="*/ 4087091 w 4528704"/>
              <a:gd name="connsiteY1433" fmla="*/ 770659 h 3290454"/>
              <a:gd name="connsiteX1434" fmla="*/ 4139046 w 4528704"/>
              <a:gd name="connsiteY1434" fmla="*/ 779318 h 3290454"/>
              <a:gd name="connsiteX1435" fmla="*/ 4191000 w 4528704"/>
              <a:gd name="connsiteY1435" fmla="*/ 822614 h 3290454"/>
              <a:gd name="connsiteX1436" fmla="*/ 4216978 w 4528704"/>
              <a:gd name="connsiteY1436" fmla="*/ 805295 h 3290454"/>
              <a:gd name="connsiteX1437" fmla="*/ 4294910 w 4528704"/>
              <a:gd name="connsiteY1437" fmla="*/ 839932 h 3290454"/>
              <a:gd name="connsiteX1438" fmla="*/ 4433455 w 4528704"/>
              <a:gd name="connsiteY1438" fmla="*/ 900545 h 3290454"/>
              <a:gd name="connsiteX1439" fmla="*/ 4476751 w 4528704"/>
              <a:gd name="connsiteY1439" fmla="*/ 1013114 h 3290454"/>
              <a:gd name="connsiteX1440" fmla="*/ 4468091 w 4528704"/>
              <a:gd name="connsiteY1440" fmla="*/ 1073727 h 3290454"/>
              <a:gd name="connsiteX1441" fmla="*/ 4450773 w 4528704"/>
              <a:gd name="connsiteY1441" fmla="*/ 1099705 h 3290454"/>
              <a:gd name="connsiteX1442" fmla="*/ 4407478 w 4528704"/>
              <a:gd name="connsiteY1442" fmla="*/ 1186296 h 3290454"/>
              <a:gd name="connsiteX1443" fmla="*/ 4320887 w 4528704"/>
              <a:gd name="connsiteY1443" fmla="*/ 1290205 h 3290454"/>
              <a:gd name="connsiteX1444" fmla="*/ 4303569 w 4528704"/>
              <a:gd name="connsiteY1444" fmla="*/ 1272886 h 3290454"/>
              <a:gd name="connsiteX1445" fmla="*/ 4216978 w 4528704"/>
              <a:gd name="connsiteY1445" fmla="*/ 1376796 h 3290454"/>
              <a:gd name="connsiteX1446" fmla="*/ 4199660 w 4528704"/>
              <a:gd name="connsiteY1446" fmla="*/ 1359477 h 3290454"/>
              <a:gd name="connsiteX1447" fmla="*/ 4095750 w 4528704"/>
              <a:gd name="connsiteY1447" fmla="*/ 1463386 h 3290454"/>
              <a:gd name="connsiteX1448" fmla="*/ 4069773 w 4528704"/>
              <a:gd name="connsiteY1448" fmla="*/ 1446068 h 3290454"/>
              <a:gd name="connsiteX1449" fmla="*/ 3965864 w 4528704"/>
              <a:gd name="connsiteY1449" fmla="*/ 1541318 h 3290454"/>
              <a:gd name="connsiteX1450" fmla="*/ 3948546 w 4528704"/>
              <a:gd name="connsiteY1450" fmla="*/ 1515341 h 3290454"/>
              <a:gd name="connsiteX1451" fmla="*/ 3905250 w 4528704"/>
              <a:gd name="connsiteY1451" fmla="*/ 1549977 h 3290454"/>
              <a:gd name="connsiteX1452" fmla="*/ 3835978 w 4528704"/>
              <a:gd name="connsiteY1452" fmla="*/ 1619250 h 3290454"/>
              <a:gd name="connsiteX1453" fmla="*/ 3810000 w 4528704"/>
              <a:gd name="connsiteY1453" fmla="*/ 1601932 h 3290454"/>
              <a:gd name="connsiteX1454" fmla="*/ 3714750 w 4528704"/>
              <a:gd name="connsiteY1454" fmla="*/ 1697182 h 3290454"/>
              <a:gd name="connsiteX1455" fmla="*/ 3680114 w 4528704"/>
              <a:gd name="connsiteY1455" fmla="*/ 1671205 h 3290454"/>
              <a:gd name="connsiteX1456" fmla="*/ 3628159 w 4528704"/>
              <a:gd name="connsiteY1456" fmla="*/ 1688523 h 3290454"/>
              <a:gd name="connsiteX1457" fmla="*/ 3671455 w 4528704"/>
              <a:gd name="connsiteY1457" fmla="*/ 1645227 h 3290454"/>
              <a:gd name="connsiteX1458" fmla="*/ 3675178 w 4528704"/>
              <a:gd name="connsiteY1458" fmla="*/ 1644708 h 3290454"/>
              <a:gd name="connsiteX1459" fmla="*/ 3671455 w 4528704"/>
              <a:gd name="connsiteY1459" fmla="*/ 1619250 h 3290454"/>
              <a:gd name="connsiteX1460" fmla="*/ 3732069 w 4528704"/>
              <a:gd name="connsiteY1460" fmla="*/ 1593273 h 3290454"/>
              <a:gd name="connsiteX1461" fmla="*/ 3801341 w 4528704"/>
              <a:gd name="connsiteY1461" fmla="*/ 1549977 h 3290454"/>
              <a:gd name="connsiteX1462" fmla="*/ 3238500 w 4528704"/>
              <a:gd name="connsiteY1462" fmla="*/ 1532659 h 3290454"/>
              <a:gd name="connsiteX1463" fmla="*/ 3108614 w 4528704"/>
              <a:gd name="connsiteY1463" fmla="*/ 1610591 h 3290454"/>
              <a:gd name="connsiteX1464" fmla="*/ 3333750 w 4528704"/>
              <a:gd name="connsiteY1464" fmla="*/ 1480705 h 3290454"/>
              <a:gd name="connsiteX1465" fmla="*/ 3853296 w 4528704"/>
              <a:gd name="connsiteY1465" fmla="*/ 1125682 h 3290454"/>
              <a:gd name="connsiteX1466" fmla="*/ 3844637 w 4528704"/>
              <a:gd name="connsiteY1466" fmla="*/ 1056409 h 3290454"/>
              <a:gd name="connsiteX1467" fmla="*/ 3411682 w 4528704"/>
              <a:gd name="connsiteY1467" fmla="*/ 1272886 h 3290454"/>
              <a:gd name="connsiteX1468" fmla="*/ 2822864 w 4528704"/>
              <a:gd name="connsiteY1468" fmla="*/ 1601932 h 3290454"/>
              <a:gd name="connsiteX1469" fmla="*/ 3160569 w 4528704"/>
              <a:gd name="connsiteY1469" fmla="*/ 1350818 h 3290454"/>
              <a:gd name="connsiteX1470" fmla="*/ 3853296 w 4528704"/>
              <a:gd name="connsiteY1470" fmla="*/ 987136 h 3290454"/>
              <a:gd name="connsiteX1471" fmla="*/ 3792682 w 4528704"/>
              <a:gd name="connsiteY1471" fmla="*/ 891886 h 3290454"/>
              <a:gd name="connsiteX1472" fmla="*/ 3827319 w 4528704"/>
              <a:gd name="connsiteY1472" fmla="*/ 978477 h 3290454"/>
              <a:gd name="connsiteX1473" fmla="*/ 3567546 w 4528704"/>
              <a:gd name="connsiteY1473" fmla="*/ 1168977 h 3290454"/>
              <a:gd name="connsiteX1474" fmla="*/ 3117273 w 4528704"/>
              <a:gd name="connsiteY1474" fmla="*/ 1324841 h 3290454"/>
              <a:gd name="connsiteX1475" fmla="*/ 2770909 w 4528704"/>
              <a:gd name="connsiteY1475" fmla="*/ 1558636 h 3290454"/>
              <a:gd name="connsiteX1476" fmla="*/ 3377046 w 4528704"/>
              <a:gd name="connsiteY1476" fmla="*/ 1229591 h 3290454"/>
              <a:gd name="connsiteX1477" fmla="*/ 3775364 w 4528704"/>
              <a:gd name="connsiteY1477" fmla="*/ 1047750 h 3290454"/>
              <a:gd name="connsiteX1478" fmla="*/ 3619500 w 4528704"/>
              <a:gd name="connsiteY1478" fmla="*/ 874568 h 3290454"/>
              <a:gd name="connsiteX1479" fmla="*/ 3602182 w 4528704"/>
              <a:gd name="connsiteY1479" fmla="*/ 935182 h 3290454"/>
              <a:gd name="connsiteX1480" fmla="*/ 3610841 w 4528704"/>
              <a:gd name="connsiteY1480" fmla="*/ 943841 h 3290454"/>
              <a:gd name="connsiteX1481" fmla="*/ 3619500 w 4528704"/>
              <a:gd name="connsiteY1481" fmla="*/ 978477 h 3290454"/>
              <a:gd name="connsiteX1482" fmla="*/ 3576205 w 4528704"/>
              <a:gd name="connsiteY1482" fmla="*/ 978477 h 3290454"/>
              <a:gd name="connsiteX1483" fmla="*/ 3662796 w 4528704"/>
              <a:gd name="connsiteY1483" fmla="*/ 1056409 h 3290454"/>
              <a:gd name="connsiteX1484" fmla="*/ 3645478 w 4528704"/>
              <a:gd name="connsiteY1484" fmla="*/ 1065068 h 3290454"/>
              <a:gd name="connsiteX1485" fmla="*/ 3558887 w 4528704"/>
              <a:gd name="connsiteY1485" fmla="*/ 995795 h 3290454"/>
              <a:gd name="connsiteX1486" fmla="*/ 3394364 w 4528704"/>
              <a:gd name="connsiteY1486" fmla="*/ 1134341 h 3290454"/>
              <a:gd name="connsiteX1487" fmla="*/ 3420341 w 4528704"/>
              <a:gd name="connsiteY1487" fmla="*/ 1056409 h 3290454"/>
              <a:gd name="connsiteX1488" fmla="*/ 3498273 w 4528704"/>
              <a:gd name="connsiteY1488" fmla="*/ 952500 h 3290454"/>
              <a:gd name="connsiteX1489" fmla="*/ 3472296 w 4528704"/>
              <a:gd name="connsiteY1489" fmla="*/ 943841 h 3290454"/>
              <a:gd name="connsiteX1490" fmla="*/ 3255819 w 4528704"/>
              <a:gd name="connsiteY1490" fmla="*/ 1143000 h 3290454"/>
              <a:gd name="connsiteX1491" fmla="*/ 3437659 w 4528704"/>
              <a:gd name="connsiteY1491" fmla="*/ 909205 h 3290454"/>
              <a:gd name="connsiteX1492" fmla="*/ 3377046 w 4528704"/>
              <a:gd name="connsiteY1492" fmla="*/ 952500 h 3290454"/>
              <a:gd name="connsiteX1493" fmla="*/ 3394364 w 4528704"/>
              <a:gd name="connsiteY1493" fmla="*/ 961159 h 3290454"/>
              <a:gd name="connsiteX1494" fmla="*/ 3151909 w 4528704"/>
              <a:gd name="connsiteY1494" fmla="*/ 1134341 h 3290454"/>
              <a:gd name="connsiteX1495" fmla="*/ 3446319 w 4528704"/>
              <a:gd name="connsiteY1495" fmla="*/ 874568 h 3290454"/>
              <a:gd name="connsiteX1496" fmla="*/ 3454978 w 4528704"/>
              <a:gd name="connsiteY1496" fmla="*/ 839932 h 3290454"/>
              <a:gd name="connsiteX1497" fmla="*/ 3480955 w 4528704"/>
              <a:gd name="connsiteY1497" fmla="*/ 848591 h 3290454"/>
              <a:gd name="connsiteX1498" fmla="*/ 3515591 w 4528704"/>
              <a:gd name="connsiteY1498" fmla="*/ 787977 h 3290454"/>
              <a:gd name="connsiteX1499" fmla="*/ 3532909 w 4528704"/>
              <a:gd name="connsiteY1499" fmla="*/ 848591 h 3290454"/>
              <a:gd name="connsiteX1500" fmla="*/ 3558887 w 4528704"/>
              <a:gd name="connsiteY1500" fmla="*/ 831273 h 3290454"/>
              <a:gd name="connsiteX1501" fmla="*/ 3532909 w 4528704"/>
              <a:gd name="connsiteY1501" fmla="*/ 796636 h 3290454"/>
              <a:gd name="connsiteX1502" fmla="*/ 3550228 w 4528704"/>
              <a:gd name="connsiteY1502" fmla="*/ 770659 h 3290454"/>
              <a:gd name="connsiteX1503" fmla="*/ 3567546 w 4528704"/>
              <a:gd name="connsiteY1503" fmla="*/ 787977 h 3290454"/>
              <a:gd name="connsiteX1504" fmla="*/ 3576205 w 4528704"/>
              <a:gd name="connsiteY1504" fmla="*/ 762000 h 3290454"/>
              <a:gd name="connsiteX1505" fmla="*/ 3602182 w 4528704"/>
              <a:gd name="connsiteY1505" fmla="*/ 762000 h 3290454"/>
              <a:gd name="connsiteX1506" fmla="*/ 3602182 w 4528704"/>
              <a:gd name="connsiteY1506" fmla="*/ 813955 h 3290454"/>
              <a:gd name="connsiteX1507" fmla="*/ 3584864 w 4528704"/>
              <a:gd name="connsiteY1507" fmla="*/ 831273 h 3290454"/>
              <a:gd name="connsiteX1508" fmla="*/ 3602182 w 4528704"/>
              <a:gd name="connsiteY1508" fmla="*/ 857250 h 3290454"/>
              <a:gd name="connsiteX1509" fmla="*/ 3550228 w 4528704"/>
              <a:gd name="connsiteY1509" fmla="*/ 865909 h 3290454"/>
              <a:gd name="connsiteX1510" fmla="*/ 3610841 w 4528704"/>
              <a:gd name="connsiteY1510" fmla="*/ 883227 h 3290454"/>
              <a:gd name="connsiteX1511" fmla="*/ 3619500 w 4528704"/>
              <a:gd name="connsiteY1511" fmla="*/ 632114 h 3290454"/>
              <a:gd name="connsiteX1512" fmla="*/ 3896591 w 4528704"/>
              <a:gd name="connsiteY1512" fmla="*/ 389659 h 3290454"/>
              <a:gd name="connsiteX1513" fmla="*/ 4061114 w 4528704"/>
              <a:gd name="connsiteY1513" fmla="*/ 311727 h 3290454"/>
              <a:gd name="connsiteX1514" fmla="*/ 4069773 w 4528704"/>
              <a:gd name="connsiteY1514" fmla="*/ 268432 h 3290454"/>
              <a:gd name="connsiteX1515" fmla="*/ 4069773 w 4528704"/>
              <a:gd name="connsiteY1515" fmla="*/ 51955 h 3290454"/>
              <a:gd name="connsiteX1516" fmla="*/ 4095750 w 4528704"/>
              <a:gd name="connsiteY1516" fmla="*/ 43295 h 3290454"/>
              <a:gd name="connsiteX1517" fmla="*/ 4113069 w 4528704"/>
              <a:gd name="connsiteY1517" fmla="*/ 69273 h 3290454"/>
              <a:gd name="connsiteX1518" fmla="*/ 4156364 w 4528704"/>
              <a:gd name="connsiteY1518" fmla="*/ 34636 h 3290454"/>
              <a:gd name="connsiteX1519" fmla="*/ 4191000 w 4528704"/>
              <a:gd name="connsiteY1519" fmla="*/ 51955 h 3290454"/>
              <a:gd name="connsiteX1520" fmla="*/ 4234296 w 4528704"/>
              <a:gd name="connsiteY1520" fmla="*/ 17318 h 3290454"/>
              <a:gd name="connsiteX1521" fmla="*/ 4242955 w 4528704"/>
              <a:gd name="connsiteY1521" fmla="*/ 34636 h 3290454"/>
              <a:gd name="connsiteX1522" fmla="*/ 4303569 w 4528704"/>
              <a:gd name="connsiteY1522" fmla="*/ 8659 h 3290454"/>
              <a:gd name="connsiteX1523" fmla="*/ 4329546 w 4528704"/>
              <a:gd name="connsiteY1523" fmla="*/ 34636 h 3290454"/>
              <a:gd name="connsiteX1524" fmla="*/ 4355523 w 4528704"/>
              <a:gd name="connsiteY1524" fmla="*/ 0 h 3290454"/>
              <a:gd name="connsiteX1525" fmla="*/ 4390160 w 4528704"/>
              <a:gd name="connsiteY1525" fmla="*/ 0 h 3290454"/>
              <a:gd name="connsiteX1526" fmla="*/ 4450773 w 4528704"/>
              <a:gd name="connsiteY1526" fmla="*/ 17318 h 3290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</a:cxnLst>
            <a:rect l="l" t="t" r="r" b="b"/>
            <a:pathLst>
              <a:path w="4528704" h="3290454">
                <a:moveTo>
                  <a:pt x="337705" y="3203864"/>
                </a:moveTo>
                <a:cubicBezTo>
                  <a:pt x="337705" y="3203864"/>
                  <a:pt x="346364" y="3195205"/>
                  <a:pt x="355023" y="3195205"/>
                </a:cubicBezTo>
                <a:cubicBezTo>
                  <a:pt x="355023" y="3203864"/>
                  <a:pt x="346364" y="3203864"/>
                  <a:pt x="337705" y="3203864"/>
                </a:cubicBezTo>
                <a:close/>
                <a:moveTo>
                  <a:pt x="1099705" y="3177886"/>
                </a:moveTo>
                <a:cubicBezTo>
                  <a:pt x="1091046" y="3186546"/>
                  <a:pt x="1073727" y="3195205"/>
                  <a:pt x="1065068" y="3203864"/>
                </a:cubicBezTo>
                <a:cubicBezTo>
                  <a:pt x="1065068" y="3195205"/>
                  <a:pt x="1065068" y="3177886"/>
                  <a:pt x="1073727" y="3177886"/>
                </a:cubicBezTo>
                <a:lnTo>
                  <a:pt x="1099705" y="3177886"/>
                </a:lnTo>
                <a:close/>
                <a:moveTo>
                  <a:pt x="987136" y="3212523"/>
                </a:moveTo>
                <a:cubicBezTo>
                  <a:pt x="995796" y="3195205"/>
                  <a:pt x="1021773" y="3186546"/>
                  <a:pt x="1039091" y="3186546"/>
                </a:cubicBezTo>
                <a:cubicBezTo>
                  <a:pt x="1021773" y="3195205"/>
                  <a:pt x="1004455" y="3212523"/>
                  <a:pt x="987136" y="3212523"/>
                </a:cubicBezTo>
                <a:close/>
                <a:moveTo>
                  <a:pt x="1177637" y="3099955"/>
                </a:moveTo>
                <a:cubicBezTo>
                  <a:pt x="1160318" y="3108614"/>
                  <a:pt x="1143000" y="3125932"/>
                  <a:pt x="1117023" y="3125932"/>
                </a:cubicBezTo>
                <a:cubicBezTo>
                  <a:pt x="1125682" y="3117273"/>
                  <a:pt x="1143000" y="3108614"/>
                  <a:pt x="1151659" y="3099955"/>
                </a:cubicBezTo>
                <a:lnTo>
                  <a:pt x="1177637" y="3099955"/>
                </a:lnTo>
                <a:close/>
                <a:moveTo>
                  <a:pt x="1212273" y="3108614"/>
                </a:moveTo>
                <a:cubicBezTo>
                  <a:pt x="1212273" y="3099955"/>
                  <a:pt x="1220932" y="3099955"/>
                  <a:pt x="1229591" y="3091296"/>
                </a:cubicBezTo>
                <a:cubicBezTo>
                  <a:pt x="1229591" y="3099955"/>
                  <a:pt x="1220932" y="3108614"/>
                  <a:pt x="1212273" y="3108614"/>
                </a:cubicBezTo>
                <a:close/>
                <a:moveTo>
                  <a:pt x="666750" y="3082636"/>
                </a:moveTo>
                <a:lnTo>
                  <a:pt x="1134341" y="3082636"/>
                </a:lnTo>
                <a:cubicBezTo>
                  <a:pt x="1125682" y="3091296"/>
                  <a:pt x="1108364" y="3099955"/>
                  <a:pt x="1099705" y="3108614"/>
                </a:cubicBezTo>
                <a:lnTo>
                  <a:pt x="528205" y="3108614"/>
                </a:lnTo>
                <a:cubicBezTo>
                  <a:pt x="562841" y="3099955"/>
                  <a:pt x="623455" y="3065318"/>
                  <a:pt x="640773" y="3065318"/>
                </a:cubicBezTo>
                <a:cubicBezTo>
                  <a:pt x="666750" y="3065318"/>
                  <a:pt x="658091" y="3073977"/>
                  <a:pt x="666750" y="3082636"/>
                </a:cubicBezTo>
                <a:close/>
                <a:moveTo>
                  <a:pt x="1246909" y="3048000"/>
                </a:moveTo>
                <a:cubicBezTo>
                  <a:pt x="1255568" y="3039341"/>
                  <a:pt x="1272887" y="3030682"/>
                  <a:pt x="1290205" y="3022023"/>
                </a:cubicBezTo>
                <a:cubicBezTo>
                  <a:pt x="1298864" y="3022023"/>
                  <a:pt x="1281546" y="3056659"/>
                  <a:pt x="1246909" y="3048000"/>
                </a:cubicBezTo>
                <a:close/>
                <a:moveTo>
                  <a:pt x="1333500" y="3030682"/>
                </a:moveTo>
                <a:cubicBezTo>
                  <a:pt x="1333500" y="3022023"/>
                  <a:pt x="1342159" y="3013364"/>
                  <a:pt x="1350818" y="3022023"/>
                </a:cubicBezTo>
                <a:cubicBezTo>
                  <a:pt x="1350818" y="3022023"/>
                  <a:pt x="1342159" y="3030682"/>
                  <a:pt x="1333500" y="3030682"/>
                </a:cubicBezTo>
                <a:close/>
                <a:moveTo>
                  <a:pt x="831273" y="3022023"/>
                </a:moveTo>
                <a:lnTo>
                  <a:pt x="1238250" y="3022023"/>
                </a:lnTo>
                <a:lnTo>
                  <a:pt x="1194955" y="3022023"/>
                </a:lnTo>
                <a:cubicBezTo>
                  <a:pt x="1186296" y="3030682"/>
                  <a:pt x="1186296" y="3048000"/>
                  <a:pt x="1160318" y="3048000"/>
                </a:cubicBezTo>
                <a:lnTo>
                  <a:pt x="692727" y="3048000"/>
                </a:lnTo>
                <a:cubicBezTo>
                  <a:pt x="736023" y="3039341"/>
                  <a:pt x="796636" y="3004705"/>
                  <a:pt x="813955" y="3004705"/>
                </a:cubicBezTo>
                <a:cubicBezTo>
                  <a:pt x="839932" y="3004705"/>
                  <a:pt x="813955" y="3022023"/>
                  <a:pt x="831273" y="3022023"/>
                </a:cubicBezTo>
                <a:close/>
                <a:moveTo>
                  <a:pt x="1359477" y="2970068"/>
                </a:moveTo>
                <a:cubicBezTo>
                  <a:pt x="1368137" y="2961409"/>
                  <a:pt x="1385455" y="2952750"/>
                  <a:pt x="1402773" y="2944091"/>
                </a:cubicBezTo>
                <a:cubicBezTo>
                  <a:pt x="1402773" y="2952750"/>
                  <a:pt x="1385455" y="2970068"/>
                  <a:pt x="1359477" y="2970068"/>
                </a:cubicBezTo>
                <a:close/>
                <a:moveTo>
                  <a:pt x="1281546" y="2952750"/>
                </a:moveTo>
                <a:cubicBezTo>
                  <a:pt x="1281546" y="2952750"/>
                  <a:pt x="1255568" y="2970068"/>
                  <a:pt x="1255568" y="2987386"/>
                </a:cubicBezTo>
                <a:lnTo>
                  <a:pt x="857250" y="2987386"/>
                </a:lnTo>
                <a:cubicBezTo>
                  <a:pt x="883227" y="2978727"/>
                  <a:pt x="917864" y="2944091"/>
                  <a:pt x="943841" y="2944091"/>
                </a:cubicBezTo>
                <a:cubicBezTo>
                  <a:pt x="961159" y="2944091"/>
                  <a:pt x="969818" y="2952750"/>
                  <a:pt x="1281546" y="2952750"/>
                </a:cubicBezTo>
                <a:close/>
                <a:moveTo>
                  <a:pt x="1454727" y="2952750"/>
                </a:moveTo>
                <a:cubicBezTo>
                  <a:pt x="1454727" y="2944091"/>
                  <a:pt x="1454727" y="2935432"/>
                  <a:pt x="1463387" y="2935432"/>
                </a:cubicBezTo>
                <a:cubicBezTo>
                  <a:pt x="1472046" y="2935432"/>
                  <a:pt x="1463387" y="2944091"/>
                  <a:pt x="1454727" y="2952750"/>
                </a:cubicBezTo>
                <a:close/>
                <a:moveTo>
                  <a:pt x="1359477" y="2883477"/>
                </a:moveTo>
                <a:lnTo>
                  <a:pt x="1342159" y="2900796"/>
                </a:lnTo>
                <a:cubicBezTo>
                  <a:pt x="1350818" y="2909455"/>
                  <a:pt x="1359477" y="2909455"/>
                  <a:pt x="1368137" y="2909455"/>
                </a:cubicBezTo>
                <a:cubicBezTo>
                  <a:pt x="1368137" y="2909455"/>
                  <a:pt x="1368137" y="2926773"/>
                  <a:pt x="1342159" y="2926773"/>
                </a:cubicBezTo>
                <a:lnTo>
                  <a:pt x="969818" y="2926773"/>
                </a:lnTo>
                <a:cubicBezTo>
                  <a:pt x="987136" y="2909455"/>
                  <a:pt x="1004455" y="2900796"/>
                  <a:pt x="1013114" y="2883477"/>
                </a:cubicBezTo>
                <a:lnTo>
                  <a:pt x="1359477" y="2883477"/>
                </a:lnTo>
                <a:close/>
                <a:moveTo>
                  <a:pt x="1472046" y="2883477"/>
                </a:moveTo>
                <a:cubicBezTo>
                  <a:pt x="1489364" y="2874818"/>
                  <a:pt x="1506682" y="2857500"/>
                  <a:pt x="1524000" y="2848841"/>
                </a:cubicBezTo>
                <a:cubicBezTo>
                  <a:pt x="1506682" y="2857500"/>
                  <a:pt x="1498023" y="2883477"/>
                  <a:pt x="1472046" y="2883477"/>
                </a:cubicBezTo>
                <a:close/>
                <a:moveTo>
                  <a:pt x="1558637" y="2840182"/>
                </a:moveTo>
                <a:cubicBezTo>
                  <a:pt x="1558637" y="2840182"/>
                  <a:pt x="1575955" y="2848841"/>
                  <a:pt x="1567296" y="2857500"/>
                </a:cubicBezTo>
                <a:cubicBezTo>
                  <a:pt x="1567296" y="2857500"/>
                  <a:pt x="1558637" y="2857500"/>
                  <a:pt x="1558637" y="2840182"/>
                </a:cubicBezTo>
                <a:close/>
                <a:moveTo>
                  <a:pt x="1420091" y="2831523"/>
                </a:moveTo>
                <a:cubicBezTo>
                  <a:pt x="1428750" y="2840182"/>
                  <a:pt x="1437409" y="2840182"/>
                  <a:pt x="1446068" y="2840182"/>
                </a:cubicBezTo>
                <a:cubicBezTo>
                  <a:pt x="1446068" y="2840182"/>
                  <a:pt x="1446068" y="2857500"/>
                  <a:pt x="1420091" y="2857500"/>
                </a:cubicBezTo>
                <a:lnTo>
                  <a:pt x="1039091" y="2857500"/>
                </a:lnTo>
                <a:cubicBezTo>
                  <a:pt x="1047750" y="2848841"/>
                  <a:pt x="1065068" y="2831523"/>
                  <a:pt x="1065068" y="2822864"/>
                </a:cubicBezTo>
                <a:cubicBezTo>
                  <a:pt x="1411432" y="2822864"/>
                  <a:pt x="1428750" y="2822864"/>
                  <a:pt x="1420091" y="2831523"/>
                </a:cubicBezTo>
                <a:close/>
                <a:moveTo>
                  <a:pt x="1584614" y="2788227"/>
                </a:moveTo>
                <a:cubicBezTo>
                  <a:pt x="1593273" y="2779568"/>
                  <a:pt x="1610591" y="2762250"/>
                  <a:pt x="1619250" y="2779568"/>
                </a:cubicBezTo>
                <a:cubicBezTo>
                  <a:pt x="1610591" y="2779568"/>
                  <a:pt x="1601932" y="2788227"/>
                  <a:pt x="1584614" y="2788227"/>
                </a:cubicBezTo>
                <a:close/>
                <a:moveTo>
                  <a:pt x="1653887" y="2736273"/>
                </a:moveTo>
                <a:cubicBezTo>
                  <a:pt x="1653887" y="2736273"/>
                  <a:pt x="1645227" y="2744932"/>
                  <a:pt x="1645227" y="2736273"/>
                </a:cubicBezTo>
                <a:lnTo>
                  <a:pt x="1653887" y="2736273"/>
                </a:lnTo>
                <a:close/>
                <a:moveTo>
                  <a:pt x="1662546" y="2692977"/>
                </a:moveTo>
                <a:cubicBezTo>
                  <a:pt x="1662546" y="2684318"/>
                  <a:pt x="1671205" y="2667000"/>
                  <a:pt x="1688523" y="2658341"/>
                </a:cubicBezTo>
                <a:cubicBezTo>
                  <a:pt x="1679864" y="2667000"/>
                  <a:pt x="1679864" y="2684318"/>
                  <a:pt x="1662546" y="2692977"/>
                </a:cubicBezTo>
                <a:close/>
                <a:moveTo>
                  <a:pt x="1601932" y="2692977"/>
                </a:moveTo>
                <a:cubicBezTo>
                  <a:pt x="1601932" y="2684318"/>
                  <a:pt x="1584614" y="2667000"/>
                  <a:pt x="1584614" y="2658341"/>
                </a:cubicBezTo>
                <a:cubicBezTo>
                  <a:pt x="1593273" y="2667000"/>
                  <a:pt x="1601932" y="2684318"/>
                  <a:pt x="1601932" y="2692977"/>
                </a:cubicBezTo>
                <a:close/>
                <a:moveTo>
                  <a:pt x="692727" y="2658341"/>
                </a:moveTo>
                <a:cubicBezTo>
                  <a:pt x="692727" y="2641023"/>
                  <a:pt x="710046" y="2615046"/>
                  <a:pt x="727364" y="2597727"/>
                </a:cubicBezTo>
                <a:cubicBezTo>
                  <a:pt x="736023" y="2606386"/>
                  <a:pt x="718705" y="2632364"/>
                  <a:pt x="692727" y="2658341"/>
                </a:cubicBezTo>
                <a:close/>
                <a:moveTo>
                  <a:pt x="2926773" y="2589068"/>
                </a:moveTo>
                <a:cubicBezTo>
                  <a:pt x="2935432" y="2580409"/>
                  <a:pt x="2935432" y="2571750"/>
                  <a:pt x="2935432" y="2563091"/>
                </a:cubicBezTo>
                <a:lnTo>
                  <a:pt x="2944091" y="2597727"/>
                </a:lnTo>
                <a:cubicBezTo>
                  <a:pt x="2935432" y="2597727"/>
                  <a:pt x="2926773" y="2606386"/>
                  <a:pt x="2918114" y="2606386"/>
                </a:cubicBezTo>
                <a:cubicBezTo>
                  <a:pt x="2918114" y="2589068"/>
                  <a:pt x="2900796" y="2571750"/>
                  <a:pt x="2892137" y="2563091"/>
                </a:cubicBezTo>
                <a:cubicBezTo>
                  <a:pt x="2900796" y="2563091"/>
                  <a:pt x="2918114" y="2571750"/>
                  <a:pt x="2926773" y="2589068"/>
                </a:cubicBezTo>
                <a:close/>
                <a:moveTo>
                  <a:pt x="1688523" y="2597727"/>
                </a:moveTo>
                <a:lnTo>
                  <a:pt x="1688523" y="2563091"/>
                </a:lnTo>
                <a:cubicBezTo>
                  <a:pt x="1697182" y="2571750"/>
                  <a:pt x="1697182" y="2589068"/>
                  <a:pt x="1688523" y="2597727"/>
                </a:cubicBezTo>
                <a:close/>
                <a:moveTo>
                  <a:pt x="2796887" y="2589068"/>
                </a:moveTo>
                <a:cubicBezTo>
                  <a:pt x="2796887" y="2580409"/>
                  <a:pt x="2788228" y="2563091"/>
                  <a:pt x="2796887" y="2554432"/>
                </a:cubicBezTo>
                <a:lnTo>
                  <a:pt x="2796887" y="2589068"/>
                </a:lnTo>
                <a:close/>
                <a:moveTo>
                  <a:pt x="2892137" y="2537114"/>
                </a:moveTo>
                <a:cubicBezTo>
                  <a:pt x="2883478" y="2537114"/>
                  <a:pt x="2874819" y="2545773"/>
                  <a:pt x="2866159" y="2554432"/>
                </a:cubicBezTo>
                <a:lnTo>
                  <a:pt x="2883478" y="2571750"/>
                </a:lnTo>
                <a:cubicBezTo>
                  <a:pt x="2874819" y="2571750"/>
                  <a:pt x="2866159" y="2571750"/>
                  <a:pt x="2857500" y="2563091"/>
                </a:cubicBezTo>
                <a:lnTo>
                  <a:pt x="2866159" y="2537114"/>
                </a:lnTo>
                <a:lnTo>
                  <a:pt x="2892137" y="2537114"/>
                </a:lnTo>
                <a:close/>
                <a:moveTo>
                  <a:pt x="1420091" y="2563091"/>
                </a:moveTo>
                <a:lnTo>
                  <a:pt x="1342159" y="2537114"/>
                </a:lnTo>
                <a:lnTo>
                  <a:pt x="1420091" y="2563091"/>
                </a:lnTo>
                <a:close/>
                <a:moveTo>
                  <a:pt x="1212273" y="2537114"/>
                </a:moveTo>
                <a:cubicBezTo>
                  <a:pt x="1220932" y="2545773"/>
                  <a:pt x="1246909" y="2563091"/>
                  <a:pt x="1272887" y="2563091"/>
                </a:cubicBezTo>
                <a:cubicBezTo>
                  <a:pt x="1229591" y="2563091"/>
                  <a:pt x="1168977" y="2545773"/>
                  <a:pt x="1125682" y="2580409"/>
                </a:cubicBezTo>
                <a:cubicBezTo>
                  <a:pt x="1168977" y="2589068"/>
                  <a:pt x="1220932" y="2589068"/>
                  <a:pt x="1272887" y="2589068"/>
                </a:cubicBezTo>
                <a:cubicBezTo>
                  <a:pt x="1281546" y="2589068"/>
                  <a:pt x="1281546" y="2606386"/>
                  <a:pt x="1307523" y="2606386"/>
                </a:cubicBezTo>
                <a:cubicBezTo>
                  <a:pt x="1324841" y="2606386"/>
                  <a:pt x="1324841" y="2597727"/>
                  <a:pt x="1333500" y="2589068"/>
                </a:cubicBezTo>
                <a:cubicBezTo>
                  <a:pt x="1342159" y="2597727"/>
                  <a:pt x="1359477" y="2580409"/>
                  <a:pt x="1359477" y="2606386"/>
                </a:cubicBezTo>
                <a:cubicBezTo>
                  <a:pt x="1359477" y="2623705"/>
                  <a:pt x="1342159" y="2589068"/>
                  <a:pt x="1342159" y="2615046"/>
                </a:cubicBezTo>
                <a:cubicBezTo>
                  <a:pt x="1342159" y="2658341"/>
                  <a:pt x="1402773" y="2632364"/>
                  <a:pt x="1437409" y="2641023"/>
                </a:cubicBezTo>
                <a:cubicBezTo>
                  <a:pt x="1437409" y="2649682"/>
                  <a:pt x="1428750" y="2641023"/>
                  <a:pt x="1428750" y="2658341"/>
                </a:cubicBezTo>
                <a:cubicBezTo>
                  <a:pt x="1428750" y="2684318"/>
                  <a:pt x="1480705" y="2675659"/>
                  <a:pt x="1480705" y="2701636"/>
                </a:cubicBezTo>
                <a:cubicBezTo>
                  <a:pt x="1480705" y="2718955"/>
                  <a:pt x="1463387" y="2718955"/>
                  <a:pt x="1463387" y="2736273"/>
                </a:cubicBezTo>
                <a:lnTo>
                  <a:pt x="1125682" y="2744932"/>
                </a:lnTo>
                <a:lnTo>
                  <a:pt x="1125682" y="2762250"/>
                </a:lnTo>
                <a:lnTo>
                  <a:pt x="1480705" y="2762250"/>
                </a:lnTo>
                <a:cubicBezTo>
                  <a:pt x="1480705" y="2770909"/>
                  <a:pt x="1472046" y="2788227"/>
                  <a:pt x="1463387" y="2796886"/>
                </a:cubicBezTo>
                <a:lnTo>
                  <a:pt x="1091046" y="2796886"/>
                </a:lnTo>
                <a:cubicBezTo>
                  <a:pt x="1099705" y="2770909"/>
                  <a:pt x="1099705" y="2736273"/>
                  <a:pt x="1099705" y="2701636"/>
                </a:cubicBezTo>
                <a:cubicBezTo>
                  <a:pt x="1316182" y="2692977"/>
                  <a:pt x="1376796" y="2701636"/>
                  <a:pt x="1402773" y="2684318"/>
                </a:cubicBezTo>
                <a:cubicBezTo>
                  <a:pt x="1394114" y="2675659"/>
                  <a:pt x="1376796" y="2675659"/>
                  <a:pt x="1099705" y="2675659"/>
                </a:cubicBezTo>
                <a:lnTo>
                  <a:pt x="1099705" y="2632364"/>
                </a:lnTo>
                <a:cubicBezTo>
                  <a:pt x="1108364" y="2632364"/>
                  <a:pt x="1125682" y="2632364"/>
                  <a:pt x="1298864" y="2641023"/>
                </a:cubicBezTo>
                <a:cubicBezTo>
                  <a:pt x="1307523" y="2641023"/>
                  <a:pt x="1324841" y="2632364"/>
                  <a:pt x="1333500" y="2623705"/>
                </a:cubicBezTo>
                <a:cubicBezTo>
                  <a:pt x="1324841" y="2615046"/>
                  <a:pt x="1307523" y="2615046"/>
                  <a:pt x="1099705" y="2615046"/>
                </a:cubicBezTo>
                <a:cubicBezTo>
                  <a:pt x="1099705" y="2589068"/>
                  <a:pt x="1099705" y="2563091"/>
                  <a:pt x="1091046" y="2537114"/>
                </a:cubicBezTo>
                <a:lnTo>
                  <a:pt x="1212273" y="2537114"/>
                </a:lnTo>
                <a:close/>
                <a:moveTo>
                  <a:pt x="1333500" y="2528455"/>
                </a:moveTo>
                <a:cubicBezTo>
                  <a:pt x="1324841" y="2528455"/>
                  <a:pt x="1307523" y="2519796"/>
                  <a:pt x="1298864" y="2519796"/>
                </a:cubicBezTo>
                <a:cubicBezTo>
                  <a:pt x="1307523" y="2519796"/>
                  <a:pt x="1324841" y="2528455"/>
                  <a:pt x="1333500" y="2528455"/>
                </a:cubicBezTo>
                <a:close/>
                <a:moveTo>
                  <a:pt x="2978728" y="2528455"/>
                </a:moveTo>
                <a:lnTo>
                  <a:pt x="2978728" y="2554432"/>
                </a:lnTo>
                <a:cubicBezTo>
                  <a:pt x="2970069" y="2554432"/>
                  <a:pt x="2952750" y="2563091"/>
                  <a:pt x="2944091" y="2554432"/>
                </a:cubicBezTo>
                <a:lnTo>
                  <a:pt x="2952750" y="2545773"/>
                </a:lnTo>
                <a:cubicBezTo>
                  <a:pt x="2961409" y="2537114"/>
                  <a:pt x="2952750" y="2519796"/>
                  <a:pt x="2952750" y="2502477"/>
                </a:cubicBezTo>
                <a:cubicBezTo>
                  <a:pt x="2952750" y="2511136"/>
                  <a:pt x="2970069" y="2528455"/>
                  <a:pt x="2978728" y="2528455"/>
                </a:cubicBezTo>
                <a:close/>
                <a:moveTo>
                  <a:pt x="1151659" y="2493818"/>
                </a:moveTo>
                <a:cubicBezTo>
                  <a:pt x="1151659" y="2502477"/>
                  <a:pt x="1168977" y="2519796"/>
                  <a:pt x="1186296" y="2519796"/>
                </a:cubicBezTo>
                <a:cubicBezTo>
                  <a:pt x="1143000" y="2511136"/>
                  <a:pt x="1091046" y="2537114"/>
                  <a:pt x="1065068" y="2493818"/>
                </a:cubicBezTo>
                <a:lnTo>
                  <a:pt x="1151659" y="2493818"/>
                </a:lnTo>
                <a:close/>
                <a:moveTo>
                  <a:pt x="2909455" y="2485159"/>
                </a:moveTo>
                <a:cubicBezTo>
                  <a:pt x="2909455" y="2485159"/>
                  <a:pt x="2909455" y="2493818"/>
                  <a:pt x="2900796" y="2485159"/>
                </a:cubicBezTo>
                <a:lnTo>
                  <a:pt x="2909455" y="2485159"/>
                </a:lnTo>
                <a:close/>
                <a:moveTo>
                  <a:pt x="2814205" y="2519796"/>
                </a:moveTo>
                <a:cubicBezTo>
                  <a:pt x="2805546" y="2519796"/>
                  <a:pt x="2788228" y="2528455"/>
                  <a:pt x="2779568" y="2528455"/>
                </a:cubicBezTo>
                <a:lnTo>
                  <a:pt x="2796887" y="2511136"/>
                </a:lnTo>
                <a:cubicBezTo>
                  <a:pt x="2788228" y="2502477"/>
                  <a:pt x="2770909" y="2493818"/>
                  <a:pt x="2770909" y="2485159"/>
                </a:cubicBezTo>
                <a:cubicBezTo>
                  <a:pt x="2788228" y="2493818"/>
                  <a:pt x="2796887" y="2493818"/>
                  <a:pt x="2814205" y="2519796"/>
                </a:cubicBezTo>
                <a:close/>
                <a:moveTo>
                  <a:pt x="787977" y="2511136"/>
                </a:moveTo>
                <a:cubicBezTo>
                  <a:pt x="787977" y="2502477"/>
                  <a:pt x="796636" y="2493818"/>
                  <a:pt x="796636" y="2485159"/>
                </a:cubicBezTo>
                <a:cubicBezTo>
                  <a:pt x="796636" y="2493818"/>
                  <a:pt x="796636" y="2511136"/>
                  <a:pt x="787977" y="2511136"/>
                </a:cubicBezTo>
                <a:close/>
                <a:moveTo>
                  <a:pt x="753341" y="2511136"/>
                </a:moveTo>
                <a:cubicBezTo>
                  <a:pt x="753341" y="2502477"/>
                  <a:pt x="753341" y="2485159"/>
                  <a:pt x="762000" y="2485159"/>
                </a:cubicBezTo>
                <a:cubicBezTo>
                  <a:pt x="770659" y="2485159"/>
                  <a:pt x="762000" y="2502477"/>
                  <a:pt x="753341" y="2511136"/>
                </a:cubicBezTo>
                <a:close/>
                <a:moveTo>
                  <a:pt x="736023" y="2511136"/>
                </a:moveTo>
                <a:cubicBezTo>
                  <a:pt x="718705" y="2502477"/>
                  <a:pt x="701386" y="2493818"/>
                  <a:pt x="692727" y="2485159"/>
                </a:cubicBezTo>
                <a:cubicBezTo>
                  <a:pt x="701386" y="2485159"/>
                  <a:pt x="718705" y="2493818"/>
                  <a:pt x="736023" y="2511136"/>
                </a:cubicBezTo>
                <a:close/>
                <a:moveTo>
                  <a:pt x="2597728" y="2467841"/>
                </a:moveTo>
                <a:cubicBezTo>
                  <a:pt x="2589068" y="2467841"/>
                  <a:pt x="2580409" y="2459182"/>
                  <a:pt x="2571750" y="2450523"/>
                </a:cubicBezTo>
                <a:cubicBezTo>
                  <a:pt x="2580409" y="2450523"/>
                  <a:pt x="2589068" y="2459182"/>
                  <a:pt x="2597728" y="2467841"/>
                </a:cubicBezTo>
                <a:close/>
                <a:moveTo>
                  <a:pt x="1593273" y="2467841"/>
                </a:moveTo>
                <a:cubicBezTo>
                  <a:pt x="1584614" y="2467841"/>
                  <a:pt x="1567296" y="2459182"/>
                  <a:pt x="1549977" y="2450523"/>
                </a:cubicBezTo>
                <a:cubicBezTo>
                  <a:pt x="1558637" y="2450523"/>
                  <a:pt x="1575955" y="2459182"/>
                  <a:pt x="1593273" y="2467841"/>
                </a:cubicBezTo>
                <a:close/>
                <a:moveTo>
                  <a:pt x="2788228" y="2467841"/>
                </a:moveTo>
                <a:lnTo>
                  <a:pt x="2788228" y="2441864"/>
                </a:lnTo>
                <a:cubicBezTo>
                  <a:pt x="2788228" y="2450523"/>
                  <a:pt x="2796887" y="2467841"/>
                  <a:pt x="2788228" y="2467841"/>
                </a:cubicBezTo>
                <a:close/>
                <a:moveTo>
                  <a:pt x="1108364" y="2441864"/>
                </a:moveTo>
                <a:lnTo>
                  <a:pt x="1108364" y="2467841"/>
                </a:lnTo>
                <a:cubicBezTo>
                  <a:pt x="1082387" y="2459182"/>
                  <a:pt x="1047750" y="2459182"/>
                  <a:pt x="1021773" y="2441864"/>
                </a:cubicBezTo>
                <a:lnTo>
                  <a:pt x="1108364" y="2441864"/>
                </a:lnTo>
                <a:close/>
                <a:moveTo>
                  <a:pt x="736023" y="2467841"/>
                </a:moveTo>
                <a:cubicBezTo>
                  <a:pt x="727364" y="2459182"/>
                  <a:pt x="718705" y="2450523"/>
                  <a:pt x="718705" y="2441864"/>
                </a:cubicBezTo>
                <a:cubicBezTo>
                  <a:pt x="727364" y="2450523"/>
                  <a:pt x="736023" y="2459182"/>
                  <a:pt x="736023" y="2467841"/>
                </a:cubicBezTo>
                <a:close/>
                <a:moveTo>
                  <a:pt x="3377046" y="2433205"/>
                </a:moveTo>
                <a:cubicBezTo>
                  <a:pt x="3411682" y="2450523"/>
                  <a:pt x="3446319" y="2459182"/>
                  <a:pt x="3463637" y="2467841"/>
                </a:cubicBezTo>
                <a:cubicBezTo>
                  <a:pt x="3454978" y="2467841"/>
                  <a:pt x="3429000" y="2459182"/>
                  <a:pt x="3403023" y="2493818"/>
                </a:cubicBezTo>
                <a:cubicBezTo>
                  <a:pt x="3385705" y="2485159"/>
                  <a:pt x="3368387" y="2459182"/>
                  <a:pt x="3342409" y="2459182"/>
                </a:cubicBezTo>
                <a:cubicBezTo>
                  <a:pt x="3325091" y="2459182"/>
                  <a:pt x="3333750" y="2476500"/>
                  <a:pt x="3333750" y="2485159"/>
                </a:cubicBezTo>
                <a:cubicBezTo>
                  <a:pt x="3325091" y="2476500"/>
                  <a:pt x="3325091" y="2476500"/>
                  <a:pt x="3325091" y="2459182"/>
                </a:cubicBezTo>
                <a:cubicBezTo>
                  <a:pt x="3325091" y="2433205"/>
                  <a:pt x="3299114" y="2441864"/>
                  <a:pt x="3281796" y="2433205"/>
                </a:cubicBezTo>
                <a:lnTo>
                  <a:pt x="3377046" y="2433205"/>
                </a:lnTo>
                <a:close/>
                <a:moveTo>
                  <a:pt x="2900796" y="2450523"/>
                </a:moveTo>
                <a:cubicBezTo>
                  <a:pt x="2900796" y="2459182"/>
                  <a:pt x="2892137" y="2467841"/>
                  <a:pt x="2892137" y="2476500"/>
                </a:cubicBezTo>
                <a:cubicBezTo>
                  <a:pt x="2857500" y="2459182"/>
                  <a:pt x="2857500" y="2424546"/>
                  <a:pt x="2822864" y="2424546"/>
                </a:cubicBezTo>
                <a:lnTo>
                  <a:pt x="2857500" y="2415886"/>
                </a:lnTo>
                <a:cubicBezTo>
                  <a:pt x="2866159" y="2433205"/>
                  <a:pt x="2883478" y="2441864"/>
                  <a:pt x="2900796" y="2450523"/>
                </a:cubicBezTo>
                <a:close/>
                <a:moveTo>
                  <a:pt x="2563091" y="2441864"/>
                </a:moveTo>
                <a:cubicBezTo>
                  <a:pt x="2545773" y="2433205"/>
                  <a:pt x="2519796" y="2424546"/>
                  <a:pt x="2502478" y="2415886"/>
                </a:cubicBezTo>
                <a:cubicBezTo>
                  <a:pt x="2519796" y="2424546"/>
                  <a:pt x="2545773" y="2433205"/>
                  <a:pt x="2563091" y="2441864"/>
                </a:cubicBezTo>
                <a:close/>
                <a:moveTo>
                  <a:pt x="1082387" y="2415886"/>
                </a:moveTo>
                <a:cubicBezTo>
                  <a:pt x="1073727" y="2424546"/>
                  <a:pt x="1065068" y="2424546"/>
                  <a:pt x="1039091" y="2424546"/>
                </a:cubicBezTo>
                <a:cubicBezTo>
                  <a:pt x="1021773" y="2424546"/>
                  <a:pt x="1004455" y="2415886"/>
                  <a:pt x="987136" y="2407227"/>
                </a:cubicBezTo>
                <a:lnTo>
                  <a:pt x="1082387" y="2415886"/>
                </a:lnTo>
                <a:close/>
                <a:moveTo>
                  <a:pt x="2493818" y="2407227"/>
                </a:moveTo>
                <a:cubicBezTo>
                  <a:pt x="2485159" y="2398568"/>
                  <a:pt x="2476500" y="2398568"/>
                  <a:pt x="2476500" y="2389909"/>
                </a:cubicBezTo>
                <a:cubicBezTo>
                  <a:pt x="2485159" y="2398568"/>
                  <a:pt x="2493818" y="2398568"/>
                  <a:pt x="2493818" y="2407227"/>
                </a:cubicBezTo>
                <a:close/>
                <a:moveTo>
                  <a:pt x="1853046" y="2580409"/>
                </a:moveTo>
                <a:cubicBezTo>
                  <a:pt x="1905000" y="2632364"/>
                  <a:pt x="1956955" y="2606386"/>
                  <a:pt x="2000250" y="2675659"/>
                </a:cubicBezTo>
                <a:lnTo>
                  <a:pt x="2000250" y="2701636"/>
                </a:lnTo>
                <a:cubicBezTo>
                  <a:pt x="1956955" y="2658341"/>
                  <a:pt x="1887682" y="2632364"/>
                  <a:pt x="1844387" y="2580409"/>
                </a:cubicBezTo>
                <a:cubicBezTo>
                  <a:pt x="1801091" y="2545773"/>
                  <a:pt x="1783773" y="2459182"/>
                  <a:pt x="1723159" y="2459182"/>
                </a:cubicBezTo>
                <a:cubicBezTo>
                  <a:pt x="1723159" y="2450523"/>
                  <a:pt x="1731818" y="2450523"/>
                  <a:pt x="1740477" y="2441864"/>
                </a:cubicBezTo>
                <a:cubicBezTo>
                  <a:pt x="1723159" y="2424546"/>
                  <a:pt x="1697182" y="2398568"/>
                  <a:pt x="1688523" y="2372591"/>
                </a:cubicBezTo>
                <a:cubicBezTo>
                  <a:pt x="1749137" y="2433205"/>
                  <a:pt x="1792432" y="2519796"/>
                  <a:pt x="1853046" y="2580409"/>
                </a:cubicBezTo>
                <a:close/>
                <a:moveTo>
                  <a:pt x="2502478" y="2389909"/>
                </a:moveTo>
                <a:cubicBezTo>
                  <a:pt x="2502478" y="2381250"/>
                  <a:pt x="2511137" y="2372591"/>
                  <a:pt x="2511137" y="2363932"/>
                </a:cubicBezTo>
                <a:cubicBezTo>
                  <a:pt x="2511137" y="2372591"/>
                  <a:pt x="2511137" y="2381250"/>
                  <a:pt x="2502478" y="2389909"/>
                </a:cubicBezTo>
                <a:close/>
                <a:moveTo>
                  <a:pt x="2251364" y="2398568"/>
                </a:moveTo>
                <a:lnTo>
                  <a:pt x="2216728" y="2363932"/>
                </a:lnTo>
                <a:cubicBezTo>
                  <a:pt x="2251364" y="2363932"/>
                  <a:pt x="2363932" y="2476500"/>
                  <a:pt x="2372591" y="2537114"/>
                </a:cubicBezTo>
                <a:cubicBezTo>
                  <a:pt x="2363932" y="2528455"/>
                  <a:pt x="2346614" y="2519796"/>
                  <a:pt x="2337955" y="2528455"/>
                </a:cubicBezTo>
                <a:cubicBezTo>
                  <a:pt x="2346614" y="2537114"/>
                  <a:pt x="2355273" y="2554432"/>
                  <a:pt x="2363932" y="2563091"/>
                </a:cubicBezTo>
                <a:cubicBezTo>
                  <a:pt x="2303318" y="2528455"/>
                  <a:pt x="2242705" y="2433205"/>
                  <a:pt x="2182091" y="2363932"/>
                </a:cubicBezTo>
                <a:cubicBezTo>
                  <a:pt x="2225387" y="2381250"/>
                  <a:pt x="2190750" y="2389909"/>
                  <a:pt x="2251364" y="2398568"/>
                </a:cubicBezTo>
                <a:close/>
                <a:moveTo>
                  <a:pt x="831273" y="2415886"/>
                </a:moveTo>
                <a:cubicBezTo>
                  <a:pt x="822614" y="2407227"/>
                  <a:pt x="822614" y="2398568"/>
                  <a:pt x="796636" y="2398568"/>
                </a:cubicBezTo>
                <a:cubicBezTo>
                  <a:pt x="779318" y="2398568"/>
                  <a:pt x="770659" y="2415886"/>
                  <a:pt x="762000" y="2433205"/>
                </a:cubicBezTo>
                <a:cubicBezTo>
                  <a:pt x="762000" y="2433205"/>
                  <a:pt x="753341" y="2441864"/>
                  <a:pt x="779318" y="2441864"/>
                </a:cubicBezTo>
                <a:cubicBezTo>
                  <a:pt x="796636" y="2441864"/>
                  <a:pt x="796636" y="2424546"/>
                  <a:pt x="796636" y="2415886"/>
                </a:cubicBezTo>
                <a:cubicBezTo>
                  <a:pt x="805296" y="2415886"/>
                  <a:pt x="822614" y="2433205"/>
                  <a:pt x="831273" y="2450523"/>
                </a:cubicBezTo>
                <a:cubicBezTo>
                  <a:pt x="822614" y="2450523"/>
                  <a:pt x="831273" y="2441864"/>
                  <a:pt x="805296" y="2441864"/>
                </a:cubicBezTo>
                <a:cubicBezTo>
                  <a:pt x="787977" y="2441864"/>
                  <a:pt x="779318" y="2459182"/>
                  <a:pt x="779318" y="2467841"/>
                </a:cubicBezTo>
                <a:cubicBezTo>
                  <a:pt x="787977" y="2476500"/>
                  <a:pt x="796636" y="2467841"/>
                  <a:pt x="831273" y="2467841"/>
                </a:cubicBezTo>
                <a:cubicBezTo>
                  <a:pt x="857250" y="2502477"/>
                  <a:pt x="805296" y="2537114"/>
                  <a:pt x="857250" y="2571750"/>
                </a:cubicBezTo>
                <a:cubicBezTo>
                  <a:pt x="839932" y="2571750"/>
                  <a:pt x="822614" y="2563091"/>
                  <a:pt x="805296" y="2571750"/>
                </a:cubicBezTo>
                <a:cubicBezTo>
                  <a:pt x="831273" y="2606386"/>
                  <a:pt x="857250" y="2632364"/>
                  <a:pt x="891886" y="2649682"/>
                </a:cubicBezTo>
                <a:lnTo>
                  <a:pt x="865909" y="2658341"/>
                </a:lnTo>
                <a:cubicBezTo>
                  <a:pt x="839932" y="2641023"/>
                  <a:pt x="805296" y="2597727"/>
                  <a:pt x="787977" y="2597727"/>
                </a:cubicBezTo>
                <a:cubicBezTo>
                  <a:pt x="762000" y="2597727"/>
                  <a:pt x="684068" y="2684318"/>
                  <a:pt x="632114" y="2727614"/>
                </a:cubicBezTo>
                <a:cubicBezTo>
                  <a:pt x="632114" y="2718955"/>
                  <a:pt x="649432" y="2675659"/>
                  <a:pt x="649432" y="2667000"/>
                </a:cubicBezTo>
                <a:cubicBezTo>
                  <a:pt x="666750" y="2632364"/>
                  <a:pt x="701386" y="2589068"/>
                  <a:pt x="727364" y="2545773"/>
                </a:cubicBezTo>
                <a:cubicBezTo>
                  <a:pt x="718705" y="2537114"/>
                  <a:pt x="727364" y="2537114"/>
                  <a:pt x="701386" y="2537114"/>
                </a:cubicBezTo>
                <a:cubicBezTo>
                  <a:pt x="684068" y="2537114"/>
                  <a:pt x="554182" y="2684318"/>
                  <a:pt x="484909" y="2736273"/>
                </a:cubicBezTo>
                <a:cubicBezTo>
                  <a:pt x="536864" y="2684318"/>
                  <a:pt x="588818" y="2632364"/>
                  <a:pt x="632114" y="2571750"/>
                </a:cubicBezTo>
                <a:cubicBezTo>
                  <a:pt x="623455" y="2563091"/>
                  <a:pt x="614796" y="2563091"/>
                  <a:pt x="597477" y="2563091"/>
                </a:cubicBezTo>
                <a:cubicBezTo>
                  <a:pt x="571500" y="2563091"/>
                  <a:pt x="571500" y="2563091"/>
                  <a:pt x="562841" y="2571750"/>
                </a:cubicBezTo>
                <a:cubicBezTo>
                  <a:pt x="519546" y="2623705"/>
                  <a:pt x="467591" y="2684318"/>
                  <a:pt x="432955" y="2727614"/>
                </a:cubicBezTo>
                <a:cubicBezTo>
                  <a:pt x="424295" y="2718955"/>
                  <a:pt x="406977" y="2727614"/>
                  <a:pt x="389659" y="2727614"/>
                </a:cubicBezTo>
                <a:cubicBezTo>
                  <a:pt x="441614" y="2692977"/>
                  <a:pt x="510886" y="2615046"/>
                  <a:pt x="554182" y="2563091"/>
                </a:cubicBezTo>
                <a:cubicBezTo>
                  <a:pt x="554182" y="2554432"/>
                  <a:pt x="571500" y="2545773"/>
                  <a:pt x="588818" y="2545773"/>
                </a:cubicBezTo>
                <a:cubicBezTo>
                  <a:pt x="614796" y="2545773"/>
                  <a:pt x="623455" y="2554432"/>
                  <a:pt x="632114" y="2571750"/>
                </a:cubicBezTo>
                <a:lnTo>
                  <a:pt x="658091" y="2545773"/>
                </a:lnTo>
                <a:cubicBezTo>
                  <a:pt x="658091" y="2537114"/>
                  <a:pt x="649432" y="2528455"/>
                  <a:pt x="640773" y="2519796"/>
                </a:cubicBezTo>
                <a:lnTo>
                  <a:pt x="623455" y="2537114"/>
                </a:lnTo>
                <a:cubicBezTo>
                  <a:pt x="632114" y="2485159"/>
                  <a:pt x="658091" y="2476500"/>
                  <a:pt x="692727" y="2433205"/>
                </a:cubicBezTo>
                <a:cubicBezTo>
                  <a:pt x="692727" y="2433205"/>
                  <a:pt x="701386" y="2433205"/>
                  <a:pt x="718705" y="2441864"/>
                </a:cubicBezTo>
                <a:cubicBezTo>
                  <a:pt x="718705" y="2424546"/>
                  <a:pt x="718705" y="2389909"/>
                  <a:pt x="727364" y="2381250"/>
                </a:cubicBezTo>
                <a:lnTo>
                  <a:pt x="736023" y="2381250"/>
                </a:lnTo>
                <a:cubicBezTo>
                  <a:pt x="744682" y="2389909"/>
                  <a:pt x="753341" y="2407227"/>
                  <a:pt x="762000" y="2424546"/>
                </a:cubicBezTo>
                <a:lnTo>
                  <a:pt x="779318" y="2407227"/>
                </a:lnTo>
                <a:lnTo>
                  <a:pt x="762000" y="2389909"/>
                </a:lnTo>
                <a:cubicBezTo>
                  <a:pt x="762000" y="2389909"/>
                  <a:pt x="770659" y="2355273"/>
                  <a:pt x="805296" y="2381250"/>
                </a:cubicBezTo>
                <a:lnTo>
                  <a:pt x="805296" y="2355273"/>
                </a:lnTo>
                <a:cubicBezTo>
                  <a:pt x="822614" y="2363932"/>
                  <a:pt x="831273" y="2372591"/>
                  <a:pt x="831273" y="2415886"/>
                </a:cubicBezTo>
                <a:close/>
                <a:moveTo>
                  <a:pt x="3325091" y="2346614"/>
                </a:moveTo>
                <a:cubicBezTo>
                  <a:pt x="3325091" y="2346614"/>
                  <a:pt x="3420341" y="2398568"/>
                  <a:pt x="3420341" y="2381250"/>
                </a:cubicBezTo>
                <a:cubicBezTo>
                  <a:pt x="3420341" y="2363932"/>
                  <a:pt x="3394364" y="2372591"/>
                  <a:pt x="3385705" y="2372591"/>
                </a:cubicBezTo>
                <a:cubicBezTo>
                  <a:pt x="3394364" y="2363932"/>
                  <a:pt x="3403023" y="2346614"/>
                  <a:pt x="3403023" y="2337955"/>
                </a:cubicBezTo>
                <a:lnTo>
                  <a:pt x="3429000" y="2363932"/>
                </a:lnTo>
                <a:lnTo>
                  <a:pt x="3446319" y="2346614"/>
                </a:lnTo>
                <a:cubicBezTo>
                  <a:pt x="3463637" y="2372591"/>
                  <a:pt x="3480955" y="2363932"/>
                  <a:pt x="3498273" y="2363932"/>
                </a:cubicBezTo>
                <a:lnTo>
                  <a:pt x="3498273" y="2398568"/>
                </a:lnTo>
                <a:cubicBezTo>
                  <a:pt x="3506932" y="2407227"/>
                  <a:pt x="3532909" y="2381250"/>
                  <a:pt x="3532909" y="2398568"/>
                </a:cubicBezTo>
                <a:cubicBezTo>
                  <a:pt x="3532909" y="2381250"/>
                  <a:pt x="3524250" y="2389909"/>
                  <a:pt x="3515591" y="2389909"/>
                </a:cubicBezTo>
                <a:cubicBezTo>
                  <a:pt x="3515591" y="2381250"/>
                  <a:pt x="3524250" y="2363932"/>
                  <a:pt x="3550228" y="2363932"/>
                </a:cubicBezTo>
                <a:cubicBezTo>
                  <a:pt x="3567546" y="2363932"/>
                  <a:pt x="3593523" y="2398568"/>
                  <a:pt x="3610841" y="2424546"/>
                </a:cubicBezTo>
                <a:lnTo>
                  <a:pt x="3576205" y="2424546"/>
                </a:lnTo>
                <a:cubicBezTo>
                  <a:pt x="3567546" y="2415886"/>
                  <a:pt x="3567546" y="2398568"/>
                  <a:pt x="3558887" y="2389909"/>
                </a:cubicBezTo>
                <a:cubicBezTo>
                  <a:pt x="3541569" y="2398568"/>
                  <a:pt x="3541569" y="2424546"/>
                  <a:pt x="3515591" y="2424546"/>
                </a:cubicBezTo>
                <a:cubicBezTo>
                  <a:pt x="3489614" y="2424546"/>
                  <a:pt x="3480955" y="2398568"/>
                  <a:pt x="3463637" y="2389909"/>
                </a:cubicBezTo>
                <a:cubicBezTo>
                  <a:pt x="3454978" y="2389909"/>
                  <a:pt x="3437659" y="2407227"/>
                  <a:pt x="3437659" y="2424546"/>
                </a:cubicBezTo>
                <a:cubicBezTo>
                  <a:pt x="3429000" y="2424546"/>
                  <a:pt x="3420341" y="2424546"/>
                  <a:pt x="3420341" y="2407227"/>
                </a:cubicBezTo>
                <a:cubicBezTo>
                  <a:pt x="3420341" y="2407227"/>
                  <a:pt x="3429000" y="2407227"/>
                  <a:pt x="3420341" y="2398568"/>
                </a:cubicBezTo>
                <a:lnTo>
                  <a:pt x="3420341" y="2389909"/>
                </a:lnTo>
                <a:cubicBezTo>
                  <a:pt x="3403023" y="2407227"/>
                  <a:pt x="3394364" y="2415886"/>
                  <a:pt x="3368387" y="2415886"/>
                </a:cubicBezTo>
                <a:cubicBezTo>
                  <a:pt x="3351069" y="2415886"/>
                  <a:pt x="3351069" y="2398568"/>
                  <a:pt x="3325091" y="2398568"/>
                </a:cubicBezTo>
                <a:cubicBezTo>
                  <a:pt x="3307773" y="2398568"/>
                  <a:pt x="3316432" y="2415886"/>
                  <a:pt x="3299114" y="2415886"/>
                </a:cubicBezTo>
                <a:cubicBezTo>
                  <a:pt x="3273137" y="2415886"/>
                  <a:pt x="3290455" y="2398568"/>
                  <a:pt x="3281796" y="2389909"/>
                </a:cubicBezTo>
                <a:cubicBezTo>
                  <a:pt x="3273137" y="2398568"/>
                  <a:pt x="3281796" y="2415886"/>
                  <a:pt x="3264478" y="2415886"/>
                </a:cubicBezTo>
                <a:cubicBezTo>
                  <a:pt x="3238500" y="2415886"/>
                  <a:pt x="3264478" y="2398568"/>
                  <a:pt x="3238500" y="2398568"/>
                </a:cubicBezTo>
                <a:cubicBezTo>
                  <a:pt x="3221182" y="2398568"/>
                  <a:pt x="3221182" y="2424546"/>
                  <a:pt x="3203864" y="2424546"/>
                </a:cubicBezTo>
                <a:cubicBezTo>
                  <a:pt x="3177887" y="2424546"/>
                  <a:pt x="3186546" y="2424546"/>
                  <a:pt x="3177887" y="2415886"/>
                </a:cubicBezTo>
                <a:cubicBezTo>
                  <a:pt x="3195205" y="2407227"/>
                  <a:pt x="3203864" y="2407227"/>
                  <a:pt x="3203864" y="2389909"/>
                </a:cubicBezTo>
                <a:cubicBezTo>
                  <a:pt x="3203864" y="2363932"/>
                  <a:pt x="3186546" y="2363932"/>
                  <a:pt x="3169228" y="2363932"/>
                </a:cubicBezTo>
                <a:cubicBezTo>
                  <a:pt x="3169228" y="2355273"/>
                  <a:pt x="3160569" y="2346614"/>
                  <a:pt x="3186546" y="2346614"/>
                </a:cubicBezTo>
                <a:cubicBezTo>
                  <a:pt x="3203864" y="2346614"/>
                  <a:pt x="3221182" y="2372591"/>
                  <a:pt x="3238500" y="2372591"/>
                </a:cubicBezTo>
                <a:cubicBezTo>
                  <a:pt x="3264478" y="2372591"/>
                  <a:pt x="3255819" y="2337955"/>
                  <a:pt x="3281796" y="2337955"/>
                </a:cubicBezTo>
                <a:cubicBezTo>
                  <a:pt x="3299114" y="2337955"/>
                  <a:pt x="3299114" y="2346614"/>
                  <a:pt x="3325091" y="2346614"/>
                </a:cubicBezTo>
                <a:close/>
                <a:moveTo>
                  <a:pt x="2260023" y="2311977"/>
                </a:moveTo>
                <a:cubicBezTo>
                  <a:pt x="2303318" y="2294659"/>
                  <a:pt x="2329296" y="2372591"/>
                  <a:pt x="2346614" y="2398568"/>
                </a:cubicBezTo>
                <a:lnTo>
                  <a:pt x="2260023" y="2311977"/>
                </a:lnTo>
                <a:close/>
                <a:moveTo>
                  <a:pt x="1056409" y="2303318"/>
                </a:moveTo>
                <a:lnTo>
                  <a:pt x="952500" y="2303318"/>
                </a:lnTo>
                <a:lnTo>
                  <a:pt x="1056409" y="2303318"/>
                </a:lnTo>
                <a:close/>
                <a:moveTo>
                  <a:pt x="3212523" y="2294659"/>
                </a:moveTo>
                <a:cubicBezTo>
                  <a:pt x="3212523" y="2294659"/>
                  <a:pt x="3212523" y="2303318"/>
                  <a:pt x="3203864" y="2294659"/>
                </a:cubicBezTo>
                <a:lnTo>
                  <a:pt x="3212523" y="2294659"/>
                </a:lnTo>
                <a:close/>
                <a:moveTo>
                  <a:pt x="3186546" y="2294659"/>
                </a:moveTo>
                <a:lnTo>
                  <a:pt x="3169228" y="2311977"/>
                </a:lnTo>
                <a:cubicBezTo>
                  <a:pt x="3160569" y="2303318"/>
                  <a:pt x="3143250" y="2303318"/>
                  <a:pt x="3125932" y="2294659"/>
                </a:cubicBezTo>
                <a:lnTo>
                  <a:pt x="3186546" y="2294659"/>
                </a:lnTo>
                <a:close/>
                <a:moveTo>
                  <a:pt x="2459182" y="2372591"/>
                </a:moveTo>
                <a:lnTo>
                  <a:pt x="2381250" y="2268682"/>
                </a:lnTo>
                <a:cubicBezTo>
                  <a:pt x="2415887" y="2294659"/>
                  <a:pt x="2441864" y="2337955"/>
                  <a:pt x="2459182" y="2372591"/>
                </a:cubicBezTo>
                <a:close/>
                <a:moveTo>
                  <a:pt x="3177887" y="2260023"/>
                </a:moveTo>
                <a:cubicBezTo>
                  <a:pt x="3160569" y="2260023"/>
                  <a:pt x="3125932" y="2268682"/>
                  <a:pt x="3108614" y="2268682"/>
                </a:cubicBezTo>
                <a:cubicBezTo>
                  <a:pt x="3082637" y="2268682"/>
                  <a:pt x="3073978" y="2268682"/>
                  <a:pt x="3056659" y="2251364"/>
                </a:cubicBezTo>
                <a:lnTo>
                  <a:pt x="3177887" y="2260023"/>
                </a:lnTo>
                <a:close/>
                <a:moveTo>
                  <a:pt x="865909" y="2303318"/>
                </a:moveTo>
                <a:lnTo>
                  <a:pt x="865909" y="2234046"/>
                </a:lnTo>
                <a:lnTo>
                  <a:pt x="865909" y="2303318"/>
                </a:lnTo>
                <a:close/>
                <a:moveTo>
                  <a:pt x="3151909" y="2234046"/>
                </a:moveTo>
                <a:cubicBezTo>
                  <a:pt x="3108614" y="2234046"/>
                  <a:pt x="3048000" y="2242705"/>
                  <a:pt x="3004705" y="2216727"/>
                </a:cubicBezTo>
                <a:lnTo>
                  <a:pt x="3151909" y="2234046"/>
                </a:lnTo>
                <a:close/>
                <a:moveTo>
                  <a:pt x="2355273" y="2234046"/>
                </a:moveTo>
                <a:cubicBezTo>
                  <a:pt x="2346614" y="2234046"/>
                  <a:pt x="2337955" y="2225386"/>
                  <a:pt x="2329296" y="2216727"/>
                </a:cubicBezTo>
                <a:cubicBezTo>
                  <a:pt x="2337955" y="2216727"/>
                  <a:pt x="2346614" y="2225386"/>
                  <a:pt x="2355273" y="2234046"/>
                </a:cubicBezTo>
                <a:close/>
                <a:moveTo>
                  <a:pt x="2398568" y="2225386"/>
                </a:moveTo>
                <a:cubicBezTo>
                  <a:pt x="2398568" y="2242705"/>
                  <a:pt x="2381250" y="2242705"/>
                  <a:pt x="2363932" y="2251364"/>
                </a:cubicBezTo>
                <a:cubicBezTo>
                  <a:pt x="2372591" y="2242705"/>
                  <a:pt x="2389909" y="2216727"/>
                  <a:pt x="2389909" y="2208068"/>
                </a:cubicBezTo>
                <a:cubicBezTo>
                  <a:pt x="2389909" y="2208068"/>
                  <a:pt x="2398568" y="2199409"/>
                  <a:pt x="2398568" y="2225386"/>
                </a:cubicBezTo>
                <a:close/>
                <a:moveTo>
                  <a:pt x="2874819" y="2216727"/>
                </a:moveTo>
                <a:cubicBezTo>
                  <a:pt x="2866159" y="2216727"/>
                  <a:pt x="2840182" y="2216727"/>
                  <a:pt x="2840182" y="2225386"/>
                </a:cubicBezTo>
                <a:lnTo>
                  <a:pt x="2840182" y="2234046"/>
                </a:lnTo>
                <a:lnTo>
                  <a:pt x="2840182" y="2199409"/>
                </a:lnTo>
                <a:cubicBezTo>
                  <a:pt x="2874819" y="2260023"/>
                  <a:pt x="2831523" y="2182091"/>
                  <a:pt x="2874819" y="2216727"/>
                </a:cubicBezTo>
                <a:close/>
                <a:moveTo>
                  <a:pt x="2848841" y="2190750"/>
                </a:moveTo>
                <a:cubicBezTo>
                  <a:pt x="2848841" y="2182091"/>
                  <a:pt x="2848841" y="2173432"/>
                  <a:pt x="2857500" y="2173432"/>
                </a:cubicBezTo>
                <a:cubicBezTo>
                  <a:pt x="2857500" y="2173432"/>
                  <a:pt x="2857500" y="2182091"/>
                  <a:pt x="2848841" y="2190750"/>
                </a:cubicBezTo>
                <a:close/>
                <a:moveTo>
                  <a:pt x="2260023" y="2234046"/>
                </a:moveTo>
                <a:cubicBezTo>
                  <a:pt x="2251364" y="2208068"/>
                  <a:pt x="2234046" y="2173432"/>
                  <a:pt x="2216728" y="2147455"/>
                </a:cubicBezTo>
                <a:cubicBezTo>
                  <a:pt x="2234046" y="2156114"/>
                  <a:pt x="2251364" y="2190750"/>
                  <a:pt x="2251364" y="2199409"/>
                </a:cubicBezTo>
                <a:cubicBezTo>
                  <a:pt x="2303318" y="2260023"/>
                  <a:pt x="2346614" y="2260023"/>
                  <a:pt x="2381250" y="2329296"/>
                </a:cubicBezTo>
                <a:cubicBezTo>
                  <a:pt x="2398568" y="2355273"/>
                  <a:pt x="2450523" y="2407227"/>
                  <a:pt x="2502478" y="2441864"/>
                </a:cubicBezTo>
                <a:cubicBezTo>
                  <a:pt x="2519796" y="2459182"/>
                  <a:pt x="2571750" y="2467841"/>
                  <a:pt x="2580409" y="2493818"/>
                </a:cubicBezTo>
                <a:cubicBezTo>
                  <a:pt x="2597728" y="2511136"/>
                  <a:pt x="2606387" y="2554432"/>
                  <a:pt x="2623705" y="2589068"/>
                </a:cubicBezTo>
                <a:cubicBezTo>
                  <a:pt x="2502478" y="2467841"/>
                  <a:pt x="2363932" y="2346614"/>
                  <a:pt x="2260023" y="2234046"/>
                </a:cubicBezTo>
                <a:close/>
                <a:moveTo>
                  <a:pt x="2043546" y="2138796"/>
                </a:moveTo>
                <a:cubicBezTo>
                  <a:pt x="2034887" y="2147455"/>
                  <a:pt x="2017568" y="2147455"/>
                  <a:pt x="2000250" y="2138796"/>
                </a:cubicBezTo>
                <a:cubicBezTo>
                  <a:pt x="2008909" y="2138796"/>
                  <a:pt x="2026227" y="2147455"/>
                  <a:pt x="2043546" y="2138796"/>
                </a:cubicBezTo>
                <a:close/>
                <a:moveTo>
                  <a:pt x="2857500" y="2121477"/>
                </a:moveTo>
                <a:lnTo>
                  <a:pt x="2848841" y="2121477"/>
                </a:lnTo>
                <a:lnTo>
                  <a:pt x="2857500" y="2121477"/>
                </a:lnTo>
                <a:close/>
                <a:moveTo>
                  <a:pt x="1913659" y="2130136"/>
                </a:moveTo>
                <a:cubicBezTo>
                  <a:pt x="1905000" y="2121477"/>
                  <a:pt x="1896341" y="2104159"/>
                  <a:pt x="1887682" y="2086841"/>
                </a:cubicBezTo>
                <a:cubicBezTo>
                  <a:pt x="1913659" y="2104159"/>
                  <a:pt x="1948296" y="2138796"/>
                  <a:pt x="1982932" y="2156114"/>
                </a:cubicBezTo>
                <a:cubicBezTo>
                  <a:pt x="1965614" y="2156114"/>
                  <a:pt x="1948296" y="2156114"/>
                  <a:pt x="1939637" y="2199409"/>
                </a:cubicBezTo>
                <a:cubicBezTo>
                  <a:pt x="1905000" y="2182091"/>
                  <a:pt x="1861705" y="2156114"/>
                  <a:pt x="1835727" y="2156114"/>
                </a:cubicBezTo>
                <a:cubicBezTo>
                  <a:pt x="1818409" y="2156114"/>
                  <a:pt x="1801091" y="2173432"/>
                  <a:pt x="1775114" y="2173432"/>
                </a:cubicBezTo>
                <a:cubicBezTo>
                  <a:pt x="1749137" y="2173432"/>
                  <a:pt x="1740477" y="2164773"/>
                  <a:pt x="1723159" y="2138796"/>
                </a:cubicBezTo>
                <a:lnTo>
                  <a:pt x="1731818" y="2130136"/>
                </a:lnTo>
                <a:cubicBezTo>
                  <a:pt x="1740477" y="2138796"/>
                  <a:pt x="1775114" y="2138796"/>
                  <a:pt x="1766455" y="2121477"/>
                </a:cubicBezTo>
                <a:cubicBezTo>
                  <a:pt x="1775114" y="2121477"/>
                  <a:pt x="1835727" y="2164773"/>
                  <a:pt x="1835727" y="2138796"/>
                </a:cubicBezTo>
                <a:cubicBezTo>
                  <a:pt x="1835727" y="2121477"/>
                  <a:pt x="1818409" y="2104159"/>
                  <a:pt x="1809750" y="2069523"/>
                </a:cubicBezTo>
                <a:cubicBezTo>
                  <a:pt x="1853046" y="2060864"/>
                  <a:pt x="1853046" y="2138796"/>
                  <a:pt x="1913659" y="2130136"/>
                </a:cubicBezTo>
                <a:close/>
                <a:moveTo>
                  <a:pt x="1541318" y="2147455"/>
                </a:moveTo>
                <a:cubicBezTo>
                  <a:pt x="1515341" y="2156114"/>
                  <a:pt x="1480705" y="2138796"/>
                  <a:pt x="1428750" y="2147455"/>
                </a:cubicBezTo>
                <a:cubicBezTo>
                  <a:pt x="1480705" y="2112818"/>
                  <a:pt x="1532659" y="2095500"/>
                  <a:pt x="1584614" y="2069523"/>
                </a:cubicBezTo>
                <a:cubicBezTo>
                  <a:pt x="1567296" y="2078182"/>
                  <a:pt x="1541318" y="2104159"/>
                  <a:pt x="1541318" y="2147455"/>
                </a:cubicBezTo>
                <a:close/>
                <a:moveTo>
                  <a:pt x="1723159" y="2095500"/>
                </a:moveTo>
                <a:cubicBezTo>
                  <a:pt x="1723159" y="2086841"/>
                  <a:pt x="1731818" y="2069523"/>
                  <a:pt x="1740477" y="2060864"/>
                </a:cubicBezTo>
                <a:cubicBezTo>
                  <a:pt x="1740477" y="2069523"/>
                  <a:pt x="1731818" y="2086841"/>
                  <a:pt x="1723159" y="2095500"/>
                </a:cubicBezTo>
                <a:close/>
                <a:moveTo>
                  <a:pt x="1368137" y="2156114"/>
                </a:moveTo>
                <a:cubicBezTo>
                  <a:pt x="1316182" y="2190750"/>
                  <a:pt x="1272887" y="2242705"/>
                  <a:pt x="1220932" y="2286000"/>
                </a:cubicBezTo>
                <a:cubicBezTo>
                  <a:pt x="1298864" y="2147455"/>
                  <a:pt x="1463387" y="2078182"/>
                  <a:pt x="1584614" y="2034886"/>
                </a:cubicBezTo>
                <a:cubicBezTo>
                  <a:pt x="1524000" y="2069523"/>
                  <a:pt x="1437409" y="2104159"/>
                  <a:pt x="1368137" y="2156114"/>
                </a:cubicBezTo>
                <a:close/>
                <a:moveTo>
                  <a:pt x="3091296" y="2017568"/>
                </a:moveTo>
                <a:cubicBezTo>
                  <a:pt x="3091296" y="2034886"/>
                  <a:pt x="3082637" y="2060864"/>
                  <a:pt x="3082637" y="2086841"/>
                </a:cubicBezTo>
                <a:cubicBezTo>
                  <a:pt x="3082637" y="2104159"/>
                  <a:pt x="3099955" y="2156114"/>
                  <a:pt x="3117273" y="2190750"/>
                </a:cubicBezTo>
                <a:cubicBezTo>
                  <a:pt x="3073978" y="2190750"/>
                  <a:pt x="3022023" y="2190750"/>
                  <a:pt x="2978728" y="2182091"/>
                </a:cubicBezTo>
                <a:cubicBezTo>
                  <a:pt x="3022023" y="2173432"/>
                  <a:pt x="3065319" y="2208068"/>
                  <a:pt x="3099955" y="2156114"/>
                </a:cubicBezTo>
                <a:lnTo>
                  <a:pt x="2961409" y="2156114"/>
                </a:lnTo>
                <a:cubicBezTo>
                  <a:pt x="3004705" y="2121477"/>
                  <a:pt x="3056659" y="2164773"/>
                  <a:pt x="3082637" y="2112818"/>
                </a:cubicBezTo>
                <a:lnTo>
                  <a:pt x="2970069" y="2112818"/>
                </a:lnTo>
                <a:cubicBezTo>
                  <a:pt x="2987387" y="2086841"/>
                  <a:pt x="3056659" y="2121477"/>
                  <a:pt x="3082637" y="2078182"/>
                </a:cubicBezTo>
                <a:lnTo>
                  <a:pt x="2987387" y="2078182"/>
                </a:lnTo>
                <a:cubicBezTo>
                  <a:pt x="3004705" y="2078182"/>
                  <a:pt x="3048000" y="2095500"/>
                  <a:pt x="3082637" y="2052205"/>
                </a:cubicBezTo>
                <a:lnTo>
                  <a:pt x="3013364" y="2052205"/>
                </a:lnTo>
                <a:cubicBezTo>
                  <a:pt x="3030682" y="2034886"/>
                  <a:pt x="3056659" y="2060864"/>
                  <a:pt x="3082637" y="2017568"/>
                </a:cubicBezTo>
                <a:lnTo>
                  <a:pt x="3048000" y="2017568"/>
                </a:lnTo>
                <a:lnTo>
                  <a:pt x="3091296" y="2017568"/>
                </a:lnTo>
                <a:close/>
                <a:moveTo>
                  <a:pt x="1948296" y="2034886"/>
                </a:moveTo>
                <a:cubicBezTo>
                  <a:pt x="1939637" y="2034886"/>
                  <a:pt x="1922318" y="2034886"/>
                  <a:pt x="1905000" y="2017568"/>
                </a:cubicBezTo>
                <a:lnTo>
                  <a:pt x="1887682" y="2034886"/>
                </a:lnTo>
                <a:cubicBezTo>
                  <a:pt x="1887682" y="2034886"/>
                  <a:pt x="1879023" y="2026227"/>
                  <a:pt x="1870364" y="2026227"/>
                </a:cubicBezTo>
                <a:cubicBezTo>
                  <a:pt x="1879023" y="2026227"/>
                  <a:pt x="1879023" y="2017568"/>
                  <a:pt x="1905000" y="2017568"/>
                </a:cubicBezTo>
                <a:cubicBezTo>
                  <a:pt x="1922318" y="2017568"/>
                  <a:pt x="1930977" y="2034886"/>
                  <a:pt x="1948296" y="2034886"/>
                </a:cubicBezTo>
                <a:close/>
                <a:moveTo>
                  <a:pt x="3480955" y="2052205"/>
                </a:moveTo>
                <a:cubicBezTo>
                  <a:pt x="3463637" y="2052205"/>
                  <a:pt x="3437659" y="2026227"/>
                  <a:pt x="3411682" y="2008909"/>
                </a:cubicBezTo>
                <a:cubicBezTo>
                  <a:pt x="3411682" y="2000250"/>
                  <a:pt x="3420341" y="2000250"/>
                  <a:pt x="3429000" y="1991591"/>
                </a:cubicBezTo>
                <a:cubicBezTo>
                  <a:pt x="3446319" y="2000250"/>
                  <a:pt x="3463637" y="2026227"/>
                  <a:pt x="3480955" y="2052205"/>
                </a:cubicBezTo>
                <a:close/>
                <a:moveTo>
                  <a:pt x="3099955" y="1991591"/>
                </a:moveTo>
                <a:lnTo>
                  <a:pt x="3073978" y="1991591"/>
                </a:lnTo>
                <a:lnTo>
                  <a:pt x="3099955" y="1991591"/>
                </a:lnTo>
                <a:close/>
                <a:moveTo>
                  <a:pt x="1861705" y="2017568"/>
                </a:moveTo>
                <a:cubicBezTo>
                  <a:pt x="1853046" y="2017568"/>
                  <a:pt x="1853046" y="2000250"/>
                  <a:pt x="1835727" y="1991591"/>
                </a:cubicBezTo>
                <a:cubicBezTo>
                  <a:pt x="1844387" y="1991591"/>
                  <a:pt x="1861705" y="2000250"/>
                  <a:pt x="1861705" y="2017568"/>
                </a:cubicBezTo>
                <a:close/>
                <a:moveTo>
                  <a:pt x="1827068" y="2000250"/>
                </a:moveTo>
                <a:cubicBezTo>
                  <a:pt x="1818409" y="2000250"/>
                  <a:pt x="1809750" y="1982932"/>
                  <a:pt x="1801091" y="1982932"/>
                </a:cubicBezTo>
                <a:cubicBezTo>
                  <a:pt x="1809750" y="1982932"/>
                  <a:pt x="1818409" y="1991591"/>
                  <a:pt x="1827068" y="2000250"/>
                </a:cubicBezTo>
                <a:close/>
                <a:moveTo>
                  <a:pt x="1982932" y="2000250"/>
                </a:moveTo>
                <a:lnTo>
                  <a:pt x="1956955" y="1974273"/>
                </a:lnTo>
                <a:cubicBezTo>
                  <a:pt x="1956955" y="1974273"/>
                  <a:pt x="1965614" y="1965614"/>
                  <a:pt x="1982932" y="1965614"/>
                </a:cubicBezTo>
                <a:lnTo>
                  <a:pt x="1982932" y="2000250"/>
                </a:lnTo>
                <a:close/>
                <a:moveTo>
                  <a:pt x="3827319" y="1956955"/>
                </a:moveTo>
                <a:cubicBezTo>
                  <a:pt x="3844637" y="1948296"/>
                  <a:pt x="3887932" y="1948296"/>
                  <a:pt x="3905250" y="2000250"/>
                </a:cubicBezTo>
                <a:cubicBezTo>
                  <a:pt x="3879273" y="1991591"/>
                  <a:pt x="3853296" y="1974273"/>
                  <a:pt x="3827319" y="1956955"/>
                </a:cubicBezTo>
                <a:close/>
                <a:moveTo>
                  <a:pt x="3801341" y="1939636"/>
                </a:moveTo>
                <a:lnTo>
                  <a:pt x="3792682" y="1939636"/>
                </a:lnTo>
                <a:lnTo>
                  <a:pt x="3801341" y="1939636"/>
                </a:lnTo>
                <a:close/>
                <a:moveTo>
                  <a:pt x="3775364" y="1956955"/>
                </a:moveTo>
                <a:cubicBezTo>
                  <a:pt x="3758046" y="1965614"/>
                  <a:pt x="3740728" y="1991591"/>
                  <a:pt x="3714750" y="1991591"/>
                </a:cubicBezTo>
                <a:cubicBezTo>
                  <a:pt x="3697432" y="1991591"/>
                  <a:pt x="3654137" y="1974273"/>
                  <a:pt x="3619500" y="1948296"/>
                </a:cubicBezTo>
                <a:cubicBezTo>
                  <a:pt x="3636819" y="1956955"/>
                  <a:pt x="3654137" y="1965614"/>
                  <a:pt x="3671455" y="1965614"/>
                </a:cubicBezTo>
                <a:cubicBezTo>
                  <a:pt x="3697432" y="1965614"/>
                  <a:pt x="3688773" y="1948296"/>
                  <a:pt x="3697432" y="1939636"/>
                </a:cubicBezTo>
                <a:cubicBezTo>
                  <a:pt x="3697432" y="1948296"/>
                  <a:pt x="3706091" y="1965614"/>
                  <a:pt x="3714750" y="1974273"/>
                </a:cubicBezTo>
                <a:cubicBezTo>
                  <a:pt x="3714750" y="1965614"/>
                  <a:pt x="3723409" y="1965614"/>
                  <a:pt x="3732069" y="1930977"/>
                </a:cubicBezTo>
                <a:cubicBezTo>
                  <a:pt x="3740728" y="1939636"/>
                  <a:pt x="3758046" y="1956955"/>
                  <a:pt x="3775364" y="1956955"/>
                </a:cubicBezTo>
                <a:close/>
                <a:moveTo>
                  <a:pt x="1342159" y="1974273"/>
                </a:moveTo>
                <a:cubicBezTo>
                  <a:pt x="1342159" y="1991591"/>
                  <a:pt x="1333500" y="2000250"/>
                  <a:pt x="1324841" y="2000250"/>
                </a:cubicBezTo>
                <a:lnTo>
                  <a:pt x="1290205" y="2034886"/>
                </a:lnTo>
                <a:cubicBezTo>
                  <a:pt x="1212273" y="2078182"/>
                  <a:pt x="1160318" y="2121477"/>
                  <a:pt x="1117023" y="2190750"/>
                </a:cubicBezTo>
                <a:cubicBezTo>
                  <a:pt x="1099705" y="2199409"/>
                  <a:pt x="1065068" y="2199409"/>
                  <a:pt x="1039091" y="2216727"/>
                </a:cubicBezTo>
                <a:cubicBezTo>
                  <a:pt x="1065068" y="2234046"/>
                  <a:pt x="1099705" y="2234046"/>
                  <a:pt x="1125682" y="2234046"/>
                </a:cubicBezTo>
                <a:lnTo>
                  <a:pt x="1125682" y="2260023"/>
                </a:lnTo>
                <a:cubicBezTo>
                  <a:pt x="1082387" y="2260023"/>
                  <a:pt x="1039091" y="2260023"/>
                  <a:pt x="995796" y="2268682"/>
                </a:cubicBezTo>
                <a:cubicBezTo>
                  <a:pt x="1039091" y="2277341"/>
                  <a:pt x="1082387" y="2277341"/>
                  <a:pt x="1125682" y="2277341"/>
                </a:cubicBezTo>
                <a:cubicBezTo>
                  <a:pt x="1125682" y="2294659"/>
                  <a:pt x="1099705" y="2303318"/>
                  <a:pt x="1099705" y="2329296"/>
                </a:cubicBezTo>
                <a:cubicBezTo>
                  <a:pt x="1099705" y="2346614"/>
                  <a:pt x="1013114" y="2329296"/>
                  <a:pt x="969818" y="2337955"/>
                </a:cubicBezTo>
                <a:lnTo>
                  <a:pt x="961159" y="2355273"/>
                </a:lnTo>
                <a:cubicBezTo>
                  <a:pt x="987136" y="2355273"/>
                  <a:pt x="1073727" y="2329296"/>
                  <a:pt x="1091046" y="2381250"/>
                </a:cubicBezTo>
                <a:lnTo>
                  <a:pt x="969818" y="2381250"/>
                </a:lnTo>
                <a:cubicBezTo>
                  <a:pt x="935182" y="2346614"/>
                  <a:pt x="883227" y="2311977"/>
                  <a:pt x="883227" y="2268682"/>
                </a:cubicBezTo>
                <a:cubicBezTo>
                  <a:pt x="883227" y="2086841"/>
                  <a:pt x="1298864" y="1939636"/>
                  <a:pt x="1333500" y="1930977"/>
                </a:cubicBezTo>
                <a:cubicBezTo>
                  <a:pt x="1333500" y="1939636"/>
                  <a:pt x="1342159" y="1948296"/>
                  <a:pt x="1342159" y="1974273"/>
                </a:cubicBezTo>
                <a:close/>
                <a:moveTo>
                  <a:pt x="1593273" y="1974273"/>
                </a:moveTo>
                <a:cubicBezTo>
                  <a:pt x="1593273" y="2000250"/>
                  <a:pt x="1593273" y="2000250"/>
                  <a:pt x="1584614" y="2000250"/>
                </a:cubicBezTo>
                <a:cubicBezTo>
                  <a:pt x="1472046" y="2043546"/>
                  <a:pt x="1298864" y="2130136"/>
                  <a:pt x="1203614" y="2268682"/>
                </a:cubicBezTo>
                <a:cubicBezTo>
                  <a:pt x="1194955" y="2251364"/>
                  <a:pt x="1177637" y="2225386"/>
                  <a:pt x="1177637" y="2199409"/>
                </a:cubicBezTo>
                <a:cubicBezTo>
                  <a:pt x="1177637" y="2182091"/>
                  <a:pt x="1220932" y="2156114"/>
                  <a:pt x="1220932" y="2130136"/>
                </a:cubicBezTo>
                <a:cubicBezTo>
                  <a:pt x="1246909" y="2121477"/>
                  <a:pt x="1272887" y="2104159"/>
                  <a:pt x="1281546" y="2078182"/>
                </a:cubicBezTo>
                <a:cubicBezTo>
                  <a:pt x="1333500" y="2069523"/>
                  <a:pt x="1316182" y="2052205"/>
                  <a:pt x="1342159" y="2043546"/>
                </a:cubicBezTo>
                <a:cubicBezTo>
                  <a:pt x="1350818" y="2034886"/>
                  <a:pt x="1376796" y="2043546"/>
                  <a:pt x="1394114" y="2026227"/>
                </a:cubicBezTo>
                <a:cubicBezTo>
                  <a:pt x="1402773" y="2026227"/>
                  <a:pt x="1402773" y="2008909"/>
                  <a:pt x="1411432" y="2000250"/>
                </a:cubicBezTo>
                <a:cubicBezTo>
                  <a:pt x="1428750" y="2008909"/>
                  <a:pt x="1463387" y="1991591"/>
                  <a:pt x="1472046" y="1965614"/>
                </a:cubicBezTo>
                <a:lnTo>
                  <a:pt x="1489364" y="1982932"/>
                </a:lnTo>
                <a:cubicBezTo>
                  <a:pt x="1524000" y="1965614"/>
                  <a:pt x="1549977" y="1948296"/>
                  <a:pt x="1584614" y="1922318"/>
                </a:cubicBezTo>
                <a:cubicBezTo>
                  <a:pt x="1584614" y="1939636"/>
                  <a:pt x="1593273" y="1956955"/>
                  <a:pt x="1593273" y="1974273"/>
                </a:cubicBezTo>
                <a:close/>
                <a:moveTo>
                  <a:pt x="1316182" y="1922318"/>
                </a:moveTo>
                <a:lnTo>
                  <a:pt x="1316182" y="1913659"/>
                </a:lnTo>
                <a:lnTo>
                  <a:pt x="1316182" y="1922318"/>
                </a:lnTo>
                <a:close/>
                <a:moveTo>
                  <a:pt x="3593523" y="1896341"/>
                </a:moveTo>
                <a:cubicBezTo>
                  <a:pt x="3593523" y="1896341"/>
                  <a:pt x="3584864" y="1905000"/>
                  <a:pt x="3584864" y="1913659"/>
                </a:cubicBezTo>
                <a:lnTo>
                  <a:pt x="3558887" y="1887682"/>
                </a:lnTo>
                <a:lnTo>
                  <a:pt x="3593523" y="1896341"/>
                </a:lnTo>
                <a:close/>
                <a:moveTo>
                  <a:pt x="3342409" y="1905000"/>
                </a:moveTo>
                <a:cubicBezTo>
                  <a:pt x="3342409" y="1913659"/>
                  <a:pt x="3359728" y="1922318"/>
                  <a:pt x="3368387" y="1930977"/>
                </a:cubicBezTo>
                <a:lnTo>
                  <a:pt x="3325091" y="1930977"/>
                </a:lnTo>
                <a:cubicBezTo>
                  <a:pt x="3325091" y="1922318"/>
                  <a:pt x="3316432" y="1913659"/>
                  <a:pt x="3307773" y="1913659"/>
                </a:cubicBezTo>
                <a:cubicBezTo>
                  <a:pt x="3325091" y="1905000"/>
                  <a:pt x="3351069" y="1896341"/>
                  <a:pt x="3368387" y="1887682"/>
                </a:cubicBezTo>
                <a:cubicBezTo>
                  <a:pt x="3368387" y="1896341"/>
                  <a:pt x="3351069" y="1896341"/>
                  <a:pt x="3342409" y="1905000"/>
                </a:cubicBezTo>
                <a:close/>
                <a:moveTo>
                  <a:pt x="3515591" y="1887682"/>
                </a:moveTo>
                <a:cubicBezTo>
                  <a:pt x="3506932" y="1896341"/>
                  <a:pt x="3498273" y="1922318"/>
                  <a:pt x="3472296" y="1922318"/>
                </a:cubicBezTo>
                <a:cubicBezTo>
                  <a:pt x="3454978" y="1922318"/>
                  <a:pt x="3437659" y="1887682"/>
                  <a:pt x="3411682" y="1879023"/>
                </a:cubicBezTo>
                <a:cubicBezTo>
                  <a:pt x="3480955" y="1887682"/>
                  <a:pt x="3498273" y="1887682"/>
                  <a:pt x="3515591" y="1887682"/>
                </a:cubicBezTo>
                <a:close/>
                <a:moveTo>
                  <a:pt x="1402773" y="1965614"/>
                </a:moveTo>
                <a:lnTo>
                  <a:pt x="1402773" y="1870364"/>
                </a:lnTo>
                <a:lnTo>
                  <a:pt x="1402773" y="1965614"/>
                </a:lnTo>
                <a:close/>
                <a:moveTo>
                  <a:pt x="3723409" y="1870364"/>
                </a:moveTo>
                <a:cubicBezTo>
                  <a:pt x="3732069" y="1879023"/>
                  <a:pt x="3723409" y="1905000"/>
                  <a:pt x="3723409" y="1922318"/>
                </a:cubicBezTo>
                <a:cubicBezTo>
                  <a:pt x="3714750" y="1905000"/>
                  <a:pt x="3723409" y="1879023"/>
                  <a:pt x="3697432" y="1879023"/>
                </a:cubicBezTo>
                <a:cubicBezTo>
                  <a:pt x="3680114" y="1879023"/>
                  <a:pt x="3688773" y="1887682"/>
                  <a:pt x="3688773" y="1896341"/>
                </a:cubicBezTo>
                <a:cubicBezTo>
                  <a:pt x="3680114" y="1896341"/>
                  <a:pt x="3680114" y="1870364"/>
                  <a:pt x="3662796" y="1870364"/>
                </a:cubicBezTo>
                <a:cubicBezTo>
                  <a:pt x="3636819" y="1870364"/>
                  <a:pt x="3671455" y="1887682"/>
                  <a:pt x="3654137" y="1887682"/>
                </a:cubicBezTo>
                <a:cubicBezTo>
                  <a:pt x="3645478" y="1887682"/>
                  <a:pt x="3671455" y="1870364"/>
                  <a:pt x="3610841" y="1861705"/>
                </a:cubicBezTo>
                <a:cubicBezTo>
                  <a:pt x="3671455" y="1870364"/>
                  <a:pt x="3697432" y="1870364"/>
                  <a:pt x="3723409" y="1870364"/>
                </a:cubicBezTo>
                <a:close/>
                <a:moveTo>
                  <a:pt x="2978728" y="2043546"/>
                </a:moveTo>
                <a:cubicBezTo>
                  <a:pt x="2961409" y="2060864"/>
                  <a:pt x="2952750" y="2095500"/>
                  <a:pt x="2944091" y="2121477"/>
                </a:cubicBezTo>
                <a:cubicBezTo>
                  <a:pt x="2909455" y="2000250"/>
                  <a:pt x="3082637" y="1896341"/>
                  <a:pt x="3186546" y="1835727"/>
                </a:cubicBezTo>
                <a:cubicBezTo>
                  <a:pt x="3177887" y="1922318"/>
                  <a:pt x="3039341" y="1974273"/>
                  <a:pt x="2978728" y="2043546"/>
                </a:cubicBezTo>
                <a:close/>
                <a:moveTo>
                  <a:pt x="1446068" y="1939636"/>
                </a:moveTo>
                <a:cubicBezTo>
                  <a:pt x="1454727" y="1879023"/>
                  <a:pt x="1437409" y="1844386"/>
                  <a:pt x="1472046" y="1827068"/>
                </a:cubicBezTo>
                <a:cubicBezTo>
                  <a:pt x="1472046" y="1835727"/>
                  <a:pt x="1480705" y="1844386"/>
                  <a:pt x="1472046" y="1939636"/>
                </a:cubicBezTo>
                <a:lnTo>
                  <a:pt x="1446068" y="1939636"/>
                </a:lnTo>
                <a:close/>
                <a:moveTo>
                  <a:pt x="1420091" y="1827068"/>
                </a:moveTo>
                <a:lnTo>
                  <a:pt x="1420091" y="1965614"/>
                </a:lnTo>
                <a:cubicBezTo>
                  <a:pt x="1428750" y="1948296"/>
                  <a:pt x="1428750" y="1922318"/>
                  <a:pt x="1420091" y="1827068"/>
                </a:cubicBezTo>
                <a:close/>
                <a:moveTo>
                  <a:pt x="3368387" y="1861705"/>
                </a:moveTo>
                <a:cubicBezTo>
                  <a:pt x="3299114" y="1887682"/>
                  <a:pt x="3151909" y="1965614"/>
                  <a:pt x="3125932" y="2060864"/>
                </a:cubicBezTo>
                <a:cubicBezTo>
                  <a:pt x="3125932" y="2052205"/>
                  <a:pt x="3117273" y="2052205"/>
                  <a:pt x="3117273" y="2034886"/>
                </a:cubicBezTo>
                <a:cubicBezTo>
                  <a:pt x="3117273" y="2008909"/>
                  <a:pt x="3143250" y="1965614"/>
                  <a:pt x="3169228" y="1939636"/>
                </a:cubicBezTo>
                <a:cubicBezTo>
                  <a:pt x="3212523" y="1879023"/>
                  <a:pt x="3299114" y="1844386"/>
                  <a:pt x="3368387" y="1801091"/>
                </a:cubicBezTo>
                <a:lnTo>
                  <a:pt x="3368387" y="1861705"/>
                </a:lnTo>
                <a:close/>
                <a:moveTo>
                  <a:pt x="3255819" y="1844386"/>
                </a:moveTo>
                <a:lnTo>
                  <a:pt x="3255819" y="1801091"/>
                </a:lnTo>
                <a:lnTo>
                  <a:pt x="3255819" y="1844386"/>
                </a:lnTo>
                <a:close/>
                <a:moveTo>
                  <a:pt x="1480705" y="1792432"/>
                </a:moveTo>
                <a:cubicBezTo>
                  <a:pt x="1498023" y="1792432"/>
                  <a:pt x="1506682" y="1809750"/>
                  <a:pt x="1506682" y="1827068"/>
                </a:cubicBezTo>
                <a:cubicBezTo>
                  <a:pt x="1515341" y="1844386"/>
                  <a:pt x="1524000" y="1870364"/>
                  <a:pt x="1524000" y="1896341"/>
                </a:cubicBezTo>
                <a:cubicBezTo>
                  <a:pt x="1524000" y="1913659"/>
                  <a:pt x="1515341" y="1913659"/>
                  <a:pt x="1506682" y="1922318"/>
                </a:cubicBezTo>
                <a:cubicBezTo>
                  <a:pt x="1498023" y="1887682"/>
                  <a:pt x="1515341" y="1809750"/>
                  <a:pt x="1446068" y="1792432"/>
                </a:cubicBezTo>
                <a:lnTo>
                  <a:pt x="1480705" y="1792432"/>
                </a:lnTo>
                <a:close/>
                <a:moveTo>
                  <a:pt x="1853046" y="1844386"/>
                </a:moveTo>
                <a:lnTo>
                  <a:pt x="1827068" y="1844386"/>
                </a:lnTo>
                <a:lnTo>
                  <a:pt x="1827068" y="1766455"/>
                </a:lnTo>
                <a:lnTo>
                  <a:pt x="1853046" y="1766455"/>
                </a:lnTo>
                <a:lnTo>
                  <a:pt x="1853046" y="1844386"/>
                </a:lnTo>
                <a:close/>
                <a:moveTo>
                  <a:pt x="1801091" y="1766455"/>
                </a:moveTo>
                <a:lnTo>
                  <a:pt x="1801091" y="1835727"/>
                </a:lnTo>
                <a:lnTo>
                  <a:pt x="1775114" y="1835727"/>
                </a:lnTo>
                <a:lnTo>
                  <a:pt x="1775114" y="1766455"/>
                </a:lnTo>
                <a:lnTo>
                  <a:pt x="1801091" y="1766455"/>
                </a:lnTo>
                <a:close/>
                <a:moveTo>
                  <a:pt x="1368137" y="1757796"/>
                </a:moveTo>
                <a:lnTo>
                  <a:pt x="1359477" y="1827068"/>
                </a:lnTo>
                <a:lnTo>
                  <a:pt x="1333500" y="1827068"/>
                </a:lnTo>
                <a:lnTo>
                  <a:pt x="1342159" y="1757796"/>
                </a:lnTo>
                <a:lnTo>
                  <a:pt x="1368137" y="1757796"/>
                </a:lnTo>
                <a:close/>
                <a:moveTo>
                  <a:pt x="3299114" y="1792432"/>
                </a:moveTo>
                <a:cubicBezTo>
                  <a:pt x="3299114" y="1809750"/>
                  <a:pt x="3281796" y="1818409"/>
                  <a:pt x="3273137" y="1818409"/>
                </a:cubicBezTo>
                <a:lnTo>
                  <a:pt x="3273137" y="1749136"/>
                </a:lnTo>
                <a:cubicBezTo>
                  <a:pt x="3290455" y="1757796"/>
                  <a:pt x="3299114" y="1766455"/>
                  <a:pt x="3299114" y="1792432"/>
                </a:cubicBezTo>
                <a:close/>
                <a:moveTo>
                  <a:pt x="1757796" y="1757796"/>
                </a:moveTo>
                <a:lnTo>
                  <a:pt x="1757796" y="1827068"/>
                </a:lnTo>
                <a:lnTo>
                  <a:pt x="1731818" y="1827068"/>
                </a:lnTo>
                <a:lnTo>
                  <a:pt x="1731818" y="1749136"/>
                </a:lnTo>
                <a:cubicBezTo>
                  <a:pt x="1740477" y="1757796"/>
                  <a:pt x="1749137" y="1757796"/>
                  <a:pt x="1757796" y="1757796"/>
                </a:cubicBezTo>
                <a:close/>
                <a:moveTo>
                  <a:pt x="1697182" y="1818409"/>
                </a:moveTo>
                <a:lnTo>
                  <a:pt x="1671205" y="1818409"/>
                </a:lnTo>
                <a:lnTo>
                  <a:pt x="1679864" y="1740477"/>
                </a:lnTo>
                <a:cubicBezTo>
                  <a:pt x="1731818" y="1783773"/>
                  <a:pt x="1714500" y="1740477"/>
                  <a:pt x="1697182" y="1818409"/>
                </a:cubicBezTo>
                <a:close/>
                <a:moveTo>
                  <a:pt x="1584614" y="1731818"/>
                </a:moveTo>
                <a:lnTo>
                  <a:pt x="1584614" y="1801091"/>
                </a:lnTo>
                <a:lnTo>
                  <a:pt x="1541318" y="1801091"/>
                </a:lnTo>
                <a:lnTo>
                  <a:pt x="1541318" y="1731818"/>
                </a:lnTo>
                <a:lnTo>
                  <a:pt x="1584614" y="1731818"/>
                </a:lnTo>
                <a:close/>
                <a:moveTo>
                  <a:pt x="1350818" y="1723159"/>
                </a:moveTo>
                <a:lnTo>
                  <a:pt x="1316182" y="1723159"/>
                </a:lnTo>
                <a:lnTo>
                  <a:pt x="1350818" y="1723159"/>
                </a:lnTo>
                <a:close/>
                <a:moveTo>
                  <a:pt x="3325091" y="1757796"/>
                </a:moveTo>
                <a:lnTo>
                  <a:pt x="3316432" y="1792432"/>
                </a:lnTo>
                <a:cubicBezTo>
                  <a:pt x="3307773" y="1775114"/>
                  <a:pt x="3307773" y="1705841"/>
                  <a:pt x="3264478" y="1723159"/>
                </a:cubicBezTo>
                <a:lnTo>
                  <a:pt x="3299114" y="1714500"/>
                </a:lnTo>
                <a:cubicBezTo>
                  <a:pt x="3307773" y="1723159"/>
                  <a:pt x="3316432" y="1740477"/>
                  <a:pt x="3325091" y="1757796"/>
                </a:cubicBezTo>
                <a:close/>
                <a:moveTo>
                  <a:pt x="3576205" y="1757796"/>
                </a:moveTo>
                <a:cubicBezTo>
                  <a:pt x="3576205" y="1757796"/>
                  <a:pt x="3558887" y="1705841"/>
                  <a:pt x="3576205" y="1705841"/>
                </a:cubicBezTo>
                <a:lnTo>
                  <a:pt x="3576205" y="1757796"/>
                </a:lnTo>
                <a:close/>
                <a:moveTo>
                  <a:pt x="1359477" y="1714500"/>
                </a:moveTo>
                <a:cubicBezTo>
                  <a:pt x="1394114" y="1714500"/>
                  <a:pt x="1437409" y="1705841"/>
                  <a:pt x="1472046" y="1705841"/>
                </a:cubicBezTo>
                <a:cubicBezTo>
                  <a:pt x="1437409" y="1705841"/>
                  <a:pt x="1394114" y="1714500"/>
                  <a:pt x="1359477" y="1714500"/>
                </a:cubicBezTo>
                <a:close/>
                <a:moveTo>
                  <a:pt x="3541569" y="1697182"/>
                </a:moveTo>
                <a:lnTo>
                  <a:pt x="3541569" y="1749136"/>
                </a:lnTo>
                <a:lnTo>
                  <a:pt x="3515591" y="1749136"/>
                </a:lnTo>
                <a:lnTo>
                  <a:pt x="3515591" y="1697182"/>
                </a:lnTo>
                <a:lnTo>
                  <a:pt x="3541569" y="1697182"/>
                </a:lnTo>
                <a:close/>
                <a:moveTo>
                  <a:pt x="3212523" y="1697182"/>
                </a:moveTo>
                <a:lnTo>
                  <a:pt x="3212523" y="1740477"/>
                </a:lnTo>
                <a:lnTo>
                  <a:pt x="3195205" y="1740477"/>
                </a:lnTo>
                <a:lnTo>
                  <a:pt x="3195205" y="1697182"/>
                </a:lnTo>
                <a:lnTo>
                  <a:pt x="3212523" y="1697182"/>
                </a:lnTo>
                <a:close/>
                <a:moveTo>
                  <a:pt x="1870364" y="1740477"/>
                </a:moveTo>
                <a:cubicBezTo>
                  <a:pt x="1870364" y="1887682"/>
                  <a:pt x="1861705" y="1896341"/>
                  <a:pt x="1861705" y="1922318"/>
                </a:cubicBezTo>
                <a:cubicBezTo>
                  <a:pt x="1861705" y="1939636"/>
                  <a:pt x="1879023" y="1939636"/>
                  <a:pt x="1887682" y="1956955"/>
                </a:cubicBezTo>
                <a:cubicBezTo>
                  <a:pt x="1879023" y="1948296"/>
                  <a:pt x="1861705" y="1939636"/>
                  <a:pt x="1844387" y="1930977"/>
                </a:cubicBezTo>
                <a:lnTo>
                  <a:pt x="1818409" y="1930977"/>
                </a:lnTo>
                <a:cubicBezTo>
                  <a:pt x="1818409" y="1939636"/>
                  <a:pt x="1827068" y="1956955"/>
                  <a:pt x="1827068" y="1965614"/>
                </a:cubicBezTo>
                <a:cubicBezTo>
                  <a:pt x="1818409" y="1956955"/>
                  <a:pt x="1801091" y="1956955"/>
                  <a:pt x="1792432" y="1956955"/>
                </a:cubicBezTo>
                <a:cubicBezTo>
                  <a:pt x="1783773" y="1965614"/>
                  <a:pt x="1775114" y="1956955"/>
                  <a:pt x="1775114" y="1974273"/>
                </a:cubicBezTo>
                <a:cubicBezTo>
                  <a:pt x="1775114" y="2000250"/>
                  <a:pt x="1783773" y="1991591"/>
                  <a:pt x="1792432" y="1991591"/>
                </a:cubicBezTo>
                <a:cubicBezTo>
                  <a:pt x="1783773" y="2000250"/>
                  <a:pt x="1783773" y="2008909"/>
                  <a:pt x="1783773" y="2017568"/>
                </a:cubicBezTo>
                <a:cubicBezTo>
                  <a:pt x="1775114" y="2017568"/>
                  <a:pt x="1757796" y="2000250"/>
                  <a:pt x="1749137" y="1991591"/>
                </a:cubicBezTo>
                <a:cubicBezTo>
                  <a:pt x="1731818" y="2008909"/>
                  <a:pt x="1714500" y="2017568"/>
                  <a:pt x="1697182" y="2026227"/>
                </a:cubicBezTo>
                <a:cubicBezTo>
                  <a:pt x="1697182" y="2034886"/>
                  <a:pt x="1714500" y="2052205"/>
                  <a:pt x="1723159" y="2052205"/>
                </a:cubicBezTo>
                <a:lnTo>
                  <a:pt x="1671205" y="2052205"/>
                </a:lnTo>
                <a:cubicBezTo>
                  <a:pt x="1645227" y="2052205"/>
                  <a:pt x="1645227" y="2069523"/>
                  <a:pt x="1636568" y="2078182"/>
                </a:cubicBezTo>
                <a:cubicBezTo>
                  <a:pt x="1645227" y="1844386"/>
                  <a:pt x="1645227" y="1766455"/>
                  <a:pt x="1645227" y="1697182"/>
                </a:cubicBezTo>
                <a:cubicBezTo>
                  <a:pt x="1714500" y="1714500"/>
                  <a:pt x="1792432" y="1731818"/>
                  <a:pt x="1870364" y="1740477"/>
                </a:cubicBezTo>
                <a:close/>
                <a:moveTo>
                  <a:pt x="3498273" y="1688523"/>
                </a:moveTo>
                <a:lnTo>
                  <a:pt x="3498273" y="1749136"/>
                </a:lnTo>
                <a:lnTo>
                  <a:pt x="3480955" y="1749136"/>
                </a:lnTo>
                <a:lnTo>
                  <a:pt x="3480955" y="1688523"/>
                </a:lnTo>
                <a:lnTo>
                  <a:pt x="3498273" y="1688523"/>
                </a:lnTo>
                <a:close/>
                <a:moveTo>
                  <a:pt x="1480705" y="1697182"/>
                </a:moveTo>
                <a:cubicBezTo>
                  <a:pt x="1515341" y="1697182"/>
                  <a:pt x="1558637" y="1688523"/>
                  <a:pt x="1593273" y="1688523"/>
                </a:cubicBezTo>
                <a:cubicBezTo>
                  <a:pt x="1558637" y="1688523"/>
                  <a:pt x="1515341" y="1697182"/>
                  <a:pt x="1480705" y="1697182"/>
                </a:cubicBezTo>
                <a:close/>
                <a:moveTo>
                  <a:pt x="1324841" y="1697182"/>
                </a:moveTo>
                <a:cubicBezTo>
                  <a:pt x="1333500" y="1688523"/>
                  <a:pt x="1350818" y="1688523"/>
                  <a:pt x="1359477" y="1688523"/>
                </a:cubicBezTo>
                <a:cubicBezTo>
                  <a:pt x="1350818" y="1697182"/>
                  <a:pt x="1333500" y="1697182"/>
                  <a:pt x="1324841" y="1697182"/>
                </a:cubicBezTo>
                <a:close/>
                <a:moveTo>
                  <a:pt x="3463637" y="1688523"/>
                </a:moveTo>
                <a:lnTo>
                  <a:pt x="3463637" y="1740477"/>
                </a:lnTo>
                <a:lnTo>
                  <a:pt x="3437659" y="1740477"/>
                </a:lnTo>
                <a:lnTo>
                  <a:pt x="3446319" y="1679864"/>
                </a:lnTo>
                <a:cubicBezTo>
                  <a:pt x="3446319" y="1679864"/>
                  <a:pt x="3454978" y="1688523"/>
                  <a:pt x="3463637" y="1688523"/>
                </a:cubicBezTo>
                <a:close/>
                <a:moveTo>
                  <a:pt x="3359728" y="1731818"/>
                </a:moveTo>
                <a:lnTo>
                  <a:pt x="3342409" y="1731818"/>
                </a:lnTo>
                <a:lnTo>
                  <a:pt x="3342409" y="1679864"/>
                </a:lnTo>
                <a:cubicBezTo>
                  <a:pt x="3342409" y="1679864"/>
                  <a:pt x="3351069" y="1679864"/>
                  <a:pt x="3359728" y="1671205"/>
                </a:cubicBezTo>
                <a:lnTo>
                  <a:pt x="3359728" y="1731818"/>
                </a:lnTo>
                <a:close/>
                <a:moveTo>
                  <a:pt x="1385455" y="1688523"/>
                </a:moveTo>
                <a:cubicBezTo>
                  <a:pt x="1385455" y="1679864"/>
                  <a:pt x="1402773" y="1679864"/>
                  <a:pt x="1411432" y="1688523"/>
                </a:cubicBezTo>
                <a:lnTo>
                  <a:pt x="1385455" y="1688523"/>
                </a:lnTo>
                <a:close/>
                <a:moveTo>
                  <a:pt x="3238500" y="1662546"/>
                </a:moveTo>
                <a:lnTo>
                  <a:pt x="3203864" y="1662546"/>
                </a:lnTo>
                <a:lnTo>
                  <a:pt x="3238500" y="1662546"/>
                </a:lnTo>
                <a:close/>
                <a:moveTo>
                  <a:pt x="1524000" y="1662546"/>
                </a:moveTo>
                <a:cubicBezTo>
                  <a:pt x="1515341" y="1671205"/>
                  <a:pt x="1498023" y="1671205"/>
                  <a:pt x="1498023" y="1662546"/>
                </a:cubicBezTo>
                <a:lnTo>
                  <a:pt x="1524000" y="1662546"/>
                </a:lnTo>
                <a:close/>
                <a:moveTo>
                  <a:pt x="3584864" y="1688523"/>
                </a:moveTo>
                <a:cubicBezTo>
                  <a:pt x="3584864" y="1731818"/>
                  <a:pt x="3584864" y="1783773"/>
                  <a:pt x="3593523" y="1861705"/>
                </a:cubicBezTo>
                <a:cubicBezTo>
                  <a:pt x="3584864" y="1870364"/>
                  <a:pt x="3567546" y="1861705"/>
                  <a:pt x="3411682" y="1861705"/>
                </a:cubicBezTo>
                <a:lnTo>
                  <a:pt x="3411682" y="1653886"/>
                </a:lnTo>
                <a:cubicBezTo>
                  <a:pt x="3480955" y="1662546"/>
                  <a:pt x="3532909" y="1679864"/>
                  <a:pt x="3584864" y="1688523"/>
                </a:cubicBezTo>
                <a:close/>
                <a:moveTo>
                  <a:pt x="3316432" y="1653886"/>
                </a:moveTo>
                <a:lnTo>
                  <a:pt x="3273137" y="1653886"/>
                </a:lnTo>
                <a:lnTo>
                  <a:pt x="3316432" y="1653886"/>
                </a:lnTo>
                <a:close/>
                <a:moveTo>
                  <a:pt x="1549977" y="1662546"/>
                </a:moveTo>
                <a:cubicBezTo>
                  <a:pt x="1558637" y="1653886"/>
                  <a:pt x="1575955" y="1653886"/>
                  <a:pt x="1575955" y="1662546"/>
                </a:cubicBezTo>
                <a:lnTo>
                  <a:pt x="1549977" y="1662546"/>
                </a:lnTo>
                <a:close/>
                <a:moveTo>
                  <a:pt x="3368387" y="1645227"/>
                </a:moveTo>
                <a:lnTo>
                  <a:pt x="3333750" y="1645227"/>
                </a:lnTo>
                <a:lnTo>
                  <a:pt x="3368387" y="1645227"/>
                </a:lnTo>
                <a:close/>
                <a:moveTo>
                  <a:pt x="3203864" y="1645227"/>
                </a:moveTo>
                <a:lnTo>
                  <a:pt x="3203864" y="1636568"/>
                </a:lnTo>
                <a:lnTo>
                  <a:pt x="3203864" y="1645227"/>
                </a:lnTo>
                <a:close/>
                <a:moveTo>
                  <a:pt x="3325091" y="1627909"/>
                </a:moveTo>
                <a:lnTo>
                  <a:pt x="3325091" y="1619250"/>
                </a:lnTo>
                <a:lnTo>
                  <a:pt x="3325091" y="1627909"/>
                </a:lnTo>
                <a:close/>
                <a:moveTo>
                  <a:pt x="1723159" y="1627909"/>
                </a:moveTo>
                <a:cubicBezTo>
                  <a:pt x="1757796" y="1688523"/>
                  <a:pt x="1775114" y="1645227"/>
                  <a:pt x="1801091" y="1653886"/>
                </a:cubicBezTo>
                <a:cubicBezTo>
                  <a:pt x="1844387" y="1662546"/>
                  <a:pt x="1775114" y="1688523"/>
                  <a:pt x="1861705" y="1671205"/>
                </a:cubicBezTo>
                <a:lnTo>
                  <a:pt x="1861705" y="1723159"/>
                </a:lnTo>
                <a:lnTo>
                  <a:pt x="1861705" y="1688523"/>
                </a:lnTo>
                <a:cubicBezTo>
                  <a:pt x="1853046" y="1688523"/>
                  <a:pt x="1853046" y="1679864"/>
                  <a:pt x="1827068" y="1679864"/>
                </a:cubicBezTo>
                <a:cubicBezTo>
                  <a:pt x="1818409" y="1679864"/>
                  <a:pt x="1827068" y="1705841"/>
                  <a:pt x="1783773" y="1705841"/>
                </a:cubicBezTo>
                <a:cubicBezTo>
                  <a:pt x="1792432" y="1705841"/>
                  <a:pt x="1809750" y="1705841"/>
                  <a:pt x="1818409" y="1679864"/>
                </a:cubicBezTo>
                <a:cubicBezTo>
                  <a:pt x="1809750" y="1679864"/>
                  <a:pt x="1809750" y="1671205"/>
                  <a:pt x="1792432" y="1671205"/>
                </a:cubicBezTo>
                <a:cubicBezTo>
                  <a:pt x="1757796" y="1671205"/>
                  <a:pt x="1792432" y="1679864"/>
                  <a:pt x="1749137" y="1697182"/>
                </a:cubicBezTo>
                <a:cubicBezTo>
                  <a:pt x="1757796" y="1697182"/>
                  <a:pt x="1766455" y="1697182"/>
                  <a:pt x="1775114" y="1688523"/>
                </a:cubicBezTo>
                <a:cubicBezTo>
                  <a:pt x="1775114" y="1688523"/>
                  <a:pt x="1775114" y="1662546"/>
                  <a:pt x="1757796" y="1662546"/>
                </a:cubicBezTo>
                <a:cubicBezTo>
                  <a:pt x="1731818" y="1662546"/>
                  <a:pt x="1740477" y="1697182"/>
                  <a:pt x="1705841" y="1688523"/>
                </a:cubicBezTo>
                <a:cubicBezTo>
                  <a:pt x="1714500" y="1688523"/>
                  <a:pt x="1731818" y="1688523"/>
                  <a:pt x="1740477" y="1679864"/>
                </a:cubicBezTo>
                <a:cubicBezTo>
                  <a:pt x="1731818" y="1653886"/>
                  <a:pt x="1740477" y="1653886"/>
                  <a:pt x="1714500" y="1653886"/>
                </a:cubicBezTo>
                <a:cubicBezTo>
                  <a:pt x="1697182" y="1653886"/>
                  <a:pt x="1688523" y="1679864"/>
                  <a:pt x="1671205" y="1679864"/>
                </a:cubicBezTo>
                <a:cubicBezTo>
                  <a:pt x="1679864" y="1679864"/>
                  <a:pt x="1688523" y="1679864"/>
                  <a:pt x="1697182" y="1671205"/>
                </a:cubicBezTo>
                <a:lnTo>
                  <a:pt x="1697182" y="1645227"/>
                </a:lnTo>
                <a:cubicBezTo>
                  <a:pt x="1688523" y="1645227"/>
                  <a:pt x="1671205" y="1645227"/>
                  <a:pt x="1662546" y="1636568"/>
                </a:cubicBezTo>
                <a:lnTo>
                  <a:pt x="1645227" y="1653886"/>
                </a:lnTo>
                <a:lnTo>
                  <a:pt x="1662546" y="1671205"/>
                </a:lnTo>
                <a:cubicBezTo>
                  <a:pt x="1627909" y="1645227"/>
                  <a:pt x="1636568" y="1636568"/>
                  <a:pt x="1636568" y="1610591"/>
                </a:cubicBezTo>
                <a:cubicBezTo>
                  <a:pt x="1645227" y="1610591"/>
                  <a:pt x="1662546" y="1645227"/>
                  <a:pt x="1688523" y="1645227"/>
                </a:cubicBezTo>
                <a:cubicBezTo>
                  <a:pt x="1705841" y="1645227"/>
                  <a:pt x="1714500" y="1627909"/>
                  <a:pt x="1723159" y="1627909"/>
                </a:cubicBezTo>
                <a:close/>
                <a:moveTo>
                  <a:pt x="3758046" y="1619250"/>
                </a:moveTo>
                <a:cubicBezTo>
                  <a:pt x="3766705" y="1601932"/>
                  <a:pt x="3784023" y="1593273"/>
                  <a:pt x="3801341" y="1584614"/>
                </a:cubicBezTo>
                <a:cubicBezTo>
                  <a:pt x="3792682" y="1601932"/>
                  <a:pt x="3775364" y="1619250"/>
                  <a:pt x="3758046" y="1619250"/>
                </a:cubicBezTo>
                <a:close/>
                <a:moveTo>
                  <a:pt x="3446319" y="1610591"/>
                </a:moveTo>
                <a:cubicBezTo>
                  <a:pt x="3463637" y="1610591"/>
                  <a:pt x="3463637" y="1601932"/>
                  <a:pt x="3472296" y="1593273"/>
                </a:cubicBezTo>
                <a:cubicBezTo>
                  <a:pt x="3480955" y="1601932"/>
                  <a:pt x="3480955" y="1627909"/>
                  <a:pt x="3506932" y="1627909"/>
                </a:cubicBezTo>
                <a:cubicBezTo>
                  <a:pt x="3524250" y="1627909"/>
                  <a:pt x="3506932" y="1610591"/>
                  <a:pt x="3532909" y="1610591"/>
                </a:cubicBezTo>
                <a:cubicBezTo>
                  <a:pt x="3532909" y="1610591"/>
                  <a:pt x="3532909" y="1636568"/>
                  <a:pt x="3576205" y="1627909"/>
                </a:cubicBezTo>
                <a:lnTo>
                  <a:pt x="3584864" y="1627909"/>
                </a:lnTo>
                <a:lnTo>
                  <a:pt x="3584864" y="1653886"/>
                </a:lnTo>
                <a:cubicBezTo>
                  <a:pt x="3567546" y="1636568"/>
                  <a:pt x="3550228" y="1636568"/>
                  <a:pt x="3532909" y="1627909"/>
                </a:cubicBezTo>
                <a:lnTo>
                  <a:pt x="3515591" y="1645227"/>
                </a:lnTo>
                <a:cubicBezTo>
                  <a:pt x="3515591" y="1645227"/>
                  <a:pt x="3524250" y="1653886"/>
                  <a:pt x="3532909" y="1653886"/>
                </a:cubicBezTo>
                <a:cubicBezTo>
                  <a:pt x="3524250" y="1653886"/>
                  <a:pt x="3515591" y="1645227"/>
                  <a:pt x="3506932" y="1627909"/>
                </a:cubicBezTo>
                <a:cubicBezTo>
                  <a:pt x="3498273" y="1627909"/>
                  <a:pt x="3489614" y="1645227"/>
                  <a:pt x="3472296" y="1645227"/>
                </a:cubicBezTo>
                <a:cubicBezTo>
                  <a:pt x="3480955" y="1645227"/>
                  <a:pt x="3489614" y="1636568"/>
                  <a:pt x="3489614" y="1627909"/>
                </a:cubicBezTo>
                <a:cubicBezTo>
                  <a:pt x="3489614" y="1627909"/>
                  <a:pt x="3489614" y="1619250"/>
                  <a:pt x="3472296" y="1619250"/>
                </a:cubicBezTo>
                <a:cubicBezTo>
                  <a:pt x="3446319" y="1619250"/>
                  <a:pt x="3454978" y="1627909"/>
                  <a:pt x="3463637" y="1636568"/>
                </a:cubicBezTo>
                <a:lnTo>
                  <a:pt x="3437659" y="1636568"/>
                </a:lnTo>
                <a:cubicBezTo>
                  <a:pt x="3446319" y="1636568"/>
                  <a:pt x="3454978" y="1627909"/>
                  <a:pt x="3454978" y="1619250"/>
                </a:cubicBezTo>
                <a:cubicBezTo>
                  <a:pt x="3446319" y="1610591"/>
                  <a:pt x="3454978" y="1610591"/>
                  <a:pt x="3429000" y="1610591"/>
                </a:cubicBezTo>
                <a:cubicBezTo>
                  <a:pt x="3411682" y="1610591"/>
                  <a:pt x="3420341" y="1627909"/>
                  <a:pt x="3411682" y="1627909"/>
                </a:cubicBezTo>
                <a:lnTo>
                  <a:pt x="3411682" y="1584614"/>
                </a:lnTo>
                <a:cubicBezTo>
                  <a:pt x="3429000" y="1584614"/>
                  <a:pt x="3420341" y="1610591"/>
                  <a:pt x="3446319" y="1610591"/>
                </a:cubicBezTo>
                <a:close/>
                <a:moveTo>
                  <a:pt x="3835978" y="1601932"/>
                </a:moveTo>
                <a:cubicBezTo>
                  <a:pt x="3835978" y="1593273"/>
                  <a:pt x="3853296" y="1575955"/>
                  <a:pt x="3870614" y="1584614"/>
                </a:cubicBezTo>
                <a:cubicBezTo>
                  <a:pt x="3861955" y="1584614"/>
                  <a:pt x="3844637" y="1601932"/>
                  <a:pt x="3835978" y="1601932"/>
                </a:cubicBezTo>
                <a:close/>
                <a:moveTo>
                  <a:pt x="3463637" y="1575955"/>
                </a:moveTo>
                <a:cubicBezTo>
                  <a:pt x="3480955" y="1575955"/>
                  <a:pt x="3480955" y="1610591"/>
                  <a:pt x="3498273" y="1610591"/>
                </a:cubicBezTo>
                <a:cubicBezTo>
                  <a:pt x="3524250" y="1610591"/>
                  <a:pt x="3498273" y="1593273"/>
                  <a:pt x="3524250" y="1593273"/>
                </a:cubicBezTo>
                <a:cubicBezTo>
                  <a:pt x="3541569" y="1593273"/>
                  <a:pt x="3576205" y="1610591"/>
                  <a:pt x="3593523" y="1627909"/>
                </a:cubicBezTo>
                <a:cubicBezTo>
                  <a:pt x="3602182" y="1653886"/>
                  <a:pt x="3593523" y="1714500"/>
                  <a:pt x="3636819" y="1749136"/>
                </a:cubicBezTo>
                <a:cubicBezTo>
                  <a:pt x="3688773" y="1757796"/>
                  <a:pt x="3740728" y="1775114"/>
                  <a:pt x="3792682" y="1792432"/>
                </a:cubicBezTo>
                <a:cubicBezTo>
                  <a:pt x="3827319" y="1801091"/>
                  <a:pt x="3913909" y="1818409"/>
                  <a:pt x="3957205" y="1835727"/>
                </a:cubicBezTo>
                <a:cubicBezTo>
                  <a:pt x="3974523" y="1835727"/>
                  <a:pt x="3991841" y="1861705"/>
                  <a:pt x="4009159" y="1861705"/>
                </a:cubicBezTo>
                <a:cubicBezTo>
                  <a:pt x="4035137" y="1861705"/>
                  <a:pt x="4009159" y="1844386"/>
                  <a:pt x="4026478" y="1844386"/>
                </a:cubicBezTo>
                <a:cubicBezTo>
                  <a:pt x="4052455" y="1844386"/>
                  <a:pt x="4052455" y="1870364"/>
                  <a:pt x="4069773" y="1870364"/>
                </a:cubicBezTo>
                <a:cubicBezTo>
                  <a:pt x="4095750" y="1887682"/>
                  <a:pt x="4139046" y="1887682"/>
                  <a:pt x="4173682" y="1905000"/>
                </a:cubicBezTo>
                <a:lnTo>
                  <a:pt x="4208319" y="1905000"/>
                </a:lnTo>
                <a:cubicBezTo>
                  <a:pt x="4199660" y="1905000"/>
                  <a:pt x="4173682" y="1913659"/>
                  <a:pt x="4147705" y="1930977"/>
                </a:cubicBezTo>
                <a:lnTo>
                  <a:pt x="4165023" y="1913659"/>
                </a:lnTo>
                <a:cubicBezTo>
                  <a:pt x="4113069" y="1887682"/>
                  <a:pt x="4052455" y="1870364"/>
                  <a:pt x="4035137" y="1853046"/>
                </a:cubicBezTo>
                <a:cubicBezTo>
                  <a:pt x="3965864" y="1853046"/>
                  <a:pt x="3905250" y="1835727"/>
                  <a:pt x="3835978" y="1809750"/>
                </a:cubicBezTo>
                <a:lnTo>
                  <a:pt x="3818659" y="1792432"/>
                </a:lnTo>
                <a:cubicBezTo>
                  <a:pt x="3749387" y="1783773"/>
                  <a:pt x="3680114" y="1775114"/>
                  <a:pt x="3628159" y="1757796"/>
                </a:cubicBezTo>
                <a:cubicBezTo>
                  <a:pt x="3628159" y="1757796"/>
                  <a:pt x="3619500" y="1740477"/>
                  <a:pt x="3602182" y="1740477"/>
                </a:cubicBezTo>
                <a:lnTo>
                  <a:pt x="3602182" y="1827068"/>
                </a:lnTo>
                <a:cubicBezTo>
                  <a:pt x="3602182" y="1827068"/>
                  <a:pt x="3610841" y="1835727"/>
                  <a:pt x="3619500" y="1835727"/>
                </a:cubicBezTo>
                <a:cubicBezTo>
                  <a:pt x="3810000" y="1870364"/>
                  <a:pt x="3983182" y="1896341"/>
                  <a:pt x="4173682" y="1982932"/>
                </a:cubicBezTo>
                <a:cubicBezTo>
                  <a:pt x="4052455" y="1948296"/>
                  <a:pt x="3931228" y="1887682"/>
                  <a:pt x="3775364" y="1887682"/>
                </a:cubicBezTo>
                <a:cubicBezTo>
                  <a:pt x="3784023" y="1896341"/>
                  <a:pt x="3792682" y="1913659"/>
                  <a:pt x="3810000" y="1930977"/>
                </a:cubicBezTo>
                <a:lnTo>
                  <a:pt x="3835978" y="1905000"/>
                </a:lnTo>
                <a:cubicBezTo>
                  <a:pt x="3844637" y="1930977"/>
                  <a:pt x="3861955" y="1922318"/>
                  <a:pt x="3861955" y="1922318"/>
                </a:cubicBezTo>
                <a:cubicBezTo>
                  <a:pt x="3870614" y="1948296"/>
                  <a:pt x="3931228" y="1965614"/>
                  <a:pt x="3939887" y="2008909"/>
                </a:cubicBezTo>
                <a:cubicBezTo>
                  <a:pt x="3931228" y="2008909"/>
                  <a:pt x="3939887" y="2000250"/>
                  <a:pt x="3913909" y="2000250"/>
                </a:cubicBezTo>
                <a:cubicBezTo>
                  <a:pt x="3896591" y="2000250"/>
                  <a:pt x="3905250" y="2008909"/>
                  <a:pt x="3913909" y="2017568"/>
                </a:cubicBezTo>
                <a:cubicBezTo>
                  <a:pt x="3879273" y="2000250"/>
                  <a:pt x="3835978" y="1974273"/>
                  <a:pt x="3801341" y="1956955"/>
                </a:cubicBezTo>
                <a:cubicBezTo>
                  <a:pt x="3784023" y="1965614"/>
                  <a:pt x="3758046" y="2017568"/>
                  <a:pt x="3723409" y="2017568"/>
                </a:cubicBezTo>
                <a:cubicBezTo>
                  <a:pt x="3706091" y="2017568"/>
                  <a:pt x="3697432" y="2000250"/>
                  <a:pt x="3680114" y="1982932"/>
                </a:cubicBezTo>
                <a:lnTo>
                  <a:pt x="3654137" y="2008909"/>
                </a:lnTo>
                <a:lnTo>
                  <a:pt x="3680114" y="2034886"/>
                </a:lnTo>
                <a:cubicBezTo>
                  <a:pt x="3680114" y="2043546"/>
                  <a:pt x="3662796" y="2052205"/>
                  <a:pt x="3662796" y="2060864"/>
                </a:cubicBezTo>
                <a:cubicBezTo>
                  <a:pt x="3610841" y="1991591"/>
                  <a:pt x="3602182" y="2008909"/>
                  <a:pt x="3602182" y="1948296"/>
                </a:cubicBezTo>
                <a:cubicBezTo>
                  <a:pt x="3602182" y="1922318"/>
                  <a:pt x="3558887" y="1905000"/>
                  <a:pt x="3541569" y="1896341"/>
                </a:cubicBezTo>
                <a:cubicBezTo>
                  <a:pt x="3541569" y="1896341"/>
                  <a:pt x="3532909" y="1896341"/>
                  <a:pt x="3524250" y="1905000"/>
                </a:cubicBezTo>
                <a:cubicBezTo>
                  <a:pt x="3532909" y="1913659"/>
                  <a:pt x="3550228" y="1930977"/>
                  <a:pt x="3558887" y="1948296"/>
                </a:cubicBezTo>
                <a:cubicBezTo>
                  <a:pt x="3550228" y="1939636"/>
                  <a:pt x="3532909" y="1930977"/>
                  <a:pt x="3524250" y="1930977"/>
                </a:cubicBezTo>
                <a:lnTo>
                  <a:pt x="3506932" y="1948296"/>
                </a:lnTo>
                <a:cubicBezTo>
                  <a:pt x="3506932" y="1965614"/>
                  <a:pt x="3576205" y="2000250"/>
                  <a:pt x="3636819" y="2060864"/>
                </a:cubicBezTo>
                <a:cubicBezTo>
                  <a:pt x="3619500" y="2052205"/>
                  <a:pt x="3602182" y="2034886"/>
                  <a:pt x="3584864" y="2017568"/>
                </a:cubicBezTo>
                <a:cubicBezTo>
                  <a:pt x="3584864" y="2017568"/>
                  <a:pt x="3576205" y="2026227"/>
                  <a:pt x="3576205" y="2034886"/>
                </a:cubicBezTo>
                <a:lnTo>
                  <a:pt x="3550228" y="2034886"/>
                </a:lnTo>
                <a:cubicBezTo>
                  <a:pt x="3515591" y="2000250"/>
                  <a:pt x="3489614" y="1965614"/>
                  <a:pt x="3454978" y="1930977"/>
                </a:cubicBezTo>
                <a:cubicBezTo>
                  <a:pt x="3429000" y="1948296"/>
                  <a:pt x="3403023" y="1974273"/>
                  <a:pt x="3377046" y="1991591"/>
                </a:cubicBezTo>
                <a:cubicBezTo>
                  <a:pt x="3385705" y="2008909"/>
                  <a:pt x="3403023" y="2026227"/>
                  <a:pt x="3420341" y="2043546"/>
                </a:cubicBezTo>
                <a:cubicBezTo>
                  <a:pt x="3394364" y="2026227"/>
                  <a:pt x="3394364" y="2017568"/>
                  <a:pt x="3359728" y="2017568"/>
                </a:cubicBezTo>
                <a:cubicBezTo>
                  <a:pt x="3394364" y="2060864"/>
                  <a:pt x="3437659" y="2112818"/>
                  <a:pt x="3472296" y="2156114"/>
                </a:cubicBezTo>
                <a:cubicBezTo>
                  <a:pt x="3446319" y="2138796"/>
                  <a:pt x="3411682" y="2104159"/>
                  <a:pt x="3377046" y="2069523"/>
                </a:cubicBezTo>
                <a:cubicBezTo>
                  <a:pt x="3377046" y="2052205"/>
                  <a:pt x="3359728" y="2017568"/>
                  <a:pt x="3351069" y="2017568"/>
                </a:cubicBezTo>
                <a:cubicBezTo>
                  <a:pt x="3359728" y="2000250"/>
                  <a:pt x="3377046" y="1982932"/>
                  <a:pt x="3394364" y="1965614"/>
                </a:cubicBezTo>
                <a:cubicBezTo>
                  <a:pt x="3385705" y="1956955"/>
                  <a:pt x="3368387" y="1939636"/>
                  <a:pt x="3351069" y="1930977"/>
                </a:cubicBezTo>
                <a:cubicBezTo>
                  <a:pt x="3316432" y="1974273"/>
                  <a:pt x="3359728" y="1948296"/>
                  <a:pt x="3299114" y="2000250"/>
                </a:cubicBezTo>
                <a:cubicBezTo>
                  <a:pt x="3333750" y="2052205"/>
                  <a:pt x="3368387" y="2112818"/>
                  <a:pt x="3403023" y="2173432"/>
                </a:cubicBezTo>
                <a:cubicBezTo>
                  <a:pt x="3368387" y="2130136"/>
                  <a:pt x="3316432" y="2095500"/>
                  <a:pt x="3273137" y="2060864"/>
                </a:cubicBezTo>
                <a:cubicBezTo>
                  <a:pt x="3281796" y="2060864"/>
                  <a:pt x="3290455" y="2078182"/>
                  <a:pt x="3316432" y="2078182"/>
                </a:cubicBezTo>
                <a:cubicBezTo>
                  <a:pt x="3281796" y="2017568"/>
                  <a:pt x="3281796" y="2043546"/>
                  <a:pt x="3299114" y="2017568"/>
                </a:cubicBezTo>
                <a:lnTo>
                  <a:pt x="3281796" y="2000250"/>
                </a:lnTo>
                <a:cubicBezTo>
                  <a:pt x="3264478" y="2026227"/>
                  <a:pt x="3221182" y="2086841"/>
                  <a:pt x="3203864" y="2086841"/>
                </a:cubicBezTo>
                <a:cubicBezTo>
                  <a:pt x="3177887" y="2086841"/>
                  <a:pt x="3212523" y="2069523"/>
                  <a:pt x="3195205" y="2069523"/>
                </a:cubicBezTo>
                <a:cubicBezTo>
                  <a:pt x="3169228" y="2069523"/>
                  <a:pt x="3177887" y="2086841"/>
                  <a:pt x="3160569" y="2078182"/>
                </a:cubicBezTo>
                <a:cubicBezTo>
                  <a:pt x="3169228" y="2060864"/>
                  <a:pt x="3195205" y="2043546"/>
                  <a:pt x="3203864" y="2017568"/>
                </a:cubicBezTo>
                <a:cubicBezTo>
                  <a:pt x="3212523" y="2017568"/>
                  <a:pt x="3212523" y="2008909"/>
                  <a:pt x="3238500" y="2008909"/>
                </a:cubicBezTo>
                <a:cubicBezTo>
                  <a:pt x="3255819" y="2008909"/>
                  <a:pt x="3247159" y="2017568"/>
                  <a:pt x="3255819" y="2026227"/>
                </a:cubicBezTo>
                <a:cubicBezTo>
                  <a:pt x="3264478" y="2017568"/>
                  <a:pt x="3273137" y="2017568"/>
                  <a:pt x="3273137" y="2000250"/>
                </a:cubicBezTo>
                <a:cubicBezTo>
                  <a:pt x="3273137" y="1974273"/>
                  <a:pt x="3255819" y="2008909"/>
                  <a:pt x="3255819" y="1982932"/>
                </a:cubicBezTo>
                <a:cubicBezTo>
                  <a:pt x="3255819" y="1948296"/>
                  <a:pt x="3281796" y="1956955"/>
                  <a:pt x="3299114" y="1948296"/>
                </a:cubicBezTo>
                <a:cubicBezTo>
                  <a:pt x="3290455" y="1939636"/>
                  <a:pt x="3316432" y="1913659"/>
                  <a:pt x="3290455" y="1913659"/>
                </a:cubicBezTo>
                <a:cubicBezTo>
                  <a:pt x="3238500" y="1913659"/>
                  <a:pt x="3134591" y="2060864"/>
                  <a:pt x="3134591" y="2078182"/>
                </a:cubicBezTo>
                <a:cubicBezTo>
                  <a:pt x="3134591" y="2095500"/>
                  <a:pt x="3160569" y="2164773"/>
                  <a:pt x="3195205" y="2182091"/>
                </a:cubicBezTo>
                <a:cubicBezTo>
                  <a:pt x="3203864" y="2182091"/>
                  <a:pt x="3221182" y="2190750"/>
                  <a:pt x="3221182" y="2190750"/>
                </a:cubicBezTo>
                <a:cubicBezTo>
                  <a:pt x="3238500" y="2216727"/>
                  <a:pt x="3351069" y="2286000"/>
                  <a:pt x="3385705" y="2286000"/>
                </a:cubicBezTo>
                <a:cubicBezTo>
                  <a:pt x="3403023" y="2286000"/>
                  <a:pt x="3394364" y="2268682"/>
                  <a:pt x="3420341" y="2268682"/>
                </a:cubicBezTo>
                <a:cubicBezTo>
                  <a:pt x="3437659" y="2268682"/>
                  <a:pt x="3420341" y="2286000"/>
                  <a:pt x="3446319" y="2286000"/>
                </a:cubicBezTo>
                <a:cubicBezTo>
                  <a:pt x="3463637" y="2286000"/>
                  <a:pt x="3446319" y="2260023"/>
                  <a:pt x="3472296" y="2260023"/>
                </a:cubicBezTo>
                <a:cubicBezTo>
                  <a:pt x="3489614" y="2260023"/>
                  <a:pt x="3498273" y="2277341"/>
                  <a:pt x="3506932" y="2277341"/>
                </a:cubicBezTo>
                <a:lnTo>
                  <a:pt x="3532909" y="2251364"/>
                </a:lnTo>
                <a:cubicBezTo>
                  <a:pt x="3515591" y="2242705"/>
                  <a:pt x="3498273" y="2216727"/>
                  <a:pt x="3480955" y="2208068"/>
                </a:cubicBezTo>
                <a:cubicBezTo>
                  <a:pt x="3463637" y="2208068"/>
                  <a:pt x="3437659" y="2208068"/>
                  <a:pt x="3420341" y="2190750"/>
                </a:cubicBezTo>
                <a:cubicBezTo>
                  <a:pt x="3480955" y="2208068"/>
                  <a:pt x="3472296" y="2173432"/>
                  <a:pt x="3515591" y="2164773"/>
                </a:cubicBezTo>
                <a:cubicBezTo>
                  <a:pt x="3506932" y="2147455"/>
                  <a:pt x="3480955" y="2138796"/>
                  <a:pt x="3480955" y="2112818"/>
                </a:cubicBezTo>
                <a:cubicBezTo>
                  <a:pt x="3480955" y="2112818"/>
                  <a:pt x="3489614" y="2104159"/>
                  <a:pt x="3489614" y="2078182"/>
                </a:cubicBezTo>
                <a:cubicBezTo>
                  <a:pt x="3498273" y="2086841"/>
                  <a:pt x="3506932" y="2086841"/>
                  <a:pt x="3524250" y="2086841"/>
                </a:cubicBezTo>
                <a:cubicBezTo>
                  <a:pt x="3524250" y="2095500"/>
                  <a:pt x="3532909" y="2086841"/>
                  <a:pt x="3532909" y="2104159"/>
                </a:cubicBezTo>
                <a:cubicBezTo>
                  <a:pt x="3532909" y="2130136"/>
                  <a:pt x="3515591" y="2095500"/>
                  <a:pt x="3515591" y="2112818"/>
                </a:cubicBezTo>
                <a:cubicBezTo>
                  <a:pt x="3515591" y="2138796"/>
                  <a:pt x="3524250" y="2138796"/>
                  <a:pt x="3532909" y="2147455"/>
                </a:cubicBezTo>
                <a:lnTo>
                  <a:pt x="3602182" y="2147455"/>
                </a:lnTo>
                <a:cubicBezTo>
                  <a:pt x="3593523" y="2121477"/>
                  <a:pt x="3584864" y="2112818"/>
                  <a:pt x="3584864" y="2104159"/>
                </a:cubicBezTo>
                <a:cubicBezTo>
                  <a:pt x="3602182" y="2112818"/>
                  <a:pt x="3619500" y="2121477"/>
                  <a:pt x="3636819" y="2112818"/>
                </a:cubicBezTo>
                <a:cubicBezTo>
                  <a:pt x="3628159" y="2130136"/>
                  <a:pt x="3602182" y="2164773"/>
                  <a:pt x="3576205" y="2164773"/>
                </a:cubicBezTo>
                <a:cubicBezTo>
                  <a:pt x="3558887" y="2164773"/>
                  <a:pt x="3550228" y="2147455"/>
                  <a:pt x="3532909" y="2147455"/>
                </a:cubicBezTo>
                <a:cubicBezTo>
                  <a:pt x="3541569" y="2164773"/>
                  <a:pt x="3567546" y="2190750"/>
                  <a:pt x="3584864" y="2208068"/>
                </a:cubicBezTo>
                <a:cubicBezTo>
                  <a:pt x="3576205" y="2208068"/>
                  <a:pt x="3584864" y="2199409"/>
                  <a:pt x="3558887" y="2199409"/>
                </a:cubicBezTo>
                <a:cubicBezTo>
                  <a:pt x="3541569" y="2199409"/>
                  <a:pt x="3567546" y="2216727"/>
                  <a:pt x="3541569" y="2216727"/>
                </a:cubicBezTo>
                <a:cubicBezTo>
                  <a:pt x="3524250" y="2216727"/>
                  <a:pt x="3524250" y="2199409"/>
                  <a:pt x="3506932" y="2208068"/>
                </a:cubicBezTo>
                <a:cubicBezTo>
                  <a:pt x="3515591" y="2225386"/>
                  <a:pt x="3532909" y="2234046"/>
                  <a:pt x="3532909" y="2260023"/>
                </a:cubicBezTo>
                <a:cubicBezTo>
                  <a:pt x="3532909" y="2286000"/>
                  <a:pt x="3654137" y="2268682"/>
                  <a:pt x="3714750" y="2337955"/>
                </a:cubicBezTo>
                <a:lnTo>
                  <a:pt x="3706091" y="2441864"/>
                </a:lnTo>
                <a:cubicBezTo>
                  <a:pt x="3697432" y="2398568"/>
                  <a:pt x="3714750" y="2355273"/>
                  <a:pt x="3680114" y="2311977"/>
                </a:cubicBezTo>
                <a:cubicBezTo>
                  <a:pt x="3645478" y="2311977"/>
                  <a:pt x="3602182" y="2294659"/>
                  <a:pt x="3558887" y="2286000"/>
                </a:cubicBezTo>
                <a:cubicBezTo>
                  <a:pt x="3550228" y="2286000"/>
                  <a:pt x="3550228" y="2268682"/>
                  <a:pt x="3524250" y="2268682"/>
                </a:cubicBezTo>
                <a:cubicBezTo>
                  <a:pt x="3506932" y="2268682"/>
                  <a:pt x="3524250" y="2286000"/>
                  <a:pt x="3498273" y="2286000"/>
                </a:cubicBezTo>
                <a:cubicBezTo>
                  <a:pt x="3480955" y="2286000"/>
                  <a:pt x="3489614" y="2268682"/>
                  <a:pt x="3472296" y="2268682"/>
                </a:cubicBezTo>
                <a:cubicBezTo>
                  <a:pt x="3446319" y="2268682"/>
                  <a:pt x="3463637" y="2294659"/>
                  <a:pt x="3446319" y="2294659"/>
                </a:cubicBezTo>
                <a:cubicBezTo>
                  <a:pt x="3420341" y="2294659"/>
                  <a:pt x="3437659" y="2277341"/>
                  <a:pt x="3411682" y="2277341"/>
                </a:cubicBezTo>
                <a:cubicBezTo>
                  <a:pt x="3394364" y="2277341"/>
                  <a:pt x="3351069" y="2303318"/>
                  <a:pt x="3325091" y="2303318"/>
                </a:cubicBezTo>
                <a:cubicBezTo>
                  <a:pt x="3307773" y="2303318"/>
                  <a:pt x="3325091" y="2286000"/>
                  <a:pt x="3299114" y="2286000"/>
                </a:cubicBezTo>
                <a:cubicBezTo>
                  <a:pt x="3281796" y="2286000"/>
                  <a:pt x="3247159" y="2303318"/>
                  <a:pt x="3221182" y="2311977"/>
                </a:cubicBezTo>
                <a:cubicBezTo>
                  <a:pt x="3169228" y="2329296"/>
                  <a:pt x="3065319" y="2346614"/>
                  <a:pt x="3048000" y="2346614"/>
                </a:cubicBezTo>
                <a:cubicBezTo>
                  <a:pt x="3022023" y="2346614"/>
                  <a:pt x="3030682" y="2337955"/>
                  <a:pt x="3022023" y="2329296"/>
                </a:cubicBezTo>
                <a:cubicBezTo>
                  <a:pt x="2970069" y="2346614"/>
                  <a:pt x="2883478" y="2320636"/>
                  <a:pt x="2848841" y="2294659"/>
                </a:cubicBezTo>
                <a:cubicBezTo>
                  <a:pt x="2822864" y="2303318"/>
                  <a:pt x="2796887" y="2286000"/>
                  <a:pt x="2770909" y="2286000"/>
                </a:cubicBezTo>
                <a:cubicBezTo>
                  <a:pt x="2762250" y="2286000"/>
                  <a:pt x="2762250" y="2277341"/>
                  <a:pt x="2753591" y="2268682"/>
                </a:cubicBezTo>
                <a:cubicBezTo>
                  <a:pt x="2718955" y="2260023"/>
                  <a:pt x="2667000" y="2242705"/>
                  <a:pt x="2667000" y="2208068"/>
                </a:cubicBezTo>
                <a:cubicBezTo>
                  <a:pt x="2658341" y="2208068"/>
                  <a:pt x="2641023" y="2208068"/>
                  <a:pt x="2632364" y="2199409"/>
                </a:cubicBezTo>
                <a:cubicBezTo>
                  <a:pt x="2623705" y="2199409"/>
                  <a:pt x="2623705" y="2173432"/>
                  <a:pt x="2606387" y="2164773"/>
                </a:cubicBezTo>
                <a:cubicBezTo>
                  <a:pt x="2571750" y="2147455"/>
                  <a:pt x="2519796" y="2130136"/>
                  <a:pt x="2493818" y="2104159"/>
                </a:cubicBezTo>
                <a:cubicBezTo>
                  <a:pt x="2485159" y="2095500"/>
                  <a:pt x="2398568" y="2008909"/>
                  <a:pt x="2363932" y="2000250"/>
                </a:cubicBezTo>
                <a:cubicBezTo>
                  <a:pt x="2355273" y="1982932"/>
                  <a:pt x="2329296" y="1956955"/>
                  <a:pt x="2294659" y="1939636"/>
                </a:cubicBezTo>
                <a:cubicBezTo>
                  <a:pt x="2216728" y="1896341"/>
                  <a:pt x="2260023" y="1965614"/>
                  <a:pt x="2190750" y="1896341"/>
                </a:cubicBezTo>
                <a:cubicBezTo>
                  <a:pt x="2164773" y="1896341"/>
                  <a:pt x="1982932" y="1844386"/>
                  <a:pt x="1974273" y="1844386"/>
                </a:cubicBezTo>
                <a:cubicBezTo>
                  <a:pt x="1956955" y="1844386"/>
                  <a:pt x="1974273" y="1861705"/>
                  <a:pt x="1948296" y="1861705"/>
                </a:cubicBezTo>
                <a:cubicBezTo>
                  <a:pt x="1930977" y="1861705"/>
                  <a:pt x="1930977" y="1844386"/>
                  <a:pt x="1922318" y="1835727"/>
                </a:cubicBezTo>
                <a:cubicBezTo>
                  <a:pt x="1913659" y="1844386"/>
                  <a:pt x="1896341" y="1853046"/>
                  <a:pt x="1887682" y="1861705"/>
                </a:cubicBezTo>
                <a:lnTo>
                  <a:pt x="1887682" y="1913659"/>
                </a:lnTo>
                <a:cubicBezTo>
                  <a:pt x="1896341" y="1913659"/>
                  <a:pt x="1913659" y="1922318"/>
                  <a:pt x="1930977" y="1913659"/>
                </a:cubicBezTo>
                <a:lnTo>
                  <a:pt x="1913659" y="1896341"/>
                </a:lnTo>
                <a:cubicBezTo>
                  <a:pt x="1930977" y="1887682"/>
                  <a:pt x="1939637" y="1887682"/>
                  <a:pt x="1956955" y="1887682"/>
                </a:cubicBezTo>
                <a:cubicBezTo>
                  <a:pt x="2008909" y="1887682"/>
                  <a:pt x="2060864" y="1905000"/>
                  <a:pt x="2052205" y="1974273"/>
                </a:cubicBezTo>
                <a:cubicBezTo>
                  <a:pt x="2069523" y="1922318"/>
                  <a:pt x="2086841" y="1948296"/>
                  <a:pt x="2147455" y="1922318"/>
                </a:cubicBezTo>
                <a:cubicBezTo>
                  <a:pt x="2156114" y="1930977"/>
                  <a:pt x="2156114" y="1948296"/>
                  <a:pt x="2173432" y="1956955"/>
                </a:cubicBezTo>
                <a:cubicBezTo>
                  <a:pt x="2182091" y="1956955"/>
                  <a:pt x="2199409" y="1956955"/>
                  <a:pt x="2208068" y="1965614"/>
                </a:cubicBezTo>
                <a:lnTo>
                  <a:pt x="2208068" y="1991591"/>
                </a:lnTo>
                <a:cubicBezTo>
                  <a:pt x="2208068" y="1991591"/>
                  <a:pt x="2208068" y="2000250"/>
                  <a:pt x="2190750" y="2000250"/>
                </a:cubicBezTo>
                <a:cubicBezTo>
                  <a:pt x="2164773" y="2000250"/>
                  <a:pt x="2164773" y="1982932"/>
                  <a:pt x="2156114" y="1982932"/>
                </a:cubicBezTo>
                <a:cubicBezTo>
                  <a:pt x="2156114" y="2000250"/>
                  <a:pt x="2156114" y="2026227"/>
                  <a:pt x="2147455" y="2043546"/>
                </a:cubicBezTo>
                <a:cubicBezTo>
                  <a:pt x="2138796" y="2043546"/>
                  <a:pt x="2121478" y="2034886"/>
                  <a:pt x="2104159" y="2043546"/>
                </a:cubicBezTo>
                <a:cubicBezTo>
                  <a:pt x="2112818" y="2052205"/>
                  <a:pt x="2121478" y="2060864"/>
                  <a:pt x="2121478" y="2069523"/>
                </a:cubicBezTo>
                <a:cubicBezTo>
                  <a:pt x="2121478" y="2078182"/>
                  <a:pt x="2104159" y="2078182"/>
                  <a:pt x="2086841" y="2086841"/>
                </a:cubicBezTo>
                <a:cubicBezTo>
                  <a:pt x="2095500" y="2095500"/>
                  <a:pt x="2104159" y="2095500"/>
                  <a:pt x="2112818" y="2104159"/>
                </a:cubicBezTo>
                <a:cubicBezTo>
                  <a:pt x="2130137" y="2095500"/>
                  <a:pt x="2138796" y="2052205"/>
                  <a:pt x="2164773" y="2052205"/>
                </a:cubicBezTo>
                <a:cubicBezTo>
                  <a:pt x="2182091" y="2052205"/>
                  <a:pt x="2208068" y="2060864"/>
                  <a:pt x="2234046" y="2078182"/>
                </a:cubicBezTo>
                <a:cubicBezTo>
                  <a:pt x="2242705" y="2069523"/>
                  <a:pt x="2260023" y="2052205"/>
                  <a:pt x="2268682" y="2034886"/>
                </a:cubicBezTo>
                <a:cubicBezTo>
                  <a:pt x="2303318" y="2052205"/>
                  <a:pt x="2303318" y="2095500"/>
                  <a:pt x="2303318" y="2095500"/>
                </a:cubicBezTo>
                <a:cubicBezTo>
                  <a:pt x="2329296" y="2095500"/>
                  <a:pt x="2303318" y="2078182"/>
                  <a:pt x="2329296" y="2078182"/>
                </a:cubicBezTo>
                <a:cubicBezTo>
                  <a:pt x="2346614" y="2078182"/>
                  <a:pt x="2372591" y="2095500"/>
                  <a:pt x="2389909" y="2104159"/>
                </a:cubicBezTo>
                <a:cubicBezTo>
                  <a:pt x="2372591" y="2121477"/>
                  <a:pt x="2329296" y="2147455"/>
                  <a:pt x="2311978" y="2147455"/>
                </a:cubicBezTo>
                <a:cubicBezTo>
                  <a:pt x="2286000" y="2147455"/>
                  <a:pt x="2303318" y="2121477"/>
                  <a:pt x="2286000" y="2121477"/>
                </a:cubicBezTo>
                <a:cubicBezTo>
                  <a:pt x="2260023" y="2121477"/>
                  <a:pt x="2277341" y="2138796"/>
                  <a:pt x="2268682" y="2138796"/>
                </a:cubicBezTo>
                <a:cubicBezTo>
                  <a:pt x="2268682" y="2121477"/>
                  <a:pt x="2251364" y="2095500"/>
                  <a:pt x="2242705" y="2078182"/>
                </a:cubicBezTo>
                <a:cubicBezTo>
                  <a:pt x="2208068" y="2121477"/>
                  <a:pt x="2156114" y="2095500"/>
                  <a:pt x="2121478" y="2130136"/>
                </a:cubicBezTo>
                <a:lnTo>
                  <a:pt x="2078182" y="2130136"/>
                </a:lnTo>
                <a:cubicBezTo>
                  <a:pt x="2078182" y="2121477"/>
                  <a:pt x="2069523" y="2112818"/>
                  <a:pt x="2069523" y="2095500"/>
                </a:cubicBezTo>
                <a:cubicBezTo>
                  <a:pt x="2069523" y="2069523"/>
                  <a:pt x="2078182" y="2086841"/>
                  <a:pt x="2086841" y="2078182"/>
                </a:cubicBezTo>
                <a:cubicBezTo>
                  <a:pt x="2069523" y="2069523"/>
                  <a:pt x="2043546" y="2052205"/>
                  <a:pt x="2017568" y="2026227"/>
                </a:cubicBezTo>
                <a:cubicBezTo>
                  <a:pt x="2034887" y="2017568"/>
                  <a:pt x="2060864" y="2017568"/>
                  <a:pt x="2086841" y="2008909"/>
                </a:cubicBezTo>
                <a:cubicBezTo>
                  <a:pt x="2078182" y="2000250"/>
                  <a:pt x="2078182" y="1991591"/>
                  <a:pt x="2052205" y="1991591"/>
                </a:cubicBezTo>
                <a:cubicBezTo>
                  <a:pt x="2034887" y="1991591"/>
                  <a:pt x="2000250" y="2017568"/>
                  <a:pt x="1982932" y="2017568"/>
                </a:cubicBezTo>
                <a:cubicBezTo>
                  <a:pt x="1956955" y="2017568"/>
                  <a:pt x="1948296" y="1982932"/>
                  <a:pt x="1922318" y="1991591"/>
                </a:cubicBezTo>
                <a:cubicBezTo>
                  <a:pt x="1974273" y="2017568"/>
                  <a:pt x="1913659" y="2026227"/>
                  <a:pt x="2000250" y="2034886"/>
                </a:cubicBezTo>
                <a:lnTo>
                  <a:pt x="2017568" y="2052205"/>
                </a:lnTo>
                <a:cubicBezTo>
                  <a:pt x="2034887" y="2086841"/>
                  <a:pt x="2052205" y="2121477"/>
                  <a:pt x="2052205" y="2138796"/>
                </a:cubicBezTo>
                <a:cubicBezTo>
                  <a:pt x="2052205" y="2156114"/>
                  <a:pt x="2078182" y="2156114"/>
                  <a:pt x="2095500" y="2156114"/>
                </a:cubicBezTo>
                <a:cubicBezTo>
                  <a:pt x="2121478" y="2156114"/>
                  <a:pt x="2182091" y="2130136"/>
                  <a:pt x="2242705" y="2121477"/>
                </a:cubicBezTo>
                <a:cubicBezTo>
                  <a:pt x="2251364" y="2138796"/>
                  <a:pt x="2286000" y="2216727"/>
                  <a:pt x="2329296" y="2216727"/>
                </a:cubicBezTo>
                <a:cubicBezTo>
                  <a:pt x="2329296" y="2208068"/>
                  <a:pt x="2337955" y="2208068"/>
                  <a:pt x="2337955" y="2182091"/>
                </a:cubicBezTo>
                <a:cubicBezTo>
                  <a:pt x="2337955" y="2164773"/>
                  <a:pt x="2329296" y="2173432"/>
                  <a:pt x="2320637" y="2164773"/>
                </a:cubicBezTo>
                <a:cubicBezTo>
                  <a:pt x="2337955" y="2164773"/>
                  <a:pt x="2363932" y="2147455"/>
                  <a:pt x="2381250" y="2138796"/>
                </a:cubicBezTo>
                <a:cubicBezTo>
                  <a:pt x="2389909" y="2138796"/>
                  <a:pt x="2398568" y="2156114"/>
                  <a:pt x="2407228" y="2173432"/>
                </a:cubicBezTo>
                <a:lnTo>
                  <a:pt x="2433205" y="2147455"/>
                </a:lnTo>
                <a:cubicBezTo>
                  <a:pt x="2450523" y="2156114"/>
                  <a:pt x="2450523" y="2173432"/>
                  <a:pt x="2476500" y="2190750"/>
                </a:cubicBezTo>
                <a:cubicBezTo>
                  <a:pt x="2398568" y="2190750"/>
                  <a:pt x="2450523" y="2190750"/>
                  <a:pt x="2424546" y="2216727"/>
                </a:cubicBezTo>
                <a:cubicBezTo>
                  <a:pt x="2433205" y="2225386"/>
                  <a:pt x="2424546" y="2225386"/>
                  <a:pt x="2450523" y="2225386"/>
                </a:cubicBezTo>
                <a:cubicBezTo>
                  <a:pt x="2467841" y="2225386"/>
                  <a:pt x="2476500" y="2216727"/>
                  <a:pt x="2493818" y="2208068"/>
                </a:cubicBezTo>
                <a:cubicBezTo>
                  <a:pt x="2502478" y="2225386"/>
                  <a:pt x="2502478" y="2251364"/>
                  <a:pt x="2502478" y="2286000"/>
                </a:cubicBezTo>
                <a:cubicBezTo>
                  <a:pt x="2493818" y="2268682"/>
                  <a:pt x="2485159" y="2242705"/>
                  <a:pt x="2476500" y="2216727"/>
                </a:cubicBezTo>
                <a:cubicBezTo>
                  <a:pt x="2467841" y="2225386"/>
                  <a:pt x="2459182" y="2216727"/>
                  <a:pt x="2459182" y="2234046"/>
                </a:cubicBezTo>
                <a:cubicBezTo>
                  <a:pt x="2459182" y="2251364"/>
                  <a:pt x="2485159" y="2294659"/>
                  <a:pt x="2519796" y="2311977"/>
                </a:cubicBezTo>
                <a:cubicBezTo>
                  <a:pt x="2519796" y="2320636"/>
                  <a:pt x="2502478" y="2320636"/>
                  <a:pt x="2485159" y="2337955"/>
                </a:cubicBezTo>
                <a:cubicBezTo>
                  <a:pt x="2493818" y="2346614"/>
                  <a:pt x="2502478" y="2346614"/>
                  <a:pt x="2511137" y="2355273"/>
                </a:cubicBezTo>
                <a:cubicBezTo>
                  <a:pt x="2519796" y="2346614"/>
                  <a:pt x="2545773" y="2337955"/>
                  <a:pt x="2545773" y="2311977"/>
                </a:cubicBezTo>
                <a:cubicBezTo>
                  <a:pt x="2545773" y="2294659"/>
                  <a:pt x="2528455" y="2294659"/>
                  <a:pt x="2528455" y="2268682"/>
                </a:cubicBezTo>
                <a:cubicBezTo>
                  <a:pt x="2528455" y="2251364"/>
                  <a:pt x="2537114" y="2242705"/>
                  <a:pt x="2545773" y="2225386"/>
                </a:cubicBezTo>
                <a:cubicBezTo>
                  <a:pt x="2563091" y="2234046"/>
                  <a:pt x="2597728" y="2242705"/>
                  <a:pt x="2597728" y="2260023"/>
                </a:cubicBezTo>
                <a:cubicBezTo>
                  <a:pt x="2597728" y="2286000"/>
                  <a:pt x="2580409" y="2277341"/>
                  <a:pt x="2571750" y="2286000"/>
                </a:cubicBezTo>
                <a:lnTo>
                  <a:pt x="2589068" y="2303318"/>
                </a:lnTo>
                <a:lnTo>
                  <a:pt x="2563091" y="2329296"/>
                </a:lnTo>
                <a:lnTo>
                  <a:pt x="2571750" y="2363932"/>
                </a:lnTo>
                <a:cubicBezTo>
                  <a:pt x="2589068" y="2337955"/>
                  <a:pt x="2606387" y="2311977"/>
                  <a:pt x="2632364" y="2294659"/>
                </a:cubicBezTo>
                <a:cubicBezTo>
                  <a:pt x="2641023" y="2311977"/>
                  <a:pt x="2675659" y="2337955"/>
                  <a:pt x="2675659" y="2363932"/>
                </a:cubicBezTo>
                <a:cubicBezTo>
                  <a:pt x="2675659" y="2381250"/>
                  <a:pt x="2615046" y="2415886"/>
                  <a:pt x="2632364" y="2476500"/>
                </a:cubicBezTo>
                <a:cubicBezTo>
                  <a:pt x="2641023" y="2459182"/>
                  <a:pt x="2658341" y="2433205"/>
                  <a:pt x="2667000" y="2407227"/>
                </a:cubicBezTo>
                <a:cubicBezTo>
                  <a:pt x="2667000" y="2407227"/>
                  <a:pt x="2658341" y="2398568"/>
                  <a:pt x="2684318" y="2398568"/>
                </a:cubicBezTo>
                <a:cubicBezTo>
                  <a:pt x="2701637" y="2398568"/>
                  <a:pt x="2692978" y="2407227"/>
                  <a:pt x="2701637" y="2415886"/>
                </a:cubicBezTo>
                <a:cubicBezTo>
                  <a:pt x="2710296" y="2407227"/>
                  <a:pt x="2710296" y="2381250"/>
                  <a:pt x="2718955" y="2372591"/>
                </a:cubicBezTo>
                <a:lnTo>
                  <a:pt x="2744932" y="2372591"/>
                </a:lnTo>
                <a:cubicBezTo>
                  <a:pt x="2744932" y="2381250"/>
                  <a:pt x="2744932" y="2398568"/>
                  <a:pt x="2753591" y="2415886"/>
                </a:cubicBezTo>
                <a:cubicBezTo>
                  <a:pt x="2770909" y="2407227"/>
                  <a:pt x="2770909" y="2389909"/>
                  <a:pt x="2779568" y="2372591"/>
                </a:cubicBezTo>
                <a:cubicBezTo>
                  <a:pt x="2788228" y="2372591"/>
                  <a:pt x="2788228" y="2389909"/>
                  <a:pt x="2796887" y="2407227"/>
                </a:cubicBezTo>
                <a:cubicBezTo>
                  <a:pt x="2814205" y="2372591"/>
                  <a:pt x="2822864" y="2389909"/>
                  <a:pt x="2814205" y="2363932"/>
                </a:cubicBezTo>
                <a:cubicBezTo>
                  <a:pt x="2822864" y="2355273"/>
                  <a:pt x="2822864" y="2355273"/>
                  <a:pt x="2840182" y="2355273"/>
                </a:cubicBezTo>
                <a:cubicBezTo>
                  <a:pt x="2866159" y="2355273"/>
                  <a:pt x="2883478" y="2381250"/>
                  <a:pt x="2909455" y="2381250"/>
                </a:cubicBezTo>
                <a:cubicBezTo>
                  <a:pt x="2909455" y="2389909"/>
                  <a:pt x="2892137" y="2398568"/>
                  <a:pt x="2883478" y="2407227"/>
                </a:cubicBezTo>
                <a:cubicBezTo>
                  <a:pt x="2883478" y="2415886"/>
                  <a:pt x="2883478" y="2424546"/>
                  <a:pt x="2892137" y="2433205"/>
                </a:cubicBezTo>
                <a:cubicBezTo>
                  <a:pt x="2909455" y="2424546"/>
                  <a:pt x="2935432" y="2407227"/>
                  <a:pt x="2944091" y="2372591"/>
                </a:cubicBezTo>
                <a:cubicBezTo>
                  <a:pt x="2952750" y="2372591"/>
                  <a:pt x="2970069" y="2389909"/>
                  <a:pt x="2987387" y="2389909"/>
                </a:cubicBezTo>
                <a:cubicBezTo>
                  <a:pt x="2987387" y="2398568"/>
                  <a:pt x="2978728" y="2407227"/>
                  <a:pt x="2970069" y="2415886"/>
                </a:cubicBezTo>
                <a:lnTo>
                  <a:pt x="3022023" y="2415886"/>
                </a:lnTo>
                <a:cubicBezTo>
                  <a:pt x="3022023" y="2415886"/>
                  <a:pt x="3013364" y="2407227"/>
                  <a:pt x="3004705" y="2407227"/>
                </a:cubicBezTo>
                <a:lnTo>
                  <a:pt x="3013364" y="2372591"/>
                </a:lnTo>
                <a:cubicBezTo>
                  <a:pt x="3022023" y="2372591"/>
                  <a:pt x="3039341" y="2389909"/>
                  <a:pt x="3056659" y="2407227"/>
                </a:cubicBezTo>
                <a:cubicBezTo>
                  <a:pt x="3082637" y="2398568"/>
                  <a:pt x="3099955" y="2355273"/>
                  <a:pt x="3125932" y="2355273"/>
                </a:cubicBezTo>
                <a:cubicBezTo>
                  <a:pt x="3143250" y="2355273"/>
                  <a:pt x="3160569" y="2389909"/>
                  <a:pt x="3186546" y="2389909"/>
                </a:cubicBezTo>
                <a:cubicBezTo>
                  <a:pt x="3160569" y="2389909"/>
                  <a:pt x="3151909" y="2407227"/>
                  <a:pt x="3160569" y="2433205"/>
                </a:cubicBezTo>
                <a:cubicBezTo>
                  <a:pt x="3125932" y="2424546"/>
                  <a:pt x="3108614" y="2415886"/>
                  <a:pt x="3091296" y="2415886"/>
                </a:cubicBezTo>
                <a:cubicBezTo>
                  <a:pt x="3056659" y="2415886"/>
                  <a:pt x="3091296" y="2424546"/>
                  <a:pt x="3030682" y="2424546"/>
                </a:cubicBezTo>
                <a:cubicBezTo>
                  <a:pt x="3030682" y="2424546"/>
                  <a:pt x="3022023" y="2424546"/>
                  <a:pt x="3013364" y="2433205"/>
                </a:cubicBezTo>
                <a:cubicBezTo>
                  <a:pt x="3022023" y="2441864"/>
                  <a:pt x="3048000" y="2441864"/>
                  <a:pt x="3048000" y="2441864"/>
                </a:cubicBezTo>
                <a:cubicBezTo>
                  <a:pt x="3048000" y="2441864"/>
                  <a:pt x="3056659" y="2433205"/>
                  <a:pt x="3056659" y="2459182"/>
                </a:cubicBezTo>
                <a:cubicBezTo>
                  <a:pt x="3056659" y="2476500"/>
                  <a:pt x="3039341" y="2493818"/>
                  <a:pt x="3022023" y="2502477"/>
                </a:cubicBezTo>
                <a:cubicBezTo>
                  <a:pt x="3022023" y="2493818"/>
                  <a:pt x="3039341" y="2476500"/>
                  <a:pt x="3030682" y="2459182"/>
                </a:cubicBezTo>
                <a:cubicBezTo>
                  <a:pt x="3013364" y="2467841"/>
                  <a:pt x="2996046" y="2493818"/>
                  <a:pt x="2987387" y="2519796"/>
                </a:cubicBezTo>
                <a:lnTo>
                  <a:pt x="3039341" y="2519796"/>
                </a:lnTo>
                <a:cubicBezTo>
                  <a:pt x="3065319" y="2493818"/>
                  <a:pt x="3082637" y="2467841"/>
                  <a:pt x="3091296" y="2441864"/>
                </a:cubicBezTo>
                <a:cubicBezTo>
                  <a:pt x="3134591" y="2459182"/>
                  <a:pt x="3177887" y="2476500"/>
                  <a:pt x="3221182" y="2502477"/>
                </a:cubicBezTo>
                <a:cubicBezTo>
                  <a:pt x="3229841" y="2476500"/>
                  <a:pt x="3229841" y="2450523"/>
                  <a:pt x="3238500" y="2424546"/>
                </a:cubicBezTo>
                <a:cubicBezTo>
                  <a:pt x="3255819" y="2441864"/>
                  <a:pt x="3281796" y="2467841"/>
                  <a:pt x="3316432" y="2493818"/>
                </a:cubicBezTo>
                <a:cubicBezTo>
                  <a:pt x="3325091" y="2502477"/>
                  <a:pt x="3359728" y="2511136"/>
                  <a:pt x="3377046" y="2528455"/>
                </a:cubicBezTo>
                <a:cubicBezTo>
                  <a:pt x="3368387" y="2528455"/>
                  <a:pt x="3359728" y="2528455"/>
                  <a:pt x="3351069" y="2537114"/>
                </a:cubicBezTo>
                <a:lnTo>
                  <a:pt x="3368387" y="2554432"/>
                </a:lnTo>
                <a:cubicBezTo>
                  <a:pt x="3359728" y="2554432"/>
                  <a:pt x="3342409" y="2537114"/>
                  <a:pt x="3325091" y="2519796"/>
                </a:cubicBezTo>
                <a:cubicBezTo>
                  <a:pt x="3325091" y="2519796"/>
                  <a:pt x="3316432" y="2511136"/>
                  <a:pt x="3316432" y="2537114"/>
                </a:cubicBezTo>
                <a:cubicBezTo>
                  <a:pt x="3316432" y="2554432"/>
                  <a:pt x="3325091" y="2563091"/>
                  <a:pt x="3333750" y="2571750"/>
                </a:cubicBezTo>
                <a:cubicBezTo>
                  <a:pt x="3273137" y="2528455"/>
                  <a:pt x="3160569" y="2467841"/>
                  <a:pt x="3134591" y="2467841"/>
                </a:cubicBezTo>
                <a:cubicBezTo>
                  <a:pt x="3125932" y="2467841"/>
                  <a:pt x="3134591" y="2476500"/>
                  <a:pt x="3134591" y="2485159"/>
                </a:cubicBezTo>
                <a:cubicBezTo>
                  <a:pt x="3134591" y="2459182"/>
                  <a:pt x="3091296" y="2502477"/>
                  <a:pt x="3091296" y="2476500"/>
                </a:cubicBezTo>
                <a:cubicBezTo>
                  <a:pt x="3091296" y="2502477"/>
                  <a:pt x="3186546" y="2545773"/>
                  <a:pt x="3238500" y="2580409"/>
                </a:cubicBezTo>
                <a:lnTo>
                  <a:pt x="3221182" y="2597727"/>
                </a:lnTo>
                <a:lnTo>
                  <a:pt x="3255819" y="2632364"/>
                </a:lnTo>
                <a:cubicBezTo>
                  <a:pt x="3221182" y="2615046"/>
                  <a:pt x="3212523" y="2615046"/>
                  <a:pt x="3212523" y="2571750"/>
                </a:cubicBezTo>
                <a:cubicBezTo>
                  <a:pt x="3195205" y="2554432"/>
                  <a:pt x="3160569" y="2519796"/>
                  <a:pt x="3117273" y="2528455"/>
                </a:cubicBezTo>
                <a:lnTo>
                  <a:pt x="3151909" y="2563091"/>
                </a:lnTo>
                <a:cubicBezTo>
                  <a:pt x="3134591" y="2554432"/>
                  <a:pt x="3108614" y="2545773"/>
                  <a:pt x="3091296" y="2537114"/>
                </a:cubicBezTo>
                <a:cubicBezTo>
                  <a:pt x="3091296" y="2537114"/>
                  <a:pt x="3073978" y="2554432"/>
                  <a:pt x="3082637" y="2580409"/>
                </a:cubicBezTo>
                <a:cubicBezTo>
                  <a:pt x="3073978" y="2580409"/>
                  <a:pt x="3056659" y="2571750"/>
                  <a:pt x="3039341" y="2580409"/>
                </a:cubicBezTo>
                <a:cubicBezTo>
                  <a:pt x="3048000" y="2597727"/>
                  <a:pt x="3065319" y="2615046"/>
                  <a:pt x="3082637" y="2632364"/>
                </a:cubicBezTo>
                <a:cubicBezTo>
                  <a:pt x="3065319" y="2623705"/>
                  <a:pt x="3048000" y="2615046"/>
                  <a:pt x="3030682" y="2597727"/>
                </a:cubicBezTo>
                <a:lnTo>
                  <a:pt x="2987387" y="2597727"/>
                </a:lnTo>
                <a:cubicBezTo>
                  <a:pt x="2987387" y="2606386"/>
                  <a:pt x="2978728" y="2606386"/>
                  <a:pt x="2978728" y="2623705"/>
                </a:cubicBezTo>
                <a:cubicBezTo>
                  <a:pt x="2978728" y="2649682"/>
                  <a:pt x="2996046" y="2641023"/>
                  <a:pt x="3004705" y="2649682"/>
                </a:cubicBezTo>
                <a:cubicBezTo>
                  <a:pt x="2952750" y="2632364"/>
                  <a:pt x="2892137" y="2615046"/>
                  <a:pt x="2857500" y="2615046"/>
                </a:cubicBezTo>
                <a:cubicBezTo>
                  <a:pt x="2857500" y="2615046"/>
                  <a:pt x="2857500" y="2589068"/>
                  <a:pt x="2840182" y="2589068"/>
                </a:cubicBezTo>
                <a:cubicBezTo>
                  <a:pt x="2814205" y="2589068"/>
                  <a:pt x="2822864" y="2606386"/>
                  <a:pt x="2822864" y="2615046"/>
                </a:cubicBezTo>
                <a:cubicBezTo>
                  <a:pt x="2796887" y="2606386"/>
                  <a:pt x="2805546" y="2597727"/>
                  <a:pt x="2753591" y="2597727"/>
                </a:cubicBezTo>
                <a:lnTo>
                  <a:pt x="2753591" y="2545773"/>
                </a:lnTo>
                <a:cubicBezTo>
                  <a:pt x="2727614" y="2554432"/>
                  <a:pt x="2727614" y="2563091"/>
                  <a:pt x="2718955" y="2563091"/>
                </a:cubicBezTo>
                <a:lnTo>
                  <a:pt x="2718955" y="2537114"/>
                </a:lnTo>
                <a:cubicBezTo>
                  <a:pt x="2727614" y="2537114"/>
                  <a:pt x="2736273" y="2528455"/>
                  <a:pt x="2744932" y="2519796"/>
                </a:cubicBezTo>
                <a:lnTo>
                  <a:pt x="2744932" y="2493818"/>
                </a:lnTo>
                <a:cubicBezTo>
                  <a:pt x="2736273" y="2485159"/>
                  <a:pt x="2744932" y="2485159"/>
                  <a:pt x="2718955" y="2485159"/>
                </a:cubicBezTo>
                <a:cubicBezTo>
                  <a:pt x="2701637" y="2485159"/>
                  <a:pt x="2701637" y="2511136"/>
                  <a:pt x="2692978" y="2528455"/>
                </a:cubicBezTo>
                <a:cubicBezTo>
                  <a:pt x="2684318" y="2528455"/>
                  <a:pt x="2675659" y="2511136"/>
                  <a:pt x="2667000" y="2493818"/>
                </a:cubicBezTo>
                <a:cubicBezTo>
                  <a:pt x="2641023" y="2493818"/>
                  <a:pt x="2623705" y="2476500"/>
                  <a:pt x="2623705" y="2467841"/>
                </a:cubicBezTo>
                <a:cubicBezTo>
                  <a:pt x="2615046" y="2476500"/>
                  <a:pt x="2606387" y="2467841"/>
                  <a:pt x="2597728" y="2476500"/>
                </a:cubicBezTo>
                <a:cubicBezTo>
                  <a:pt x="2632364" y="2519796"/>
                  <a:pt x="2658341" y="2571750"/>
                  <a:pt x="2701637" y="2597727"/>
                </a:cubicBezTo>
                <a:cubicBezTo>
                  <a:pt x="2718955" y="2615046"/>
                  <a:pt x="2762250" y="2606386"/>
                  <a:pt x="2796887" y="2623705"/>
                </a:cubicBezTo>
                <a:cubicBezTo>
                  <a:pt x="2822864" y="2632364"/>
                  <a:pt x="2857500" y="2675659"/>
                  <a:pt x="2883478" y="2701636"/>
                </a:cubicBezTo>
                <a:cubicBezTo>
                  <a:pt x="2796887" y="2649682"/>
                  <a:pt x="2701637" y="2649682"/>
                  <a:pt x="2623705" y="2545773"/>
                </a:cubicBezTo>
                <a:lnTo>
                  <a:pt x="2615046" y="2545773"/>
                </a:lnTo>
                <a:cubicBezTo>
                  <a:pt x="2632364" y="2580409"/>
                  <a:pt x="2649682" y="2615046"/>
                  <a:pt x="2675659" y="2641023"/>
                </a:cubicBezTo>
                <a:cubicBezTo>
                  <a:pt x="2632364" y="2623705"/>
                  <a:pt x="2589068" y="2589068"/>
                  <a:pt x="2545773" y="2554432"/>
                </a:cubicBezTo>
                <a:cubicBezTo>
                  <a:pt x="2476500" y="2433205"/>
                  <a:pt x="2363932" y="2381250"/>
                  <a:pt x="2363932" y="2398568"/>
                </a:cubicBezTo>
                <a:cubicBezTo>
                  <a:pt x="2363932" y="2424546"/>
                  <a:pt x="2476500" y="2528455"/>
                  <a:pt x="2528455" y="2589068"/>
                </a:cubicBezTo>
                <a:lnTo>
                  <a:pt x="2225387" y="2311977"/>
                </a:lnTo>
                <a:cubicBezTo>
                  <a:pt x="2234046" y="2303318"/>
                  <a:pt x="2251364" y="2294659"/>
                  <a:pt x="2251364" y="2277341"/>
                </a:cubicBezTo>
                <a:cubicBezTo>
                  <a:pt x="2260023" y="2277341"/>
                  <a:pt x="2277341" y="2294659"/>
                  <a:pt x="2286000" y="2294659"/>
                </a:cubicBezTo>
                <a:cubicBezTo>
                  <a:pt x="2286000" y="2294659"/>
                  <a:pt x="2294659" y="2294659"/>
                  <a:pt x="2303318" y="2286000"/>
                </a:cubicBezTo>
                <a:cubicBezTo>
                  <a:pt x="2268682" y="2260023"/>
                  <a:pt x="2225387" y="2242705"/>
                  <a:pt x="2199409" y="2216727"/>
                </a:cubicBezTo>
                <a:cubicBezTo>
                  <a:pt x="2208068" y="2216727"/>
                  <a:pt x="2225387" y="2225386"/>
                  <a:pt x="2234046" y="2234046"/>
                </a:cubicBezTo>
                <a:cubicBezTo>
                  <a:pt x="2234046" y="2234046"/>
                  <a:pt x="2242705" y="2234046"/>
                  <a:pt x="2242705" y="2216727"/>
                </a:cubicBezTo>
                <a:cubicBezTo>
                  <a:pt x="2242705" y="2190750"/>
                  <a:pt x="2216728" y="2182091"/>
                  <a:pt x="2199409" y="2164773"/>
                </a:cubicBezTo>
                <a:lnTo>
                  <a:pt x="2164773" y="2164773"/>
                </a:lnTo>
                <a:cubicBezTo>
                  <a:pt x="2156114" y="2182091"/>
                  <a:pt x="2164773" y="2208068"/>
                  <a:pt x="2164773" y="2225386"/>
                </a:cubicBezTo>
                <a:cubicBezTo>
                  <a:pt x="2156114" y="2234046"/>
                  <a:pt x="2164773" y="2234046"/>
                  <a:pt x="2138796" y="2234046"/>
                </a:cubicBezTo>
                <a:cubicBezTo>
                  <a:pt x="2121478" y="2234046"/>
                  <a:pt x="2095500" y="2199409"/>
                  <a:pt x="2078182" y="2190750"/>
                </a:cubicBezTo>
                <a:cubicBezTo>
                  <a:pt x="2069523" y="2190750"/>
                  <a:pt x="2060864" y="2190750"/>
                  <a:pt x="2052205" y="2199409"/>
                </a:cubicBezTo>
                <a:cubicBezTo>
                  <a:pt x="2078182" y="2234046"/>
                  <a:pt x="2121478" y="2268682"/>
                  <a:pt x="2164773" y="2303318"/>
                </a:cubicBezTo>
                <a:lnTo>
                  <a:pt x="2164773" y="2329296"/>
                </a:lnTo>
                <a:cubicBezTo>
                  <a:pt x="2121478" y="2286000"/>
                  <a:pt x="2017568" y="2190750"/>
                  <a:pt x="2000250" y="2190750"/>
                </a:cubicBezTo>
                <a:cubicBezTo>
                  <a:pt x="1974273" y="2190750"/>
                  <a:pt x="1965614" y="2190750"/>
                  <a:pt x="1965614" y="2216727"/>
                </a:cubicBezTo>
                <a:cubicBezTo>
                  <a:pt x="1965614" y="2234046"/>
                  <a:pt x="1991591" y="2260023"/>
                  <a:pt x="2000250" y="2277341"/>
                </a:cubicBezTo>
                <a:cubicBezTo>
                  <a:pt x="1991591" y="2286000"/>
                  <a:pt x="2000250" y="2286000"/>
                  <a:pt x="1974273" y="2286000"/>
                </a:cubicBezTo>
                <a:cubicBezTo>
                  <a:pt x="1956955" y="2286000"/>
                  <a:pt x="1861705" y="2190750"/>
                  <a:pt x="1827068" y="2190750"/>
                </a:cubicBezTo>
                <a:cubicBezTo>
                  <a:pt x="1801091" y="2190750"/>
                  <a:pt x="1801091" y="2190750"/>
                  <a:pt x="1792432" y="2199409"/>
                </a:cubicBezTo>
                <a:cubicBezTo>
                  <a:pt x="1835727" y="2260023"/>
                  <a:pt x="1896341" y="2329296"/>
                  <a:pt x="1956955" y="2389909"/>
                </a:cubicBezTo>
                <a:cubicBezTo>
                  <a:pt x="1982932" y="2372591"/>
                  <a:pt x="2060864" y="2389909"/>
                  <a:pt x="2095500" y="2433205"/>
                </a:cubicBezTo>
                <a:cubicBezTo>
                  <a:pt x="2156114" y="2528455"/>
                  <a:pt x="2303318" y="2641023"/>
                  <a:pt x="2407228" y="2692977"/>
                </a:cubicBezTo>
                <a:cubicBezTo>
                  <a:pt x="2277341" y="2684318"/>
                  <a:pt x="2138796" y="2476500"/>
                  <a:pt x="2008909" y="2398568"/>
                </a:cubicBezTo>
                <a:lnTo>
                  <a:pt x="1974273" y="2407227"/>
                </a:lnTo>
                <a:cubicBezTo>
                  <a:pt x="2000250" y="2441864"/>
                  <a:pt x="2008909" y="2476500"/>
                  <a:pt x="2034887" y="2511136"/>
                </a:cubicBezTo>
                <a:cubicBezTo>
                  <a:pt x="2060864" y="2545773"/>
                  <a:pt x="2112818" y="2571750"/>
                  <a:pt x="2138796" y="2597727"/>
                </a:cubicBezTo>
                <a:cubicBezTo>
                  <a:pt x="2095500" y="2589068"/>
                  <a:pt x="2008909" y="2485159"/>
                  <a:pt x="1982932" y="2459182"/>
                </a:cubicBezTo>
                <a:cubicBezTo>
                  <a:pt x="1948296" y="2407227"/>
                  <a:pt x="1870364" y="2346614"/>
                  <a:pt x="1827068" y="2303318"/>
                </a:cubicBezTo>
                <a:cubicBezTo>
                  <a:pt x="1801091" y="2286000"/>
                  <a:pt x="1783773" y="2242705"/>
                  <a:pt x="1749137" y="2216727"/>
                </a:cubicBezTo>
                <a:cubicBezTo>
                  <a:pt x="1688523" y="2182091"/>
                  <a:pt x="1627909" y="2173432"/>
                  <a:pt x="1567296" y="2147455"/>
                </a:cubicBezTo>
                <a:cubicBezTo>
                  <a:pt x="1558637" y="2156114"/>
                  <a:pt x="1549977" y="2147455"/>
                  <a:pt x="1549977" y="2173432"/>
                </a:cubicBezTo>
                <a:cubicBezTo>
                  <a:pt x="1549977" y="2190750"/>
                  <a:pt x="1610591" y="2260023"/>
                  <a:pt x="1653887" y="2303318"/>
                </a:cubicBezTo>
                <a:cubicBezTo>
                  <a:pt x="1610591" y="2277341"/>
                  <a:pt x="1558637" y="2225386"/>
                  <a:pt x="1506682" y="2182091"/>
                </a:cubicBezTo>
                <a:cubicBezTo>
                  <a:pt x="1506682" y="2182091"/>
                  <a:pt x="1498023" y="2182091"/>
                  <a:pt x="1489364" y="2190750"/>
                </a:cubicBezTo>
                <a:cubicBezTo>
                  <a:pt x="1532659" y="2199409"/>
                  <a:pt x="1541318" y="2260023"/>
                  <a:pt x="1558637" y="2303318"/>
                </a:cubicBezTo>
                <a:cubicBezTo>
                  <a:pt x="1575955" y="2337955"/>
                  <a:pt x="1619250" y="2398568"/>
                  <a:pt x="1653887" y="2450523"/>
                </a:cubicBezTo>
                <a:cubicBezTo>
                  <a:pt x="1627909" y="2424546"/>
                  <a:pt x="1584614" y="2398568"/>
                  <a:pt x="1567296" y="2381250"/>
                </a:cubicBezTo>
                <a:cubicBezTo>
                  <a:pt x="1532659" y="2355273"/>
                  <a:pt x="1515341" y="2320636"/>
                  <a:pt x="1489364" y="2294659"/>
                </a:cubicBezTo>
                <a:cubicBezTo>
                  <a:pt x="1480705" y="2311977"/>
                  <a:pt x="1489364" y="2337955"/>
                  <a:pt x="1480705" y="2355273"/>
                </a:cubicBezTo>
                <a:cubicBezTo>
                  <a:pt x="1472046" y="2346614"/>
                  <a:pt x="1472046" y="2329296"/>
                  <a:pt x="1446068" y="2329296"/>
                </a:cubicBezTo>
                <a:cubicBezTo>
                  <a:pt x="1428750" y="2329296"/>
                  <a:pt x="1446068" y="2346614"/>
                  <a:pt x="1428750" y="2346614"/>
                </a:cubicBezTo>
                <a:cubicBezTo>
                  <a:pt x="1402773" y="2346614"/>
                  <a:pt x="1368137" y="2329296"/>
                  <a:pt x="1333500" y="2311977"/>
                </a:cubicBezTo>
                <a:cubicBezTo>
                  <a:pt x="1350818" y="2268682"/>
                  <a:pt x="1368137" y="2225386"/>
                  <a:pt x="1385455" y="2173432"/>
                </a:cubicBezTo>
                <a:lnTo>
                  <a:pt x="1385455" y="2164773"/>
                </a:lnTo>
                <a:cubicBezTo>
                  <a:pt x="1342159" y="2199409"/>
                  <a:pt x="1290205" y="2251364"/>
                  <a:pt x="1238250" y="2303318"/>
                </a:cubicBezTo>
                <a:cubicBezTo>
                  <a:pt x="1255568" y="2329296"/>
                  <a:pt x="1290205" y="2337955"/>
                  <a:pt x="1316182" y="2363932"/>
                </a:cubicBezTo>
                <a:cubicBezTo>
                  <a:pt x="1333500" y="2372591"/>
                  <a:pt x="1350818" y="2363932"/>
                  <a:pt x="1368137" y="2372591"/>
                </a:cubicBezTo>
                <a:cubicBezTo>
                  <a:pt x="1385455" y="2372591"/>
                  <a:pt x="1402773" y="2415886"/>
                  <a:pt x="1420091" y="2415886"/>
                </a:cubicBezTo>
                <a:cubicBezTo>
                  <a:pt x="1446068" y="2415886"/>
                  <a:pt x="1428750" y="2398568"/>
                  <a:pt x="1446068" y="2398568"/>
                </a:cubicBezTo>
                <a:cubicBezTo>
                  <a:pt x="1472046" y="2398568"/>
                  <a:pt x="1506682" y="2415886"/>
                  <a:pt x="1524000" y="2433205"/>
                </a:cubicBezTo>
                <a:cubicBezTo>
                  <a:pt x="1575955" y="2450523"/>
                  <a:pt x="1593273" y="2424546"/>
                  <a:pt x="1627909" y="2485159"/>
                </a:cubicBezTo>
                <a:cubicBezTo>
                  <a:pt x="1636568" y="2493818"/>
                  <a:pt x="1653887" y="2493818"/>
                  <a:pt x="1662546" y="2493818"/>
                </a:cubicBezTo>
                <a:cubicBezTo>
                  <a:pt x="1723159" y="2537114"/>
                  <a:pt x="1714500" y="2563091"/>
                  <a:pt x="1714500" y="2606386"/>
                </a:cubicBezTo>
                <a:cubicBezTo>
                  <a:pt x="1714500" y="2641023"/>
                  <a:pt x="1705841" y="2641023"/>
                  <a:pt x="1679864" y="2701636"/>
                </a:cubicBezTo>
                <a:cubicBezTo>
                  <a:pt x="1671205" y="2710296"/>
                  <a:pt x="1671205" y="2744932"/>
                  <a:pt x="1653887" y="2770909"/>
                </a:cubicBezTo>
                <a:cubicBezTo>
                  <a:pt x="1645227" y="2788227"/>
                  <a:pt x="1610591" y="2779568"/>
                  <a:pt x="1601932" y="2805546"/>
                </a:cubicBezTo>
                <a:cubicBezTo>
                  <a:pt x="1593273" y="2814205"/>
                  <a:pt x="1575955" y="2883477"/>
                  <a:pt x="1558637" y="2883477"/>
                </a:cubicBezTo>
                <a:cubicBezTo>
                  <a:pt x="1532659" y="2883477"/>
                  <a:pt x="1558637" y="2866159"/>
                  <a:pt x="1532659" y="2866159"/>
                </a:cubicBezTo>
                <a:cubicBezTo>
                  <a:pt x="1498023" y="2866159"/>
                  <a:pt x="1489364" y="2978727"/>
                  <a:pt x="1446068" y="2978727"/>
                </a:cubicBezTo>
                <a:cubicBezTo>
                  <a:pt x="1420091" y="2978727"/>
                  <a:pt x="1446068" y="2961409"/>
                  <a:pt x="1428750" y="2961409"/>
                </a:cubicBezTo>
                <a:cubicBezTo>
                  <a:pt x="1350818" y="2961409"/>
                  <a:pt x="1394114" y="3056659"/>
                  <a:pt x="1324841" y="3056659"/>
                </a:cubicBezTo>
                <a:cubicBezTo>
                  <a:pt x="1307523" y="3056659"/>
                  <a:pt x="1333500" y="3039341"/>
                  <a:pt x="1307523" y="3039341"/>
                </a:cubicBezTo>
                <a:cubicBezTo>
                  <a:pt x="1290205" y="3039341"/>
                  <a:pt x="1220932" y="3134591"/>
                  <a:pt x="1203614" y="3134591"/>
                </a:cubicBezTo>
                <a:cubicBezTo>
                  <a:pt x="1177637" y="3134591"/>
                  <a:pt x="1203614" y="3117273"/>
                  <a:pt x="1177637" y="3117273"/>
                </a:cubicBezTo>
                <a:cubicBezTo>
                  <a:pt x="1151659" y="3117273"/>
                  <a:pt x="1125682" y="3203864"/>
                  <a:pt x="1039091" y="3203864"/>
                </a:cubicBezTo>
                <a:cubicBezTo>
                  <a:pt x="1004455" y="3238500"/>
                  <a:pt x="969818" y="3290455"/>
                  <a:pt x="943841" y="3290455"/>
                </a:cubicBezTo>
                <a:cubicBezTo>
                  <a:pt x="926523" y="3290455"/>
                  <a:pt x="943841" y="3264477"/>
                  <a:pt x="926523" y="3264477"/>
                </a:cubicBezTo>
                <a:cubicBezTo>
                  <a:pt x="900546" y="3264477"/>
                  <a:pt x="900546" y="3273136"/>
                  <a:pt x="857250" y="3281796"/>
                </a:cubicBezTo>
                <a:cubicBezTo>
                  <a:pt x="917864" y="3221182"/>
                  <a:pt x="900546" y="3238500"/>
                  <a:pt x="900546" y="3221182"/>
                </a:cubicBezTo>
                <a:cubicBezTo>
                  <a:pt x="900546" y="3195205"/>
                  <a:pt x="926523" y="3203864"/>
                  <a:pt x="935182" y="3186546"/>
                </a:cubicBezTo>
                <a:cubicBezTo>
                  <a:pt x="943841" y="3186546"/>
                  <a:pt x="961159" y="3195205"/>
                  <a:pt x="969818" y="3186546"/>
                </a:cubicBezTo>
                <a:cubicBezTo>
                  <a:pt x="969818" y="3177886"/>
                  <a:pt x="1021773" y="3169227"/>
                  <a:pt x="1030432" y="3134591"/>
                </a:cubicBezTo>
                <a:lnTo>
                  <a:pt x="476250" y="3125932"/>
                </a:lnTo>
                <a:cubicBezTo>
                  <a:pt x="450273" y="3143250"/>
                  <a:pt x="415636" y="3160568"/>
                  <a:pt x="381000" y="3177886"/>
                </a:cubicBezTo>
                <a:cubicBezTo>
                  <a:pt x="415636" y="3134591"/>
                  <a:pt x="502227" y="3099955"/>
                  <a:pt x="571500" y="3073977"/>
                </a:cubicBezTo>
                <a:cubicBezTo>
                  <a:pt x="632114" y="3048000"/>
                  <a:pt x="1091046" y="2952750"/>
                  <a:pt x="1091046" y="2710296"/>
                </a:cubicBezTo>
                <a:cubicBezTo>
                  <a:pt x="1091046" y="2692977"/>
                  <a:pt x="1091046" y="2667000"/>
                  <a:pt x="1082387" y="2649682"/>
                </a:cubicBezTo>
                <a:cubicBezTo>
                  <a:pt x="969818" y="2727614"/>
                  <a:pt x="857250" y="2788227"/>
                  <a:pt x="744682" y="2831523"/>
                </a:cubicBezTo>
                <a:cubicBezTo>
                  <a:pt x="536864" y="2918114"/>
                  <a:pt x="251114" y="2944091"/>
                  <a:pt x="77932" y="3177886"/>
                </a:cubicBezTo>
                <a:cubicBezTo>
                  <a:pt x="69273" y="3177886"/>
                  <a:pt x="60614" y="3195205"/>
                  <a:pt x="51955" y="3203864"/>
                </a:cubicBezTo>
                <a:cubicBezTo>
                  <a:pt x="69273" y="3151909"/>
                  <a:pt x="181841" y="3056659"/>
                  <a:pt x="242455" y="3022023"/>
                </a:cubicBezTo>
                <a:lnTo>
                  <a:pt x="225136" y="3004705"/>
                </a:lnTo>
                <a:cubicBezTo>
                  <a:pt x="233795" y="3013364"/>
                  <a:pt x="225136" y="3022023"/>
                  <a:pt x="242455" y="3022023"/>
                </a:cubicBezTo>
                <a:cubicBezTo>
                  <a:pt x="268432" y="3022023"/>
                  <a:pt x="320386" y="2970068"/>
                  <a:pt x="372341" y="2952750"/>
                </a:cubicBezTo>
                <a:cubicBezTo>
                  <a:pt x="424295" y="2926773"/>
                  <a:pt x="1082387" y="2770909"/>
                  <a:pt x="1082387" y="2580409"/>
                </a:cubicBezTo>
                <a:cubicBezTo>
                  <a:pt x="1082387" y="2563091"/>
                  <a:pt x="1065068" y="2528455"/>
                  <a:pt x="1047750" y="2502477"/>
                </a:cubicBezTo>
                <a:cubicBezTo>
                  <a:pt x="1047750" y="2502477"/>
                  <a:pt x="1030432" y="2519796"/>
                  <a:pt x="1030432" y="2493818"/>
                </a:cubicBezTo>
                <a:cubicBezTo>
                  <a:pt x="1030432" y="2519796"/>
                  <a:pt x="1056409" y="2554432"/>
                  <a:pt x="1056409" y="2571750"/>
                </a:cubicBezTo>
                <a:cubicBezTo>
                  <a:pt x="1056409" y="2684318"/>
                  <a:pt x="865909" y="2736273"/>
                  <a:pt x="805296" y="2762250"/>
                </a:cubicBezTo>
                <a:cubicBezTo>
                  <a:pt x="666750" y="2814205"/>
                  <a:pt x="510886" y="2857500"/>
                  <a:pt x="372341" y="2909455"/>
                </a:cubicBezTo>
                <a:cubicBezTo>
                  <a:pt x="268432" y="2944091"/>
                  <a:pt x="155864" y="3013364"/>
                  <a:pt x="69273" y="3099955"/>
                </a:cubicBezTo>
                <a:lnTo>
                  <a:pt x="0" y="3169227"/>
                </a:lnTo>
                <a:cubicBezTo>
                  <a:pt x="164523" y="2952750"/>
                  <a:pt x="424295" y="2883477"/>
                  <a:pt x="614796" y="2822864"/>
                </a:cubicBezTo>
                <a:cubicBezTo>
                  <a:pt x="727364" y="2788227"/>
                  <a:pt x="891886" y="2727614"/>
                  <a:pt x="1013114" y="2649682"/>
                </a:cubicBezTo>
                <a:cubicBezTo>
                  <a:pt x="961159" y="2589068"/>
                  <a:pt x="848591" y="2476500"/>
                  <a:pt x="848591" y="2459182"/>
                </a:cubicBezTo>
                <a:lnTo>
                  <a:pt x="848591" y="2242705"/>
                </a:lnTo>
                <a:cubicBezTo>
                  <a:pt x="857250" y="2216727"/>
                  <a:pt x="874568" y="2190750"/>
                  <a:pt x="874568" y="2173432"/>
                </a:cubicBezTo>
                <a:cubicBezTo>
                  <a:pt x="874568" y="2147455"/>
                  <a:pt x="917864" y="2121477"/>
                  <a:pt x="935182" y="2112818"/>
                </a:cubicBezTo>
                <a:cubicBezTo>
                  <a:pt x="1047750" y="2008909"/>
                  <a:pt x="1177637" y="1956955"/>
                  <a:pt x="1298864" y="1905000"/>
                </a:cubicBezTo>
                <a:lnTo>
                  <a:pt x="1298864" y="1645227"/>
                </a:lnTo>
                <a:cubicBezTo>
                  <a:pt x="1307523" y="1645227"/>
                  <a:pt x="1298864" y="1636568"/>
                  <a:pt x="1324841" y="1636568"/>
                </a:cubicBezTo>
                <a:cubicBezTo>
                  <a:pt x="1342159" y="1636568"/>
                  <a:pt x="1333500" y="1653886"/>
                  <a:pt x="1342159" y="1662546"/>
                </a:cubicBezTo>
                <a:cubicBezTo>
                  <a:pt x="1359477" y="1653886"/>
                  <a:pt x="1368137" y="1627909"/>
                  <a:pt x="1385455" y="1627909"/>
                </a:cubicBezTo>
                <a:cubicBezTo>
                  <a:pt x="1411432" y="1627909"/>
                  <a:pt x="1402773" y="1645227"/>
                  <a:pt x="1420091" y="1645227"/>
                </a:cubicBezTo>
                <a:cubicBezTo>
                  <a:pt x="1446068" y="1645227"/>
                  <a:pt x="1454727" y="1619250"/>
                  <a:pt x="1480705" y="1610591"/>
                </a:cubicBezTo>
                <a:cubicBezTo>
                  <a:pt x="1480705" y="1619250"/>
                  <a:pt x="1480705" y="1627909"/>
                  <a:pt x="1489364" y="1636568"/>
                </a:cubicBezTo>
                <a:cubicBezTo>
                  <a:pt x="1506682" y="1636568"/>
                  <a:pt x="1515341" y="1619250"/>
                  <a:pt x="1524000" y="1601932"/>
                </a:cubicBezTo>
                <a:lnTo>
                  <a:pt x="1549977" y="1601932"/>
                </a:lnTo>
                <a:cubicBezTo>
                  <a:pt x="1549977" y="1610591"/>
                  <a:pt x="1549977" y="1619250"/>
                  <a:pt x="1558637" y="1627909"/>
                </a:cubicBezTo>
                <a:cubicBezTo>
                  <a:pt x="1584614" y="1619250"/>
                  <a:pt x="1601932" y="1593273"/>
                  <a:pt x="1619250" y="1593273"/>
                </a:cubicBezTo>
                <a:cubicBezTo>
                  <a:pt x="1636568" y="1593273"/>
                  <a:pt x="1679864" y="1593273"/>
                  <a:pt x="1688523" y="1627909"/>
                </a:cubicBezTo>
                <a:cubicBezTo>
                  <a:pt x="1688523" y="1627909"/>
                  <a:pt x="1697182" y="1619250"/>
                  <a:pt x="1697182" y="1610591"/>
                </a:cubicBezTo>
                <a:lnTo>
                  <a:pt x="1731818" y="1610591"/>
                </a:lnTo>
                <a:cubicBezTo>
                  <a:pt x="1740477" y="1619250"/>
                  <a:pt x="1740477" y="1645227"/>
                  <a:pt x="1757796" y="1645227"/>
                </a:cubicBezTo>
                <a:cubicBezTo>
                  <a:pt x="1783773" y="1645227"/>
                  <a:pt x="1757796" y="1627909"/>
                  <a:pt x="1775114" y="1627909"/>
                </a:cubicBezTo>
                <a:cubicBezTo>
                  <a:pt x="1801091" y="1627909"/>
                  <a:pt x="1809750" y="1662546"/>
                  <a:pt x="1835727" y="1662546"/>
                </a:cubicBezTo>
                <a:cubicBezTo>
                  <a:pt x="1853046" y="1662546"/>
                  <a:pt x="1827068" y="1645227"/>
                  <a:pt x="1844387" y="1645227"/>
                </a:cubicBezTo>
                <a:cubicBezTo>
                  <a:pt x="1870364" y="1645227"/>
                  <a:pt x="1861705" y="1653886"/>
                  <a:pt x="1879023" y="1653886"/>
                </a:cubicBezTo>
                <a:cubicBezTo>
                  <a:pt x="1879023" y="1714500"/>
                  <a:pt x="1887682" y="1783773"/>
                  <a:pt x="1896341" y="1844386"/>
                </a:cubicBezTo>
                <a:lnTo>
                  <a:pt x="1913659" y="1827068"/>
                </a:lnTo>
                <a:cubicBezTo>
                  <a:pt x="1922318" y="1835727"/>
                  <a:pt x="1922318" y="1853046"/>
                  <a:pt x="1948296" y="1853046"/>
                </a:cubicBezTo>
                <a:cubicBezTo>
                  <a:pt x="1965614" y="1853046"/>
                  <a:pt x="1948296" y="1835727"/>
                  <a:pt x="1974273" y="1835727"/>
                </a:cubicBezTo>
                <a:cubicBezTo>
                  <a:pt x="1991591" y="1835727"/>
                  <a:pt x="1991591" y="1844386"/>
                  <a:pt x="2000250" y="1844386"/>
                </a:cubicBezTo>
                <a:cubicBezTo>
                  <a:pt x="2008909" y="1853046"/>
                  <a:pt x="2026227" y="1844386"/>
                  <a:pt x="2043546" y="1844386"/>
                </a:cubicBezTo>
                <a:cubicBezTo>
                  <a:pt x="2052205" y="1853046"/>
                  <a:pt x="2052205" y="1861705"/>
                  <a:pt x="2060864" y="1861705"/>
                </a:cubicBezTo>
                <a:cubicBezTo>
                  <a:pt x="2147455" y="1879023"/>
                  <a:pt x="2294659" y="1913659"/>
                  <a:pt x="2372591" y="1991591"/>
                </a:cubicBezTo>
                <a:cubicBezTo>
                  <a:pt x="2372591" y="1991591"/>
                  <a:pt x="2381250" y="2000250"/>
                  <a:pt x="2389909" y="1991591"/>
                </a:cubicBezTo>
                <a:cubicBezTo>
                  <a:pt x="2424546" y="2034886"/>
                  <a:pt x="2459182" y="2069523"/>
                  <a:pt x="2502478" y="2095500"/>
                </a:cubicBezTo>
                <a:cubicBezTo>
                  <a:pt x="2545773" y="2130136"/>
                  <a:pt x="2580409" y="2138796"/>
                  <a:pt x="2632364" y="2190750"/>
                </a:cubicBezTo>
                <a:cubicBezTo>
                  <a:pt x="2667000" y="2216727"/>
                  <a:pt x="2718955" y="2260023"/>
                  <a:pt x="2779568" y="2277341"/>
                </a:cubicBezTo>
                <a:cubicBezTo>
                  <a:pt x="2796887" y="2286000"/>
                  <a:pt x="2822864" y="2277341"/>
                  <a:pt x="2848841" y="2286000"/>
                </a:cubicBezTo>
                <a:cubicBezTo>
                  <a:pt x="2874819" y="2294659"/>
                  <a:pt x="2909455" y="2311977"/>
                  <a:pt x="2935432" y="2329296"/>
                </a:cubicBezTo>
                <a:cubicBezTo>
                  <a:pt x="2944091" y="2320636"/>
                  <a:pt x="2952750" y="2320636"/>
                  <a:pt x="2961409" y="2311977"/>
                </a:cubicBezTo>
                <a:cubicBezTo>
                  <a:pt x="2892137" y="2251364"/>
                  <a:pt x="2926773" y="2182091"/>
                  <a:pt x="2909455" y="2112818"/>
                </a:cubicBezTo>
                <a:cubicBezTo>
                  <a:pt x="2900796" y="2121477"/>
                  <a:pt x="2900796" y="2147455"/>
                  <a:pt x="2900796" y="2147455"/>
                </a:cubicBezTo>
                <a:cubicBezTo>
                  <a:pt x="2883478" y="2147455"/>
                  <a:pt x="2866159" y="2147455"/>
                  <a:pt x="2857500" y="2164773"/>
                </a:cubicBezTo>
                <a:cubicBezTo>
                  <a:pt x="2892137" y="2190750"/>
                  <a:pt x="2883478" y="2147455"/>
                  <a:pt x="2900796" y="2190750"/>
                </a:cubicBezTo>
                <a:lnTo>
                  <a:pt x="2883478" y="2173432"/>
                </a:lnTo>
                <a:cubicBezTo>
                  <a:pt x="2883478" y="2199409"/>
                  <a:pt x="2892137" y="2208068"/>
                  <a:pt x="2883478" y="2216727"/>
                </a:cubicBezTo>
                <a:cubicBezTo>
                  <a:pt x="2874819" y="2225386"/>
                  <a:pt x="2874819" y="2234046"/>
                  <a:pt x="2874819" y="2242705"/>
                </a:cubicBezTo>
                <a:cubicBezTo>
                  <a:pt x="2883478" y="2251364"/>
                  <a:pt x="2900796" y="2242705"/>
                  <a:pt x="2909455" y="2242705"/>
                </a:cubicBezTo>
                <a:lnTo>
                  <a:pt x="2909455" y="2286000"/>
                </a:lnTo>
                <a:cubicBezTo>
                  <a:pt x="2892137" y="2268682"/>
                  <a:pt x="2874819" y="2268682"/>
                  <a:pt x="2866159" y="2251364"/>
                </a:cubicBezTo>
                <a:cubicBezTo>
                  <a:pt x="2866159" y="2251364"/>
                  <a:pt x="2857500" y="2260023"/>
                  <a:pt x="2857500" y="2268682"/>
                </a:cubicBezTo>
                <a:cubicBezTo>
                  <a:pt x="2831523" y="2260023"/>
                  <a:pt x="2814205" y="2242705"/>
                  <a:pt x="2788228" y="2225386"/>
                </a:cubicBezTo>
                <a:cubicBezTo>
                  <a:pt x="2805546" y="2216727"/>
                  <a:pt x="2814205" y="2190750"/>
                  <a:pt x="2822864" y="2164773"/>
                </a:cubicBezTo>
                <a:cubicBezTo>
                  <a:pt x="2831523" y="2173432"/>
                  <a:pt x="2831523" y="2173432"/>
                  <a:pt x="2848841" y="2164773"/>
                </a:cubicBezTo>
                <a:cubicBezTo>
                  <a:pt x="2840182" y="2156114"/>
                  <a:pt x="2840182" y="2138796"/>
                  <a:pt x="2831523" y="2130136"/>
                </a:cubicBezTo>
                <a:cubicBezTo>
                  <a:pt x="2822864" y="2147455"/>
                  <a:pt x="2796887" y="2164773"/>
                  <a:pt x="2788228" y="2190750"/>
                </a:cubicBezTo>
                <a:cubicBezTo>
                  <a:pt x="2779568" y="2190750"/>
                  <a:pt x="2779568" y="2173432"/>
                  <a:pt x="2770909" y="2156114"/>
                </a:cubicBezTo>
                <a:cubicBezTo>
                  <a:pt x="2762250" y="2164773"/>
                  <a:pt x="2744932" y="2182091"/>
                  <a:pt x="2727614" y="2190750"/>
                </a:cubicBezTo>
                <a:cubicBezTo>
                  <a:pt x="2744932" y="2147455"/>
                  <a:pt x="2770909" y="2130136"/>
                  <a:pt x="2796887" y="2095500"/>
                </a:cubicBezTo>
                <a:cubicBezTo>
                  <a:pt x="2796887" y="2095500"/>
                  <a:pt x="2796887" y="2104159"/>
                  <a:pt x="2805546" y="2112818"/>
                </a:cubicBezTo>
                <a:cubicBezTo>
                  <a:pt x="2822864" y="2104159"/>
                  <a:pt x="2822864" y="2078182"/>
                  <a:pt x="2840182" y="2060864"/>
                </a:cubicBezTo>
                <a:cubicBezTo>
                  <a:pt x="2848841" y="2069523"/>
                  <a:pt x="2857500" y="2078182"/>
                  <a:pt x="2848841" y="2086841"/>
                </a:cubicBezTo>
                <a:cubicBezTo>
                  <a:pt x="2857500" y="2095500"/>
                  <a:pt x="2857500" y="2086841"/>
                  <a:pt x="2874819" y="2086841"/>
                </a:cubicBezTo>
                <a:cubicBezTo>
                  <a:pt x="2900796" y="2086841"/>
                  <a:pt x="2892137" y="2112818"/>
                  <a:pt x="2900796" y="2121477"/>
                </a:cubicBezTo>
                <a:cubicBezTo>
                  <a:pt x="2883478" y="1974273"/>
                  <a:pt x="3030682" y="1896341"/>
                  <a:pt x="3160569" y="1809750"/>
                </a:cubicBezTo>
                <a:lnTo>
                  <a:pt x="3160569" y="1610591"/>
                </a:lnTo>
                <a:cubicBezTo>
                  <a:pt x="3195205" y="1610591"/>
                  <a:pt x="3238500" y="1610591"/>
                  <a:pt x="3290455" y="1584614"/>
                </a:cubicBezTo>
                <a:lnTo>
                  <a:pt x="3307773" y="1601932"/>
                </a:lnTo>
                <a:cubicBezTo>
                  <a:pt x="3316432" y="1584614"/>
                  <a:pt x="3325091" y="1575955"/>
                  <a:pt x="3342409" y="1575955"/>
                </a:cubicBezTo>
                <a:cubicBezTo>
                  <a:pt x="3368387" y="1575955"/>
                  <a:pt x="3351069" y="1593273"/>
                  <a:pt x="3359728" y="1601932"/>
                </a:cubicBezTo>
                <a:cubicBezTo>
                  <a:pt x="3368387" y="1584614"/>
                  <a:pt x="3403023" y="1567296"/>
                  <a:pt x="3420341" y="1567296"/>
                </a:cubicBezTo>
                <a:cubicBezTo>
                  <a:pt x="3446319" y="1567296"/>
                  <a:pt x="3437659" y="1575955"/>
                  <a:pt x="3463637" y="1575955"/>
                </a:cubicBezTo>
                <a:close/>
                <a:moveTo>
                  <a:pt x="3939887" y="1506682"/>
                </a:moveTo>
                <a:cubicBezTo>
                  <a:pt x="3931228" y="1515341"/>
                  <a:pt x="3913909" y="1524000"/>
                  <a:pt x="3905250" y="1532659"/>
                </a:cubicBezTo>
                <a:lnTo>
                  <a:pt x="3879273" y="1532659"/>
                </a:lnTo>
                <a:cubicBezTo>
                  <a:pt x="3887932" y="1524000"/>
                  <a:pt x="3905250" y="1515341"/>
                  <a:pt x="3913909" y="1506682"/>
                </a:cubicBezTo>
                <a:lnTo>
                  <a:pt x="3939887" y="1506682"/>
                </a:lnTo>
                <a:close/>
                <a:moveTo>
                  <a:pt x="3974523" y="1524000"/>
                </a:moveTo>
                <a:cubicBezTo>
                  <a:pt x="3974523" y="1515341"/>
                  <a:pt x="3991841" y="1498023"/>
                  <a:pt x="4000500" y="1498023"/>
                </a:cubicBezTo>
                <a:cubicBezTo>
                  <a:pt x="4000500" y="1506682"/>
                  <a:pt x="3983182" y="1515341"/>
                  <a:pt x="3974523" y="1524000"/>
                </a:cubicBezTo>
                <a:close/>
                <a:moveTo>
                  <a:pt x="3437659" y="1489364"/>
                </a:moveTo>
                <a:lnTo>
                  <a:pt x="3896591" y="1489364"/>
                </a:lnTo>
                <a:cubicBezTo>
                  <a:pt x="3887932" y="1498023"/>
                  <a:pt x="3870614" y="1506682"/>
                  <a:pt x="3861955" y="1515341"/>
                </a:cubicBezTo>
                <a:lnTo>
                  <a:pt x="3299114" y="1515341"/>
                </a:lnTo>
                <a:cubicBezTo>
                  <a:pt x="3333750" y="1498023"/>
                  <a:pt x="3385705" y="1472046"/>
                  <a:pt x="3411682" y="1472046"/>
                </a:cubicBezTo>
                <a:cubicBezTo>
                  <a:pt x="3429000" y="1472046"/>
                  <a:pt x="3411682" y="1489364"/>
                  <a:pt x="3437659" y="1489364"/>
                </a:cubicBezTo>
                <a:close/>
                <a:moveTo>
                  <a:pt x="4069773" y="1428750"/>
                </a:moveTo>
                <a:cubicBezTo>
                  <a:pt x="4061114" y="1437409"/>
                  <a:pt x="4043796" y="1446068"/>
                  <a:pt x="4035137" y="1454727"/>
                </a:cubicBezTo>
                <a:lnTo>
                  <a:pt x="4009159" y="1454727"/>
                </a:lnTo>
                <a:cubicBezTo>
                  <a:pt x="4017819" y="1446068"/>
                  <a:pt x="4035137" y="1437409"/>
                  <a:pt x="4043796" y="1428750"/>
                </a:cubicBezTo>
                <a:lnTo>
                  <a:pt x="4069773" y="1428750"/>
                </a:lnTo>
                <a:close/>
                <a:moveTo>
                  <a:pt x="4104409" y="1437409"/>
                </a:moveTo>
                <a:cubicBezTo>
                  <a:pt x="4104409" y="1428750"/>
                  <a:pt x="4113069" y="1420091"/>
                  <a:pt x="4121728" y="1428750"/>
                </a:cubicBezTo>
                <a:cubicBezTo>
                  <a:pt x="4121728" y="1428750"/>
                  <a:pt x="4113069" y="1437409"/>
                  <a:pt x="4104409" y="1437409"/>
                </a:cubicBezTo>
                <a:close/>
                <a:moveTo>
                  <a:pt x="3610841" y="1420091"/>
                </a:moveTo>
                <a:cubicBezTo>
                  <a:pt x="3740728" y="1428750"/>
                  <a:pt x="3870614" y="1428750"/>
                  <a:pt x="4000500" y="1428750"/>
                </a:cubicBezTo>
                <a:cubicBezTo>
                  <a:pt x="3922569" y="1428750"/>
                  <a:pt x="3948546" y="1454727"/>
                  <a:pt x="3922569" y="1454727"/>
                </a:cubicBezTo>
                <a:lnTo>
                  <a:pt x="3454978" y="1454727"/>
                </a:lnTo>
                <a:cubicBezTo>
                  <a:pt x="3498273" y="1446068"/>
                  <a:pt x="3558887" y="1411432"/>
                  <a:pt x="3584864" y="1411432"/>
                </a:cubicBezTo>
                <a:cubicBezTo>
                  <a:pt x="3602182" y="1411432"/>
                  <a:pt x="3602182" y="1420091"/>
                  <a:pt x="3610841" y="1420091"/>
                </a:cubicBezTo>
                <a:close/>
                <a:moveTo>
                  <a:pt x="4182341" y="1350818"/>
                </a:moveTo>
                <a:cubicBezTo>
                  <a:pt x="4173682" y="1359477"/>
                  <a:pt x="4156364" y="1376796"/>
                  <a:pt x="4130387" y="1376796"/>
                </a:cubicBezTo>
                <a:lnTo>
                  <a:pt x="4156364" y="1350818"/>
                </a:lnTo>
                <a:lnTo>
                  <a:pt x="4182341" y="1350818"/>
                </a:lnTo>
                <a:close/>
                <a:moveTo>
                  <a:pt x="4043796" y="1359477"/>
                </a:moveTo>
                <a:cubicBezTo>
                  <a:pt x="4043796" y="1359477"/>
                  <a:pt x="4026478" y="1376796"/>
                  <a:pt x="4017819" y="1394114"/>
                </a:cubicBezTo>
                <a:lnTo>
                  <a:pt x="3619500" y="1394114"/>
                </a:lnTo>
                <a:cubicBezTo>
                  <a:pt x="3645478" y="1385455"/>
                  <a:pt x="3688773" y="1350818"/>
                  <a:pt x="3706091" y="1350818"/>
                </a:cubicBezTo>
                <a:cubicBezTo>
                  <a:pt x="3732069" y="1350818"/>
                  <a:pt x="3740728" y="1359477"/>
                  <a:pt x="4043796" y="1359477"/>
                </a:cubicBezTo>
                <a:close/>
                <a:moveTo>
                  <a:pt x="4242955" y="1342159"/>
                </a:moveTo>
                <a:cubicBezTo>
                  <a:pt x="4234296" y="1350818"/>
                  <a:pt x="4225637" y="1342159"/>
                  <a:pt x="4216978" y="1350818"/>
                </a:cubicBezTo>
                <a:cubicBezTo>
                  <a:pt x="4216978" y="1350818"/>
                  <a:pt x="4216978" y="1342159"/>
                  <a:pt x="4225637" y="1333500"/>
                </a:cubicBezTo>
                <a:cubicBezTo>
                  <a:pt x="4225637" y="1333500"/>
                  <a:pt x="4234296" y="1342159"/>
                  <a:pt x="4242955" y="1342159"/>
                </a:cubicBezTo>
                <a:close/>
                <a:moveTo>
                  <a:pt x="4121728" y="1290205"/>
                </a:moveTo>
                <a:cubicBezTo>
                  <a:pt x="4113069" y="1307523"/>
                  <a:pt x="4130387" y="1316182"/>
                  <a:pt x="4139046" y="1316182"/>
                </a:cubicBezTo>
                <a:cubicBezTo>
                  <a:pt x="4130387" y="1324841"/>
                  <a:pt x="4130387" y="1333500"/>
                  <a:pt x="4104409" y="1333500"/>
                </a:cubicBezTo>
                <a:lnTo>
                  <a:pt x="3732069" y="1333500"/>
                </a:lnTo>
                <a:cubicBezTo>
                  <a:pt x="3749387" y="1324841"/>
                  <a:pt x="3775364" y="1298864"/>
                  <a:pt x="3801341" y="1290205"/>
                </a:cubicBezTo>
                <a:lnTo>
                  <a:pt x="4121728" y="1290205"/>
                </a:lnTo>
                <a:close/>
                <a:moveTo>
                  <a:pt x="4242955" y="1290205"/>
                </a:moveTo>
                <a:cubicBezTo>
                  <a:pt x="4251614" y="1281546"/>
                  <a:pt x="4268932" y="1264227"/>
                  <a:pt x="4286251" y="1255568"/>
                </a:cubicBezTo>
                <a:cubicBezTo>
                  <a:pt x="4312228" y="1246909"/>
                  <a:pt x="4260273" y="1290205"/>
                  <a:pt x="4242955" y="1290205"/>
                </a:cubicBezTo>
                <a:close/>
                <a:moveTo>
                  <a:pt x="4329546" y="1264227"/>
                </a:moveTo>
                <a:cubicBezTo>
                  <a:pt x="4329546" y="1255568"/>
                  <a:pt x="4329546" y="1246909"/>
                  <a:pt x="4346864" y="1255568"/>
                </a:cubicBezTo>
                <a:cubicBezTo>
                  <a:pt x="4346864" y="1255568"/>
                  <a:pt x="4338205" y="1264227"/>
                  <a:pt x="4329546" y="1264227"/>
                </a:cubicBezTo>
                <a:close/>
                <a:moveTo>
                  <a:pt x="4191000" y="1229591"/>
                </a:moveTo>
                <a:cubicBezTo>
                  <a:pt x="4191000" y="1238250"/>
                  <a:pt x="4199660" y="1246909"/>
                  <a:pt x="4208319" y="1246909"/>
                </a:cubicBezTo>
                <a:cubicBezTo>
                  <a:pt x="4208319" y="1246909"/>
                  <a:pt x="4208319" y="1264227"/>
                  <a:pt x="4182341" y="1264227"/>
                </a:cubicBezTo>
                <a:lnTo>
                  <a:pt x="3810000" y="1264227"/>
                </a:lnTo>
                <a:cubicBezTo>
                  <a:pt x="3818659" y="1255568"/>
                  <a:pt x="3827319" y="1238250"/>
                  <a:pt x="3835978" y="1229591"/>
                </a:cubicBezTo>
                <a:lnTo>
                  <a:pt x="4191000" y="1229591"/>
                </a:lnTo>
                <a:close/>
                <a:moveTo>
                  <a:pt x="4355523" y="1194955"/>
                </a:moveTo>
                <a:cubicBezTo>
                  <a:pt x="4364182" y="1186296"/>
                  <a:pt x="4381501" y="1168977"/>
                  <a:pt x="4390160" y="1168977"/>
                </a:cubicBezTo>
                <a:cubicBezTo>
                  <a:pt x="4381501" y="1177636"/>
                  <a:pt x="4372841" y="1194955"/>
                  <a:pt x="4355523" y="1194955"/>
                </a:cubicBezTo>
                <a:close/>
                <a:moveTo>
                  <a:pt x="4442114" y="1099705"/>
                </a:moveTo>
                <a:cubicBezTo>
                  <a:pt x="4442114" y="1099705"/>
                  <a:pt x="4433455" y="1099705"/>
                  <a:pt x="4424796" y="1091046"/>
                </a:cubicBezTo>
                <a:cubicBezTo>
                  <a:pt x="4433455" y="1082386"/>
                  <a:pt x="4442114" y="1065068"/>
                  <a:pt x="4450773" y="1065068"/>
                </a:cubicBezTo>
                <a:cubicBezTo>
                  <a:pt x="4459432" y="1065068"/>
                  <a:pt x="4450773" y="1082386"/>
                  <a:pt x="4442114" y="1099705"/>
                </a:cubicBezTo>
                <a:close/>
                <a:moveTo>
                  <a:pt x="4372841" y="1108364"/>
                </a:moveTo>
                <a:lnTo>
                  <a:pt x="4346864" y="1056409"/>
                </a:lnTo>
                <a:cubicBezTo>
                  <a:pt x="4364182" y="1073727"/>
                  <a:pt x="4372841" y="1091046"/>
                  <a:pt x="4372841" y="1108364"/>
                </a:cubicBezTo>
                <a:close/>
                <a:moveTo>
                  <a:pt x="4338205" y="1047750"/>
                </a:moveTo>
                <a:cubicBezTo>
                  <a:pt x="4329546" y="1047750"/>
                  <a:pt x="4320887" y="1039091"/>
                  <a:pt x="4312228" y="1030432"/>
                </a:cubicBezTo>
                <a:cubicBezTo>
                  <a:pt x="4320887" y="1030432"/>
                  <a:pt x="4329546" y="1039091"/>
                  <a:pt x="4338205" y="1047750"/>
                </a:cubicBezTo>
                <a:close/>
                <a:moveTo>
                  <a:pt x="3454978" y="1065068"/>
                </a:moveTo>
                <a:cubicBezTo>
                  <a:pt x="3454978" y="969818"/>
                  <a:pt x="3506932" y="1004455"/>
                  <a:pt x="3506932" y="1004455"/>
                </a:cubicBezTo>
                <a:cubicBezTo>
                  <a:pt x="3506932" y="1030432"/>
                  <a:pt x="3472296" y="1047750"/>
                  <a:pt x="3454978" y="1065068"/>
                </a:cubicBezTo>
                <a:close/>
                <a:moveTo>
                  <a:pt x="4459432" y="1004455"/>
                </a:moveTo>
                <a:lnTo>
                  <a:pt x="4459432" y="969818"/>
                </a:lnTo>
                <a:cubicBezTo>
                  <a:pt x="4468091" y="978477"/>
                  <a:pt x="4459432" y="995795"/>
                  <a:pt x="4459432" y="1004455"/>
                </a:cubicBezTo>
                <a:close/>
                <a:moveTo>
                  <a:pt x="4191000" y="969818"/>
                </a:moveTo>
                <a:cubicBezTo>
                  <a:pt x="4182341" y="969818"/>
                  <a:pt x="4165023" y="961159"/>
                  <a:pt x="4156364" y="961159"/>
                </a:cubicBezTo>
                <a:cubicBezTo>
                  <a:pt x="4165023" y="961159"/>
                  <a:pt x="4182341" y="969818"/>
                  <a:pt x="4191000" y="969818"/>
                </a:cubicBezTo>
                <a:close/>
                <a:moveTo>
                  <a:pt x="4147705" y="952500"/>
                </a:moveTo>
                <a:cubicBezTo>
                  <a:pt x="4139046" y="952500"/>
                  <a:pt x="4121728" y="943841"/>
                  <a:pt x="4113069" y="943841"/>
                </a:cubicBezTo>
                <a:cubicBezTo>
                  <a:pt x="4121728" y="943841"/>
                  <a:pt x="4139046" y="952500"/>
                  <a:pt x="4147705" y="952500"/>
                </a:cubicBezTo>
                <a:close/>
                <a:moveTo>
                  <a:pt x="3974523" y="943841"/>
                </a:moveTo>
                <a:cubicBezTo>
                  <a:pt x="4000500" y="961159"/>
                  <a:pt x="4017819" y="961159"/>
                  <a:pt x="4043796" y="969818"/>
                </a:cubicBezTo>
                <a:cubicBezTo>
                  <a:pt x="4000500" y="969818"/>
                  <a:pt x="3948546" y="969818"/>
                  <a:pt x="3905250" y="978477"/>
                </a:cubicBezTo>
                <a:lnTo>
                  <a:pt x="3896591" y="995795"/>
                </a:lnTo>
                <a:lnTo>
                  <a:pt x="4043796" y="995795"/>
                </a:lnTo>
                <a:cubicBezTo>
                  <a:pt x="4052455" y="995795"/>
                  <a:pt x="4052455" y="1013114"/>
                  <a:pt x="4078432" y="1013114"/>
                </a:cubicBezTo>
                <a:cubicBezTo>
                  <a:pt x="4095750" y="1013114"/>
                  <a:pt x="4095750" y="995795"/>
                  <a:pt x="4095750" y="995795"/>
                </a:cubicBezTo>
                <a:lnTo>
                  <a:pt x="4121728" y="1004455"/>
                </a:lnTo>
                <a:cubicBezTo>
                  <a:pt x="4121728" y="1004455"/>
                  <a:pt x="4121728" y="1013114"/>
                  <a:pt x="4113069" y="1021773"/>
                </a:cubicBezTo>
                <a:cubicBezTo>
                  <a:pt x="4130387" y="1065068"/>
                  <a:pt x="4165023" y="1030432"/>
                  <a:pt x="4199660" y="1047750"/>
                </a:cubicBezTo>
                <a:cubicBezTo>
                  <a:pt x="4199660" y="1047750"/>
                  <a:pt x="4199660" y="1056409"/>
                  <a:pt x="4191000" y="1065068"/>
                </a:cubicBezTo>
                <a:cubicBezTo>
                  <a:pt x="4208319" y="1082386"/>
                  <a:pt x="4216978" y="1082386"/>
                  <a:pt x="4242955" y="1091046"/>
                </a:cubicBezTo>
                <a:cubicBezTo>
                  <a:pt x="4242955" y="1091046"/>
                  <a:pt x="4251614" y="1082386"/>
                  <a:pt x="4251614" y="1108364"/>
                </a:cubicBezTo>
                <a:cubicBezTo>
                  <a:pt x="4251614" y="1125682"/>
                  <a:pt x="4234296" y="1125682"/>
                  <a:pt x="4225637" y="1143000"/>
                </a:cubicBezTo>
                <a:lnTo>
                  <a:pt x="3896591" y="1151659"/>
                </a:lnTo>
                <a:lnTo>
                  <a:pt x="3896591" y="1168977"/>
                </a:lnTo>
                <a:lnTo>
                  <a:pt x="4251614" y="1168977"/>
                </a:lnTo>
                <a:cubicBezTo>
                  <a:pt x="4251614" y="1177636"/>
                  <a:pt x="4242955" y="1194955"/>
                  <a:pt x="4225637" y="1203614"/>
                </a:cubicBezTo>
                <a:lnTo>
                  <a:pt x="3853296" y="1203614"/>
                </a:lnTo>
                <a:cubicBezTo>
                  <a:pt x="3879273" y="1177636"/>
                  <a:pt x="3861955" y="1134341"/>
                  <a:pt x="3870614" y="1108364"/>
                </a:cubicBezTo>
                <a:lnTo>
                  <a:pt x="4087091" y="1108364"/>
                </a:lnTo>
                <a:cubicBezTo>
                  <a:pt x="4104409" y="1108364"/>
                  <a:pt x="4139046" y="1099705"/>
                  <a:pt x="4165023" y="1091046"/>
                </a:cubicBezTo>
                <a:cubicBezTo>
                  <a:pt x="4156364" y="1082386"/>
                  <a:pt x="4139046" y="1082386"/>
                  <a:pt x="3870614" y="1082386"/>
                </a:cubicBezTo>
                <a:lnTo>
                  <a:pt x="3870614" y="1030432"/>
                </a:lnTo>
                <a:lnTo>
                  <a:pt x="4104409" y="1030432"/>
                </a:lnTo>
                <a:cubicBezTo>
                  <a:pt x="4095750" y="1021773"/>
                  <a:pt x="4078432" y="1021773"/>
                  <a:pt x="3870614" y="1021773"/>
                </a:cubicBezTo>
                <a:cubicBezTo>
                  <a:pt x="3870614" y="995795"/>
                  <a:pt x="3870614" y="969818"/>
                  <a:pt x="3861955" y="943841"/>
                </a:cubicBezTo>
                <a:lnTo>
                  <a:pt x="3974523" y="943841"/>
                </a:lnTo>
                <a:close/>
                <a:moveTo>
                  <a:pt x="4104409" y="935182"/>
                </a:moveTo>
                <a:cubicBezTo>
                  <a:pt x="4095750" y="935182"/>
                  <a:pt x="4078432" y="926523"/>
                  <a:pt x="4069773" y="926523"/>
                </a:cubicBezTo>
                <a:cubicBezTo>
                  <a:pt x="4078432" y="926523"/>
                  <a:pt x="4095750" y="935182"/>
                  <a:pt x="4104409" y="935182"/>
                </a:cubicBezTo>
                <a:close/>
                <a:moveTo>
                  <a:pt x="4043796" y="909205"/>
                </a:moveTo>
                <a:cubicBezTo>
                  <a:pt x="4035137" y="909205"/>
                  <a:pt x="4017819" y="900545"/>
                  <a:pt x="4009159" y="891886"/>
                </a:cubicBezTo>
                <a:cubicBezTo>
                  <a:pt x="4017819" y="891886"/>
                  <a:pt x="4035137" y="900545"/>
                  <a:pt x="4043796" y="909205"/>
                </a:cubicBezTo>
                <a:close/>
                <a:moveTo>
                  <a:pt x="3913909" y="891886"/>
                </a:moveTo>
                <a:cubicBezTo>
                  <a:pt x="3922569" y="900545"/>
                  <a:pt x="3922569" y="909205"/>
                  <a:pt x="3931228" y="917864"/>
                </a:cubicBezTo>
                <a:cubicBezTo>
                  <a:pt x="3905250" y="917864"/>
                  <a:pt x="3853296" y="917864"/>
                  <a:pt x="3827319" y="891886"/>
                </a:cubicBezTo>
                <a:lnTo>
                  <a:pt x="3913909" y="891886"/>
                </a:lnTo>
                <a:close/>
                <a:moveTo>
                  <a:pt x="3558887" y="917864"/>
                </a:moveTo>
                <a:lnTo>
                  <a:pt x="3567546" y="891886"/>
                </a:lnTo>
                <a:cubicBezTo>
                  <a:pt x="3567546" y="900545"/>
                  <a:pt x="3567546" y="917864"/>
                  <a:pt x="3558887" y="917864"/>
                </a:cubicBezTo>
                <a:close/>
                <a:moveTo>
                  <a:pt x="3515591" y="917864"/>
                </a:moveTo>
                <a:cubicBezTo>
                  <a:pt x="3524250" y="900545"/>
                  <a:pt x="3532909" y="891886"/>
                  <a:pt x="3550228" y="874568"/>
                </a:cubicBezTo>
                <a:cubicBezTo>
                  <a:pt x="3541569" y="891886"/>
                  <a:pt x="3524250" y="909205"/>
                  <a:pt x="3515591" y="917864"/>
                </a:cubicBezTo>
                <a:close/>
                <a:moveTo>
                  <a:pt x="3498273" y="909205"/>
                </a:moveTo>
                <a:cubicBezTo>
                  <a:pt x="3498273" y="917864"/>
                  <a:pt x="3480955" y="900545"/>
                  <a:pt x="3463637" y="900545"/>
                </a:cubicBezTo>
                <a:lnTo>
                  <a:pt x="3463637" y="865909"/>
                </a:lnTo>
                <a:cubicBezTo>
                  <a:pt x="3463637" y="909205"/>
                  <a:pt x="3480955" y="865909"/>
                  <a:pt x="3498273" y="909205"/>
                </a:cubicBezTo>
                <a:close/>
                <a:moveTo>
                  <a:pt x="4364182" y="874568"/>
                </a:moveTo>
                <a:cubicBezTo>
                  <a:pt x="4355523" y="874568"/>
                  <a:pt x="4338205" y="865909"/>
                  <a:pt x="4320887" y="857250"/>
                </a:cubicBezTo>
                <a:cubicBezTo>
                  <a:pt x="4329546" y="857250"/>
                  <a:pt x="4346864" y="865909"/>
                  <a:pt x="4364182" y="874568"/>
                </a:cubicBezTo>
                <a:close/>
                <a:moveTo>
                  <a:pt x="3879273" y="848591"/>
                </a:moveTo>
                <a:cubicBezTo>
                  <a:pt x="3861955" y="874568"/>
                  <a:pt x="3801341" y="874568"/>
                  <a:pt x="3792682" y="848591"/>
                </a:cubicBezTo>
                <a:lnTo>
                  <a:pt x="3879273" y="848591"/>
                </a:lnTo>
                <a:close/>
                <a:moveTo>
                  <a:pt x="3515591" y="883227"/>
                </a:moveTo>
                <a:cubicBezTo>
                  <a:pt x="3506932" y="883227"/>
                  <a:pt x="3498273" y="865909"/>
                  <a:pt x="3489614" y="848591"/>
                </a:cubicBezTo>
                <a:cubicBezTo>
                  <a:pt x="3498273" y="857250"/>
                  <a:pt x="3506932" y="874568"/>
                  <a:pt x="3515591" y="883227"/>
                </a:cubicBezTo>
                <a:close/>
                <a:moveTo>
                  <a:pt x="3957205" y="848591"/>
                </a:moveTo>
                <a:cubicBezTo>
                  <a:pt x="3948546" y="848591"/>
                  <a:pt x="3931228" y="831273"/>
                  <a:pt x="3931228" y="822614"/>
                </a:cubicBezTo>
                <a:lnTo>
                  <a:pt x="3957205" y="848591"/>
                </a:lnTo>
                <a:close/>
                <a:moveTo>
                  <a:pt x="3853296" y="813955"/>
                </a:moveTo>
                <a:lnTo>
                  <a:pt x="3766705" y="822614"/>
                </a:lnTo>
                <a:lnTo>
                  <a:pt x="3749387" y="805295"/>
                </a:lnTo>
                <a:lnTo>
                  <a:pt x="3853296" y="813955"/>
                </a:lnTo>
                <a:close/>
                <a:moveTo>
                  <a:pt x="3558887" y="822614"/>
                </a:moveTo>
                <a:cubicBezTo>
                  <a:pt x="3567546" y="805295"/>
                  <a:pt x="3584864" y="813955"/>
                  <a:pt x="3584864" y="822614"/>
                </a:cubicBezTo>
                <a:lnTo>
                  <a:pt x="3558887" y="822614"/>
                </a:lnTo>
                <a:close/>
                <a:moveTo>
                  <a:pt x="4528705" y="848591"/>
                </a:moveTo>
                <a:lnTo>
                  <a:pt x="4528705" y="874568"/>
                </a:lnTo>
                <a:cubicBezTo>
                  <a:pt x="4520046" y="874568"/>
                  <a:pt x="4502728" y="865909"/>
                  <a:pt x="4485410" y="857250"/>
                </a:cubicBezTo>
                <a:lnTo>
                  <a:pt x="4502728" y="839932"/>
                </a:lnTo>
                <a:cubicBezTo>
                  <a:pt x="4485410" y="822614"/>
                  <a:pt x="4459432" y="796636"/>
                  <a:pt x="4459432" y="779318"/>
                </a:cubicBezTo>
                <a:lnTo>
                  <a:pt x="4528705" y="848591"/>
                </a:lnTo>
                <a:close/>
                <a:moveTo>
                  <a:pt x="3714750" y="710045"/>
                </a:moveTo>
                <a:cubicBezTo>
                  <a:pt x="3749387" y="701386"/>
                  <a:pt x="3792682" y="701386"/>
                  <a:pt x="3818659" y="710045"/>
                </a:cubicBezTo>
                <a:lnTo>
                  <a:pt x="3714750" y="710045"/>
                </a:lnTo>
                <a:close/>
                <a:moveTo>
                  <a:pt x="3636819" y="658091"/>
                </a:moveTo>
                <a:lnTo>
                  <a:pt x="3636819" y="632114"/>
                </a:lnTo>
                <a:lnTo>
                  <a:pt x="3636819" y="658091"/>
                </a:lnTo>
                <a:close/>
                <a:moveTo>
                  <a:pt x="4294910" y="562841"/>
                </a:moveTo>
                <a:cubicBezTo>
                  <a:pt x="4277591" y="562841"/>
                  <a:pt x="4260273" y="545523"/>
                  <a:pt x="4234296" y="545523"/>
                </a:cubicBezTo>
                <a:cubicBezTo>
                  <a:pt x="4216978" y="545523"/>
                  <a:pt x="4191000" y="562841"/>
                  <a:pt x="4173682" y="562841"/>
                </a:cubicBezTo>
                <a:cubicBezTo>
                  <a:pt x="4234296" y="528205"/>
                  <a:pt x="4294910" y="502227"/>
                  <a:pt x="4355523" y="476250"/>
                </a:cubicBezTo>
                <a:cubicBezTo>
                  <a:pt x="4338205" y="493568"/>
                  <a:pt x="4312228" y="528205"/>
                  <a:pt x="4294910" y="562841"/>
                </a:cubicBezTo>
                <a:close/>
                <a:moveTo>
                  <a:pt x="4502728" y="484909"/>
                </a:moveTo>
                <a:cubicBezTo>
                  <a:pt x="4502728" y="476250"/>
                  <a:pt x="4502728" y="467591"/>
                  <a:pt x="4511387" y="467591"/>
                </a:cubicBezTo>
                <a:cubicBezTo>
                  <a:pt x="4511387" y="467591"/>
                  <a:pt x="4502728" y="476250"/>
                  <a:pt x="4502728" y="484909"/>
                </a:cubicBezTo>
                <a:close/>
                <a:moveTo>
                  <a:pt x="4216978" y="510886"/>
                </a:moveTo>
                <a:cubicBezTo>
                  <a:pt x="4139046" y="554182"/>
                  <a:pt x="4069773" y="623455"/>
                  <a:pt x="3991841" y="692727"/>
                </a:cubicBezTo>
                <a:cubicBezTo>
                  <a:pt x="4069773" y="562841"/>
                  <a:pt x="4234296" y="476250"/>
                  <a:pt x="4346864" y="441614"/>
                </a:cubicBezTo>
                <a:cubicBezTo>
                  <a:pt x="4320887" y="458932"/>
                  <a:pt x="4260273" y="476250"/>
                  <a:pt x="4216978" y="510886"/>
                </a:cubicBezTo>
                <a:close/>
                <a:moveTo>
                  <a:pt x="4095750" y="398318"/>
                </a:moveTo>
                <a:cubicBezTo>
                  <a:pt x="4087091" y="415636"/>
                  <a:pt x="4069773" y="432955"/>
                  <a:pt x="4052455" y="441614"/>
                </a:cubicBezTo>
                <a:cubicBezTo>
                  <a:pt x="4026478" y="458932"/>
                  <a:pt x="3974523" y="476250"/>
                  <a:pt x="3948546" y="502227"/>
                </a:cubicBezTo>
                <a:cubicBezTo>
                  <a:pt x="3922569" y="528205"/>
                  <a:pt x="3905250" y="571500"/>
                  <a:pt x="3887932" y="597477"/>
                </a:cubicBezTo>
                <a:cubicBezTo>
                  <a:pt x="3870614" y="606136"/>
                  <a:pt x="3835978" y="606136"/>
                  <a:pt x="3810000" y="623455"/>
                </a:cubicBezTo>
                <a:cubicBezTo>
                  <a:pt x="3835978" y="640773"/>
                  <a:pt x="3870614" y="640773"/>
                  <a:pt x="3896591" y="658091"/>
                </a:cubicBezTo>
                <a:cubicBezTo>
                  <a:pt x="3853296" y="658091"/>
                  <a:pt x="3801341" y="658091"/>
                  <a:pt x="3758046" y="675409"/>
                </a:cubicBezTo>
                <a:cubicBezTo>
                  <a:pt x="3801341" y="684068"/>
                  <a:pt x="3853296" y="684068"/>
                  <a:pt x="3896591" y="684068"/>
                </a:cubicBezTo>
                <a:cubicBezTo>
                  <a:pt x="3879273" y="701386"/>
                  <a:pt x="3870614" y="684068"/>
                  <a:pt x="3870614" y="736023"/>
                </a:cubicBezTo>
                <a:cubicBezTo>
                  <a:pt x="3844637" y="736023"/>
                  <a:pt x="3749387" y="701386"/>
                  <a:pt x="3732069" y="762000"/>
                </a:cubicBezTo>
                <a:cubicBezTo>
                  <a:pt x="3758046" y="762000"/>
                  <a:pt x="3844637" y="736023"/>
                  <a:pt x="3861955" y="787977"/>
                </a:cubicBezTo>
                <a:lnTo>
                  <a:pt x="3740728" y="787977"/>
                </a:lnTo>
                <a:cubicBezTo>
                  <a:pt x="3706091" y="753341"/>
                  <a:pt x="3654137" y="718705"/>
                  <a:pt x="3654137" y="675409"/>
                </a:cubicBezTo>
                <a:cubicBezTo>
                  <a:pt x="3654137" y="597477"/>
                  <a:pt x="3749387" y="536864"/>
                  <a:pt x="3749387" y="528205"/>
                </a:cubicBezTo>
                <a:cubicBezTo>
                  <a:pt x="3749387" y="484909"/>
                  <a:pt x="4009159" y="372341"/>
                  <a:pt x="4104409" y="337705"/>
                </a:cubicBezTo>
                <a:cubicBezTo>
                  <a:pt x="4104409" y="355023"/>
                  <a:pt x="4104409" y="381000"/>
                  <a:pt x="4095750" y="398318"/>
                </a:cubicBezTo>
                <a:close/>
                <a:moveTo>
                  <a:pt x="4346864" y="406977"/>
                </a:moveTo>
                <a:cubicBezTo>
                  <a:pt x="4225637" y="458932"/>
                  <a:pt x="4087091" y="528205"/>
                  <a:pt x="3965864" y="675409"/>
                </a:cubicBezTo>
                <a:cubicBezTo>
                  <a:pt x="3965864" y="658091"/>
                  <a:pt x="3948546" y="632114"/>
                  <a:pt x="3948546" y="606136"/>
                </a:cubicBezTo>
                <a:cubicBezTo>
                  <a:pt x="3948546" y="588818"/>
                  <a:pt x="4043796" y="493568"/>
                  <a:pt x="4052455" y="484909"/>
                </a:cubicBezTo>
                <a:cubicBezTo>
                  <a:pt x="4078432" y="458932"/>
                  <a:pt x="4165023" y="450273"/>
                  <a:pt x="4173682" y="406977"/>
                </a:cubicBezTo>
                <a:cubicBezTo>
                  <a:pt x="4173682" y="406977"/>
                  <a:pt x="4165023" y="415636"/>
                  <a:pt x="4191000" y="415636"/>
                </a:cubicBezTo>
                <a:lnTo>
                  <a:pt x="4225637" y="415636"/>
                </a:lnTo>
                <a:cubicBezTo>
                  <a:pt x="4242955" y="415636"/>
                  <a:pt x="4234296" y="389659"/>
                  <a:pt x="4242955" y="372341"/>
                </a:cubicBezTo>
                <a:cubicBezTo>
                  <a:pt x="4251614" y="372341"/>
                  <a:pt x="4294910" y="381000"/>
                  <a:pt x="4294910" y="346364"/>
                </a:cubicBezTo>
                <a:cubicBezTo>
                  <a:pt x="4312228" y="346364"/>
                  <a:pt x="4338205" y="329045"/>
                  <a:pt x="4355523" y="320386"/>
                </a:cubicBezTo>
                <a:cubicBezTo>
                  <a:pt x="4355523" y="346364"/>
                  <a:pt x="4355523" y="381000"/>
                  <a:pt x="4346864" y="406977"/>
                </a:cubicBezTo>
                <a:close/>
                <a:moveTo>
                  <a:pt x="4043796" y="337705"/>
                </a:moveTo>
                <a:cubicBezTo>
                  <a:pt x="4052455" y="337705"/>
                  <a:pt x="4069773" y="329045"/>
                  <a:pt x="4087091" y="320386"/>
                </a:cubicBezTo>
                <a:cubicBezTo>
                  <a:pt x="4078432" y="329045"/>
                  <a:pt x="4061114" y="337705"/>
                  <a:pt x="4043796" y="337705"/>
                </a:cubicBezTo>
                <a:close/>
                <a:moveTo>
                  <a:pt x="4173682" y="372341"/>
                </a:moveTo>
                <a:lnTo>
                  <a:pt x="4173682" y="303068"/>
                </a:lnTo>
                <a:lnTo>
                  <a:pt x="4173682" y="372341"/>
                </a:lnTo>
                <a:close/>
                <a:moveTo>
                  <a:pt x="4199660" y="363682"/>
                </a:moveTo>
                <a:cubicBezTo>
                  <a:pt x="4191000" y="320386"/>
                  <a:pt x="4191000" y="268432"/>
                  <a:pt x="4199660" y="233795"/>
                </a:cubicBezTo>
                <a:cubicBezTo>
                  <a:pt x="4191000" y="277091"/>
                  <a:pt x="4199660" y="320386"/>
                  <a:pt x="4199660" y="363682"/>
                </a:cubicBezTo>
                <a:close/>
                <a:moveTo>
                  <a:pt x="4251614" y="277091"/>
                </a:moveTo>
                <a:lnTo>
                  <a:pt x="4251614" y="346364"/>
                </a:lnTo>
                <a:lnTo>
                  <a:pt x="4216978" y="346364"/>
                </a:lnTo>
                <a:lnTo>
                  <a:pt x="4216978" y="242455"/>
                </a:lnTo>
                <a:lnTo>
                  <a:pt x="4234296" y="225136"/>
                </a:lnTo>
                <a:cubicBezTo>
                  <a:pt x="4242955" y="242455"/>
                  <a:pt x="4251614" y="251114"/>
                  <a:pt x="4251614" y="277091"/>
                </a:cubicBezTo>
                <a:close/>
                <a:moveTo>
                  <a:pt x="4260273" y="199159"/>
                </a:moveTo>
                <a:cubicBezTo>
                  <a:pt x="4268932" y="207818"/>
                  <a:pt x="4286251" y="216477"/>
                  <a:pt x="4286251" y="242455"/>
                </a:cubicBezTo>
                <a:lnTo>
                  <a:pt x="4286251" y="320386"/>
                </a:lnTo>
                <a:cubicBezTo>
                  <a:pt x="4242955" y="285750"/>
                  <a:pt x="4294910" y="199159"/>
                  <a:pt x="4208319" y="199159"/>
                </a:cubicBezTo>
                <a:lnTo>
                  <a:pt x="4260273" y="199159"/>
                </a:lnTo>
                <a:close/>
                <a:moveTo>
                  <a:pt x="4130387" y="181841"/>
                </a:moveTo>
                <a:lnTo>
                  <a:pt x="4130387" y="225136"/>
                </a:lnTo>
                <a:lnTo>
                  <a:pt x="4104409" y="225136"/>
                </a:lnTo>
                <a:lnTo>
                  <a:pt x="4113069" y="164523"/>
                </a:lnTo>
                <a:cubicBezTo>
                  <a:pt x="4113069" y="164523"/>
                  <a:pt x="4130387" y="173182"/>
                  <a:pt x="4130387" y="181841"/>
                </a:cubicBezTo>
                <a:close/>
                <a:moveTo>
                  <a:pt x="4520046" y="233795"/>
                </a:moveTo>
                <a:lnTo>
                  <a:pt x="4494069" y="233795"/>
                </a:lnTo>
                <a:lnTo>
                  <a:pt x="4494069" y="155864"/>
                </a:lnTo>
                <a:lnTo>
                  <a:pt x="4520046" y="155864"/>
                </a:lnTo>
                <a:lnTo>
                  <a:pt x="4520046" y="233795"/>
                </a:lnTo>
                <a:close/>
                <a:moveTo>
                  <a:pt x="4468091" y="147205"/>
                </a:moveTo>
                <a:lnTo>
                  <a:pt x="4468091" y="225136"/>
                </a:lnTo>
                <a:lnTo>
                  <a:pt x="4442114" y="225136"/>
                </a:lnTo>
                <a:lnTo>
                  <a:pt x="4442114" y="147205"/>
                </a:lnTo>
                <a:lnTo>
                  <a:pt x="4468091" y="147205"/>
                </a:lnTo>
                <a:close/>
                <a:moveTo>
                  <a:pt x="4346864" y="138545"/>
                </a:moveTo>
                <a:lnTo>
                  <a:pt x="4346864" y="207818"/>
                </a:lnTo>
                <a:lnTo>
                  <a:pt x="4312228" y="207818"/>
                </a:lnTo>
                <a:lnTo>
                  <a:pt x="4312228" y="138545"/>
                </a:lnTo>
                <a:lnTo>
                  <a:pt x="4346864" y="138545"/>
                </a:lnTo>
                <a:close/>
                <a:moveTo>
                  <a:pt x="4078432" y="129886"/>
                </a:moveTo>
                <a:cubicBezTo>
                  <a:pt x="4104409" y="129886"/>
                  <a:pt x="4139046" y="121227"/>
                  <a:pt x="4173682" y="121227"/>
                </a:cubicBezTo>
                <a:cubicBezTo>
                  <a:pt x="4147705" y="121227"/>
                  <a:pt x="4113069" y="129886"/>
                  <a:pt x="4078432" y="129886"/>
                </a:cubicBezTo>
                <a:close/>
                <a:moveTo>
                  <a:pt x="4511387" y="95250"/>
                </a:moveTo>
                <a:lnTo>
                  <a:pt x="4476751" y="95250"/>
                </a:lnTo>
                <a:lnTo>
                  <a:pt x="4511387" y="95250"/>
                </a:lnTo>
                <a:close/>
                <a:moveTo>
                  <a:pt x="4182341" y="112568"/>
                </a:moveTo>
                <a:cubicBezTo>
                  <a:pt x="4234296" y="103909"/>
                  <a:pt x="4294910" y="95250"/>
                  <a:pt x="4355523" y="95250"/>
                </a:cubicBezTo>
                <a:cubicBezTo>
                  <a:pt x="4303569" y="95250"/>
                  <a:pt x="4242955" y="103909"/>
                  <a:pt x="4182341" y="112568"/>
                </a:cubicBezTo>
                <a:close/>
                <a:moveTo>
                  <a:pt x="4130387" y="95250"/>
                </a:moveTo>
                <a:cubicBezTo>
                  <a:pt x="4121728" y="95250"/>
                  <a:pt x="4104409" y="103909"/>
                  <a:pt x="4095750" y="95250"/>
                </a:cubicBezTo>
                <a:lnTo>
                  <a:pt x="4130387" y="95250"/>
                </a:lnTo>
                <a:close/>
                <a:moveTo>
                  <a:pt x="4390160" y="86591"/>
                </a:moveTo>
                <a:lnTo>
                  <a:pt x="4364182" y="86591"/>
                </a:lnTo>
                <a:lnTo>
                  <a:pt x="4390160" y="86591"/>
                </a:lnTo>
                <a:close/>
                <a:moveTo>
                  <a:pt x="4234296" y="77932"/>
                </a:moveTo>
                <a:lnTo>
                  <a:pt x="4208319" y="77932"/>
                </a:lnTo>
                <a:lnTo>
                  <a:pt x="4234296" y="77932"/>
                </a:lnTo>
                <a:close/>
                <a:moveTo>
                  <a:pt x="4147705" y="95250"/>
                </a:moveTo>
                <a:cubicBezTo>
                  <a:pt x="4147705" y="86591"/>
                  <a:pt x="4165023" y="77932"/>
                  <a:pt x="4173682" y="95250"/>
                </a:cubicBezTo>
                <a:lnTo>
                  <a:pt x="4147705" y="95250"/>
                </a:lnTo>
                <a:close/>
                <a:moveTo>
                  <a:pt x="4286251" y="69273"/>
                </a:moveTo>
                <a:cubicBezTo>
                  <a:pt x="4277591" y="69273"/>
                  <a:pt x="4260273" y="77932"/>
                  <a:pt x="4260273" y="69273"/>
                </a:cubicBezTo>
                <a:lnTo>
                  <a:pt x="4286251" y="69273"/>
                </a:lnTo>
                <a:close/>
                <a:moveTo>
                  <a:pt x="4329546" y="60614"/>
                </a:moveTo>
                <a:cubicBezTo>
                  <a:pt x="4329546" y="69273"/>
                  <a:pt x="4320887" y="69273"/>
                  <a:pt x="4320887" y="60614"/>
                </a:cubicBezTo>
                <a:lnTo>
                  <a:pt x="4329546" y="60614"/>
                </a:lnTo>
                <a:close/>
                <a:moveTo>
                  <a:pt x="4450773" y="17318"/>
                </a:moveTo>
                <a:lnTo>
                  <a:pt x="4502728" y="17318"/>
                </a:lnTo>
                <a:cubicBezTo>
                  <a:pt x="4511387" y="34636"/>
                  <a:pt x="4520046" y="51955"/>
                  <a:pt x="4528705" y="60614"/>
                </a:cubicBezTo>
                <a:cubicBezTo>
                  <a:pt x="4511387" y="51955"/>
                  <a:pt x="4502728" y="25977"/>
                  <a:pt x="4485410" y="25977"/>
                </a:cubicBezTo>
                <a:cubicBezTo>
                  <a:pt x="4459432" y="25977"/>
                  <a:pt x="4485410" y="43295"/>
                  <a:pt x="4459432" y="43295"/>
                </a:cubicBezTo>
                <a:cubicBezTo>
                  <a:pt x="4442114" y="43295"/>
                  <a:pt x="4433455" y="25977"/>
                  <a:pt x="4424796" y="8659"/>
                </a:cubicBezTo>
                <a:lnTo>
                  <a:pt x="4398819" y="8659"/>
                </a:lnTo>
                <a:lnTo>
                  <a:pt x="4407478" y="86591"/>
                </a:lnTo>
                <a:cubicBezTo>
                  <a:pt x="4407478" y="86591"/>
                  <a:pt x="4433455" y="86591"/>
                  <a:pt x="4442114" y="77932"/>
                </a:cubicBezTo>
                <a:cubicBezTo>
                  <a:pt x="4433455" y="69273"/>
                  <a:pt x="4424796" y="69273"/>
                  <a:pt x="4424796" y="60614"/>
                </a:cubicBezTo>
                <a:cubicBezTo>
                  <a:pt x="4424796" y="60614"/>
                  <a:pt x="4433455" y="51955"/>
                  <a:pt x="4442114" y="51955"/>
                </a:cubicBezTo>
                <a:lnTo>
                  <a:pt x="4459432" y="69273"/>
                </a:lnTo>
                <a:cubicBezTo>
                  <a:pt x="4450773" y="77932"/>
                  <a:pt x="4442114" y="77932"/>
                  <a:pt x="4433455" y="86591"/>
                </a:cubicBezTo>
                <a:cubicBezTo>
                  <a:pt x="4442114" y="95250"/>
                  <a:pt x="4433455" y="95250"/>
                  <a:pt x="4450773" y="95250"/>
                </a:cubicBezTo>
                <a:cubicBezTo>
                  <a:pt x="4459432" y="95250"/>
                  <a:pt x="4468091" y="86591"/>
                  <a:pt x="4476751" y="60614"/>
                </a:cubicBezTo>
                <a:cubicBezTo>
                  <a:pt x="4502728" y="69273"/>
                  <a:pt x="4494069" y="77932"/>
                  <a:pt x="4528705" y="77932"/>
                </a:cubicBezTo>
                <a:cubicBezTo>
                  <a:pt x="4528705" y="86591"/>
                  <a:pt x="4520046" y="95250"/>
                  <a:pt x="4511387" y="103909"/>
                </a:cubicBezTo>
                <a:cubicBezTo>
                  <a:pt x="4520046" y="112568"/>
                  <a:pt x="4528705" y="112568"/>
                  <a:pt x="4528705" y="121227"/>
                </a:cubicBezTo>
                <a:cubicBezTo>
                  <a:pt x="4494069" y="112568"/>
                  <a:pt x="4459432" y="103909"/>
                  <a:pt x="4407478" y="95250"/>
                </a:cubicBezTo>
                <a:cubicBezTo>
                  <a:pt x="4398819" y="103909"/>
                  <a:pt x="4398819" y="121227"/>
                  <a:pt x="4407478" y="502227"/>
                </a:cubicBezTo>
                <a:cubicBezTo>
                  <a:pt x="4416137" y="458932"/>
                  <a:pt x="4433455" y="467591"/>
                  <a:pt x="4468091" y="458932"/>
                </a:cubicBezTo>
                <a:cubicBezTo>
                  <a:pt x="4485410" y="450273"/>
                  <a:pt x="4485410" y="406977"/>
                  <a:pt x="4520046" y="406977"/>
                </a:cubicBezTo>
                <a:cubicBezTo>
                  <a:pt x="4520046" y="415636"/>
                  <a:pt x="4528705" y="424295"/>
                  <a:pt x="4528705" y="536864"/>
                </a:cubicBezTo>
                <a:cubicBezTo>
                  <a:pt x="4520046" y="536864"/>
                  <a:pt x="4502728" y="528205"/>
                  <a:pt x="4494069" y="528205"/>
                </a:cubicBezTo>
                <a:cubicBezTo>
                  <a:pt x="4485410" y="536864"/>
                  <a:pt x="4485410" y="528205"/>
                  <a:pt x="4485410" y="545523"/>
                </a:cubicBezTo>
                <a:cubicBezTo>
                  <a:pt x="4485410" y="571500"/>
                  <a:pt x="4511387" y="580159"/>
                  <a:pt x="4528705" y="580159"/>
                </a:cubicBezTo>
                <a:lnTo>
                  <a:pt x="4528705" y="623455"/>
                </a:lnTo>
                <a:cubicBezTo>
                  <a:pt x="4468091" y="606136"/>
                  <a:pt x="4398819" y="580159"/>
                  <a:pt x="4338205" y="554182"/>
                </a:cubicBezTo>
                <a:cubicBezTo>
                  <a:pt x="4329546" y="562841"/>
                  <a:pt x="4320887" y="554182"/>
                  <a:pt x="4320887" y="580159"/>
                </a:cubicBezTo>
                <a:cubicBezTo>
                  <a:pt x="4320887" y="597477"/>
                  <a:pt x="4381501" y="666750"/>
                  <a:pt x="4424796" y="710045"/>
                </a:cubicBezTo>
                <a:cubicBezTo>
                  <a:pt x="4381501" y="684068"/>
                  <a:pt x="4329546" y="632114"/>
                  <a:pt x="4277591" y="588818"/>
                </a:cubicBezTo>
                <a:cubicBezTo>
                  <a:pt x="4277591" y="588818"/>
                  <a:pt x="4268932" y="588818"/>
                  <a:pt x="4260273" y="597477"/>
                </a:cubicBezTo>
                <a:cubicBezTo>
                  <a:pt x="4268932" y="606136"/>
                  <a:pt x="4286251" y="606136"/>
                  <a:pt x="4294910" y="632114"/>
                </a:cubicBezTo>
                <a:cubicBezTo>
                  <a:pt x="4329546" y="692727"/>
                  <a:pt x="4372841" y="779318"/>
                  <a:pt x="4424796" y="857250"/>
                </a:cubicBezTo>
                <a:cubicBezTo>
                  <a:pt x="4398819" y="831273"/>
                  <a:pt x="4346864" y="805295"/>
                  <a:pt x="4320887" y="779318"/>
                </a:cubicBezTo>
                <a:cubicBezTo>
                  <a:pt x="4303569" y="762000"/>
                  <a:pt x="4286251" y="727364"/>
                  <a:pt x="4260273" y="692727"/>
                </a:cubicBezTo>
                <a:lnTo>
                  <a:pt x="4242955" y="710045"/>
                </a:lnTo>
                <a:cubicBezTo>
                  <a:pt x="4251614" y="718705"/>
                  <a:pt x="4251614" y="744682"/>
                  <a:pt x="4260273" y="753341"/>
                </a:cubicBezTo>
                <a:cubicBezTo>
                  <a:pt x="4251614" y="753341"/>
                  <a:pt x="4234296" y="744682"/>
                  <a:pt x="4216978" y="727364"/>
                </a:cubicBezTo>
                <a:cubicBezTo>
                  <a:pt x="4208319" y="736023"/>
                  <a:pt x="4208319" y="744682"/>
                  <a:pt x="4208319" y="753341"/>
                </a:cubicBezTo>
                <a:cubicBezTo>
                  <a:pt x="4173682" y="744682"/>
                  <a:pt x="4139046" y="736023"/>
                  <a:pt x="4104409" y="718705"/>
                </a:cubicBezTo>
                <a:cubicBezTo>
                  <a:pt x="4121728" y="675409"/>
                  <a:pt x="4139046" y="632114"/>
                  <a:pt x="4147705" y="580159"/>
                </a:cubicBezTo>
                <a:cubicBezTo>
                  <a:pt x="4104409" y="606136"/>
                  <a:pt x="4052455" y="658091"/>
                  <a:pt x="4009159" y="701386"/>
                </a:cubicBezTo>
                <a:lnTo>
                  <a:pt x="4009159" y="727364"/>
                </a:lnTo>
                <a:cubicBezTo>
                  <a:pt x="4035137" y="736023"/>
                  <a:pt x="4069773" y="753341"/>
                  <a:pt x="4087091" y="770659"/>
                </a:cubicBezTo>
                <a:cubicBezTo>
                  <a:pt x="4104409" y="779318"/>
                  <a:pt x="4121728" y="770659"/>
                  <a:pt x="4139046" y="779318"/>
                </a:cubicBezTo>
                <a:cubicBezTo>
                  <a:pt x="4156364" y="779318"/>
                  <a:pt x="4165023" y="822614"/>
                  <a:pt x="4191000" y="822614"/>
                </a:cubicBezTo>
                <a:cubicBezTo>
                  <a:pt x="4208319" y="822614"/>
                  <a:pt x="4199660" y="805295"/>
                  <a:pt x="4216978" y="805295"/>
                </a:cubicBezTo>
                <a:cubicBezTo>
                  <a:pt x="4242955" y="805295"/>
                  <a:pt x="4277591" y="822614"/>
                  <a:pt x="4294910" y="839932"/>
                </a:cubicBezTo>
                <a:cubicBezTo>
                  <a:pt x="4364182" y="805295"/>
                  <a:pt x="4372841" y="891886"/>
                  <a:pt x="4433455" y="900545"/>
                </a:cubicBezTo>
                <a:cubicBezTo>
                  <a:pt x="4476751" y="943841"/>
                  <a:pt x="4476751" y="969818"/>
                  <a:pt x="4476751" y="1013114"/>
                </a:cubicBezTo>
                <a:cubicBezTo>
                  <a:pt x="4476751" y="1039091"/>
                  <a:pt x="4476751" y="1056409"/>
                  <a:pt x="4468091" y="1073727"/>
                </a:cubicBezTo>
                <a:cubicBezTo>
                  <a:pt x="4468091" y="1082386"/>
                  <a:pt x="4459432" y="1091046"/>
                  <a:pt x="4450773" y="1099705"/>
                </a:cubicBezTo>
                <a:cubicBezTo>
                  <a:pt x="4450773" y="1125682"/>
                  <a:pt x="4433455" y="1160318"/>
                  <a:pt x="4407478" y="1186296"/>
                </a:cubicBezTo>
                <a:cubicBezTo>
                  <a:pt x="4329546" y="1212273"/>
                  <a:pt x="4372841" y="1290205"/>
                  <a:pt x="4320887" y="1290205"/>
                </a:cubicBezTo>
                <a:cubicBezTo>
                  <a:pt x="4303569" y="1290205"/>
                  <a:pt x="4329546" y="1272886"/>
                  <a:pt x="4303569" y="1272886"/>
                </a:cubicBezTo>
                <a:cubicBezTo>
                  <a:pt x="4286251" y="1272886"/>
                  <a:pt x="4234296" y="1376796"/>
                  <a:pt x="4216978" y="1376796"/>
                </a:cubicBezTo>
                <a:cubicBezTo>
                  <a:pt x="4191000" y="1376796"/>
                  <a:pt x="4216978" y="1359477"/>
                  <a:pt x="4199660" y="1359477"/>
                </a:cubicBezTo>
                <a:cubicBezTo>
                  <a:pt x="4173682" y="1359477"/>
                  <a:pt x="4121728" y="1463386"/>
                  <a:pt x="4095750" y="1463386"/>
                </a:cubicBezTo>
                <a:cubicBezTo>
                  <a:pt x="4078432" y="1463386"/>
                  <a:pt x="4095750" y="1446068"/>
                  <a:pt x="4069773" y="1446068"/>
                </a:cubicBezTo>
                <a:cubicBezTo>
                  <a:pt x="4052455" y="1446068"/>
                  <a:pt x="3991841" y="1541318"/>
                  <a:pt x="3965864" y="1541318"/>
                </a:cubicBezTo>
                <a:cubicBezTo>
                  <a:pt x="3948546" y="1541318"/>
                  <a:pt x="3957205" y="1524000"/>
                  <a:pt x="3948546" y="1515341"/>
                </a:cubicBezTo>
                <a:cubicBezTo>
                  <a:pt x="3939887" y="1524000"/>
                  <a:pt x="3913909" y="1532659"/>
                  <a:pt x="3905250" y="1549977"/>
                </a:cubicBezTo>
                <a:cubicBezTo>
                  <a:pt x="3905250" y="1549977"/>
                  <a:pt x="3870614" y="1619250"/>
                  <a:pt x="3835978" y="1619250"/>
                </a:cubicBezTo>
                <a:cubicBezTo>
                  <a:pt x="3810000" y="1619250"/>
                  <a:pt x="3827319" y="1601932"/>
                  <a:pt x="3810000" y="1601932"/>
                </a:cubicBezTo>
                <a:cubicBezTo>
                  <a:pt x="3784023" y="1601932"/>
                  <a:pt x="3732069" y="1697182"/>
                  <a:pt x="3714750" y="1697182"/>
                </a:cubicBezTo>
                <a:cubicBezTo>
                  <a:pt x="3688773" y="1697182"/>
                  <a:pt x="3706091" y="1671205"/>
                  <a:pt x="3680114" y="1671205"/>
                </a:cubicBezTo>
                <a:cubicBezTo>
                  <a:pt x="3662796" y="1671205"/>
                  <a:pt x="3654137" y="1688523"/>
                  <a:pt x="3628159" y="1688523"/>
                </a:cubicBezTo>
                <a:cubicBezTo>
                  <a:pt x="3636819" y="1671205"/>
                  <a:pt x="3654137" y="1662546"/>
                  <a:pt x="3671455" y="1645227"/>
                </a:cubicBezTo>
                <a:cubicBezTo>
                  <a:pt x="3673793" y="1645227"/>
                  <a:pt x="3674832" y="1645227"/>
                  <a:pt x="3675178" y="1644708"/>
                </a:cubicBezTo>
                <a:cubicBezTo>
                  <a:pt x="3676131" y="1643409"/>
                  <a:pt x="3671455" y="1638300"/>
                  <a:pt x="3671455" y="1619250"/>
                </a:cubicBezTo>
                <a:cubicBezTo>
                  <a:pt x="3671455" y="1601932"/>
                  <a:pt x="3714750" y="1593273"/>
                  <a:pt x="3732069" y="1593273"/>
                </a:cubicBezTo>
                <a:cubicBezTo>
                  <a:pt x="3749387" y="1593273"/>
                  <a:pt x="3775364" y="1575955"/>
                  <a:pt x="3801341" y="1549977"/>
                </a:cubicBezTo>
                <a:lnTo>
                  <a:pt x="3238500" y="1532659"/>
                </a:lnTo>
                <a:cubicBezTo>
                  <a:pt x="3195205" y="1558636"/>
                  <a:pt x="3143250" y="1584614"/>
                  <a:pt x="3108614" y="1610591"/>
                </a:cubicBezTo>
                <a:cubicBezTo>
                  <a:pt x="3169228" y="1549977"/>
                  <a:pt x="3255819" y="1515341"/>
                  <a:pt x="3333750" y="1480705"/>
                </a:cubicBezTo>
                <a:cubicBezTo>
                  <a:pt x="3394364" y="1454727"/>
                  <a:pt x="3853296" y="1359477"/>
                  <a:pt x="3853296" y="1125682"/>
                </a:cubicBezTo>
                <a:cubicBezTo>
                  <a:pt x="3853296" y="1099705"/>
                  <a:pt x="3853296" y="1082386"/>
                  <a:pt x="3844637" y="1056409"/>
                </a:cubicBezTo>
                <a:cubicBezTo>
                  <a:pt x="3706091" y="1151659"/>
                  <a:pt x="3550228" y="1229591"/>
                  <a:pt x="3411682" y="1272886"/>
                </a:cubicBezTo>
                <a:cubicBezTo>
                  <a:pt x="3212523" y="1333500"/>
                  <a:pt x="3004705" y="1376796"/>
                  <a:pt x="2822864" y="1601932"/>
                </a:cubicBezTo>
                <a:cubicBezTo>
                  <a:pt x="2892137" y="1480705"/>
                  <a:pt x="3039341" y="1394114"/>
                  <a:pt x="3160569" y="1350818"/>
                </a:cubicBezTo>
                <a:cubicBezTo>
                  <a:pt x="3238500" y="1316182"/>
                  <a:pt x="3853296" y="1160318"/>
                  <a:pt x="3853296" y="987136"/>
                </a:cubicBezTo>
                <a:cubicBezTo>
                  <a:pt x="3853296" y="978477"/>
                  <a:pt x="3792682" y="848591"/>
                  <a:pt x="3792682" y="891886"/>
                </a:cubicBezTo>
                <a:cubicBezTo>
                  <a:pt x="3792682" y="917864"/>
                  <a:pt x="3827319" y="961159"/>
                  <a:pt x="3827319" y="978477"/>
                </a:cubicBezTo>
                <a:cubicBezTo>
                  <a:pt x="3827319" y="1082386"/>
                  <a:pt x="3593523" y="1160318"/>
                  <a:pt x="3567546" y="1168977"/>
                </a:cubicBezTo>
                <a:cubicBezTo>
                  <a:pt x="3411682" y="1220932"/>
                  <a:pt x="3255819" y="1272886"/>
                  <a:pt x="3117273" y="1324841"/>
                </a:cubicBezTo>
                <a:cubicBezTo>
                  <a:pt x="3013364" y="1359477"/>
                  <a:pt x="2866159" y="1463386"/>
                  <a:pt x="2770909" y="1558636"/>
                </a:cubicBezTo>
                <a:cubicBezTo>
                  <a:pt x="2944091" y="1359477"/>
                  <a:pt x="3169228" y="1290205"/>
                  <a:pt x="3377046" y="1229591"/>
                </a:cubicBezTo>
                <a:cubicBezTo>
                  <a:pt x="3411682" y="1220932"/>
                  <a:pt x="3775364" y="1108364"/>
                  <a:pt x="3775364" y="1047750"/>
                </a:cubicBezTo>
                <a:cubicBezTo>
                  <a:pt x="3775364" y="1021773"/>
                  <a:pt x="3662796" y="935182"/>
                  <a:pt x="3619500" y="874568"/>
                </a:cubicBezTo>
                <a:cubicBezTo>
                  <a:pt x="3610841" y="891886"/>
                  <a:pt x="3602182" y="917864"/>
                  <a:pt x="3602182" y="935182"/>
                </a:cubicBezTo>
                <a:cubicBezTo>
                  <a:pt x="3602182" y="961159"/>
                  <a:pt x="3610841" y="952500"/>
                  <a:pt x="3610841" y="943841"/>
                </a:cubicBezTo>
                <a:cubicBezTo>
                  <a:pt x="3610841" y="952500"/>
                  <a:pt x="3619500" y="969818"/>
                  <a:pt x="3619500" y="978477"/>
                </a:cubicBezTo>
                <a:cubicBezTo>
                  <a:pt x="3610841" y="978477"/>
                  <a:pt x="3593523" y="969818"/>
                  <a:pt x="3576205" y="978477"/>
                </a:cubicBezTo>
                <a:cubicBezTo>
                  <a:pt x="3593523" y="1013114"/>
                  <a:pt x="3619500" y="1039091"/>
                  <a:pt x="3662796" y="1056409"/>
                </a:cubicBezTo>
                <a:cubicBezTo>
                  <a:pt x="3662796" y="1056409"/>
                  <a:pt x="3662796" y="1065068"/>
                  <a:pt x="3645478" y="1065068"/>
                </a:cubicBezTo>
                <a:cubicBezTo>
                  <a:pt x="3619500" y="1065068"/>
                  <a:pt x="3584864" y="995795"/>
                  <a:pt x="3558887" y="995795"/>
                </a:cubicBezTo>
                <a:cubicBezTo>
                  <a:pt x="3541569" y="995795"/>
                  <a:pt x="3446319" y="1091046"/>
                  <a:pt x="3394364" y="1134341"/>
                </a:cubicBezTo>
                <a:cubicBezTo>
                  <a:pt x="3394364" y="1099705"/>
                  <a:pt x="3420341" y="1082386"/>
                  <a:pt x="3420341" y="1056409"/>
                </a:cubicBezTo>
                <a:cubicBezTo>
                  <a:pt x="3446319" y="1021773"/>
                  <a:pt x="3480955" y="987136"/>
                  <a:pt x="3498273" y="952500"/>
                </a:cubicBezTo>
                <a:cubicBezTo>
                  <a:pt x="3489614" y="943841"/>
                  <a:pt x="3498273" y="943841"/>
                  <a:pt x="3472296" y="943841"/>
                </a:cubicBezTo>
                <a:cubicBezTo>
                  <a:pt x="3454978" y="943841"/>
                  <a:pt x="3290455" y="1117023"/>
                  <a:pt x="3255819" y="1143000"/>
                </a:cubicBezTo>
                <a:cubicBezTo>
                  <a:pt x="3299114" y="1073727"/>
                  <a:pt x="3437659" y="961159"/>
                  <a:pt x="3437659" y="909205"/>
                </a:cubicBezTo>
                <a:cubicBezTo>
                  <a:pt x="3420341" y="917864"/>
                  <a:pt x="3377046" y="926523"/>
                  <a:pt x="3377046" y="952500"/>
                </a:cubicBezTo>
                <a:cubicBezTo>
                  <a:pt x="3377046" y="969818"/>
                  <a:pt x="3385705" y="961159"/>
                  <a:pt x="3394364" y="961159"/>
                </a:cubicBezTo>
                <a:cubicBezTo>
                  <a:pt x="3299114" y="952500"/>
                  <a:pt x="3229841" y="1134341"/>
                  <a:pt x="3151909" y="1134341"/>
                </a:cubicBezTo>
                <a:cubicBezTo>
                  <a:pt x="3264478" y="1039091"/>
                  <a:pt x="3368387" y="952500"/>
                  <a:pt x="3446319" y="874568"/>
                </a:cubicBezTo>
                <a:cubicBezTo>
                  <a:pt x="3454978" y="865909"/>
                  <a:pt x="3454978" y="848591"/>
                  <a:pt x="3454978" y="839932"/>
                </a:cubicBezTo>
                <a:cubicBezTo>
                  <a:pt x="3463637" y="839932"/>
                  <a:pt x="3472296" y="839932"/>
                  <a:pt x="3480955" y="848591"/>
                </a:cubicBezTo>
                <a:cubicBezTo>
                  <a:pt x="3480955" y="822614"/>
                  <a:pt x="3472296" y="822614"/>
                  <a:pt x="3515591" y="787977"/>
                </a:cubicBezTo>
                <a:cubicBezTo>
                  <a:pt x="3515591" y="805295"/>
                  <a:pt x="3524250" y="831273"/>
                  <a:pt x="3532909" y="848591"/>
                </a:cubicBezTo>
                <a:cubicBezTo>
                  <a:pt x="3541569" y="848591"/>
                  <a:pt x="3558887" y="857250"/>
                  <a:pt x="3558887" y="831273"/>
                </a:cubicBezTo>
                <a:cubicBezTo>
                  <a:pt x="3558887" y="813955"/>
                  <a:pt x="3541569" y="813955"/>
                  <a:pt x="3532909" y="796636"/>
                </a:cubicBezTo>
                <a:cubicBezTo>
                  <a:pt x="3532909" y="787977"/>
                  <a:pt x="3550228" y="779318"/>
                  <a:pt x="3550228" y="770659"/>
                </a:cubicBezTo>
                <a:lnTo>
                  <a:pt x="3567546" y="787977"/>
                </a:lnTo>
                <a:cubicBezTo>
                  <a:pt x="3576205" y="779318"/>
                  <a:pt x="3576205" y="770659"/>
                  <a:pt x="3576205" y="762000"/>
                </a:cubicBezTo>
                <a:lnTo>
                  <a:pt x="3602182" y="762000"/>
                </a:lnTo>
                <a:lnTo>
                  <a:pt x="3602182" y="813955"/>
                </a:lnTo>
                <a:cubicBezTo>
                  <a:pt x="3602182" y="813955"/>
                  <a:pt x="3584864" y="805295"/>
                  <a:pt x="3584864" y="831273"/>
                </a:cubicBezTo>
                <a:cubicBezTo>
                  <a:pt x="3584864" y="848591"/>
                  <a:pt x="3602182" y="848591"/>
                  <a:pt x="3602182" y="857250"/>
                </a:cubicBezTo>
                <a:cubicBezTo>
                  <a:pt x="3584864" y="848591"/>
                  <a:pt x="3567546" y="839932"/>
                  <a:pt x="3550228" y="865909"/>
                </a:cubicBezTo>
                <a:cubicBezTo>
                  <a:pt x="3567546" y="874568"/>
                  <a:pt x="3593523" y="874568"/>
                  <a:pt x="3610841" y="883227"/>
                </a:cubicBezTo>
                <a:lnTo>
                  <a:pt x="3619500" y="632114"/>
                </a:lnTo>
                <a:cubicBezTo>
                  <a:pt x="3654137" y="528205"/>
                  <a:pt x="3801341" y="432955"/>
                  <a:pt x="3896591" y="389659"/>
                </a:cubicBezTo>
                <a:cubicBezTo>
                  <a:pt x="3939887" y="363682"/>
                  <a:pt x="4009159" y="337705"/>
                  <a:pt x="4061114" y="311727"/>
                </a:cubicBezTo>
                <a:cubicBezTo>
                  <a:pt x="4069773" y="303068"/>
                  <a:pt x="4069773" y="285750"/>
                  <a:pt x="4069773" y="268432"/>
                </a:cubicBezTo>
                <a:lnTo>
                  <a:pt x="4069773" y="51955"/>
                </a:lnTo>
                <a:cubicBezTo>
                  <a:pt x="4078432" y="51955"/>
                  <a:pt x="4069773" y="43295"/>
                  <a:pt x="4095750" y="43295"/>
                </a:cubicBezTo>
                <a:cubicBezTo>
                  <a:pt x="4113069" y="43295"/>
                  <a:pt x="4104409" y="60614"/>
                  <a:pt x="4113069" y="69273"/>
                </a:cubicBezTo>
                <a:cubicBezTo>
                  <a:pt x="4130387" y="60614"/>
                  <a:pt x="4130387" y="34636"/>
                  <a:pt x="4156364" y="34636"/>
                </a:cubicBezTo>
                <a:cubicBezTo>
                  <a:pt x="4173682" y="34636"/>
                  <a:pt x="4165023" y="51955"/>
                  <a:pt x="4191000" y="51955"/>
                </a:cubicBezTo>
                <a:cubicBezTo>
                  <a:pt x="4208319" y="51955"/>
                  <a:pt x="4216978" y="25977"/>
                  <a:pt x="4234296" y="17318"/>
                </a:cubicBezTo>
                <a:cubicBezTo>
                  <a:pt x="4242955" y="17318"/>
                  <a:pt x="4251614" y="25977"/>
                  <a:pt x="4242955" y="34636"/>
                </a:cubicBezTo>
                <a:cubicBezTo>
                  <a:pt x="4286251" y="43295"/>
                  <a:pt x="4260273" y="8659"/>
                  <a:pt x="4303569" y="8659"/>
                </a:cubicBezTo>
                <a:cubicBezTo>
                  <a:pt x="4320887" y="8659"/>
                  <a:pt x="4312228" y="17318"/>
                  <a:pt x="4329546" y="34636"/>
                </a:cubicBezTo>
                <a:cubicBezTo>
                  <a:pt x="4338205" y="34636"/>
                  <a:pt x="4346864" y="17318"/>
                  <a:pt x="4355523" y="0"/>
                </a:cubicBezTo>
                <a:lnTo>
                  <a:pt x="4390160" y="0"/>
                </a:lnTo>
                <a:cubicBezTo>
                  <a:pt x="4398819" y="0"/>
                  <a:pt x="4424796" y="0"/>
                  <a:pt x="4450773" y="1731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60000"/>
                  <a:lumOff val="40000"/>
                </a:schemeClr>
              </a:gs>
              <a:gs pos="46800">
                <a:srgbClr val="F9CFA5"/>
              </a:gs>
              <a:gs pos="83000">
                <a:schemeClr val="accent4">
                  <a:lumMod val="20000"/>
                  <a:lumOff val="80000"/>
                  <a:alpha val="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3" name="图形 2"/>
          <p:cNvSpPr/>
          <p:nvPr/>
        </p:nvSpPr>
        <p:spPr>
          <a:xfrm>
            <a:off x="2263674" y="4279245"/>
            <a:ext cx="7664678" cy="2573038"/>
          </a:xfrm>
          <a:custGeom>
            <a:avLst/>
            <a:gdLst>
              <a:gd name="connsiteX0" fmla="*/ 5153451 w 11958436"/>
              <a:gd name="connsiteY0" fmla="*/ 0 h 4014456"/>
              <a:gd name="connsiteX1" fmla="*/ 5156418 w 11958436"/>
              <a:gd name="connsiteY1" fmla="*/ 304510 h 4014456"/>
              <a:gd name="connsiteX2" fmla="*/ 5170530 w 11958436"/>
              <a:gd name="connsiteY2" fmla="*/ 314796 h 4014456"/>
              <a:gd name="connsiteX3" fmla="*/ 5160771 w 11958436"/>
              <a:gd name="connsiteY3" fmla="*/ 448348 h 4014456"/>
              <a:gd name="connsiteX4" fmla="*/ 5160818 w 11958436"/>
              <a:gd name="connsiteY4" fmla="*/ 497139 h 4014456"/>
              <a:gd name="connsiteX5" fmla="*/ 5171772 w 11958436"/>
              <a:gd name="connsiteY5" fmla="*/ 489488 h 4014456"/>
              <a:gd name="connsiteX6" fmla="*/ 5165699 w 11958436"/>
              <a:gd name="connsiteY6" fmla="*/ 670780 h 4014456"/>
              <a:gd name="connsiteX7" fmla="*/ 5180386 w 11958436"/>
              <a:gd name="connsiteY7" fmla="*/ 672597 h 4014456"/>
              <a:gd name="connsiteX8" fmla="*/ 5181198 w 11958436"/>
              <a:gd name="connsiteY8" fmla="*/ 693692 h 4014456"/>
              <a:gd name="connsiteX9" fmla="*/ 5175887 w 11958436"/>
              <a:gd name="connsiteY9" fmla="*/ 775631 h 4014456"/>
              <a:gd name="connsiteX10" fmla="*/ 5175219 w 11958436"/>
              <a:gd name="connsiteY10" fmla="*/ 946683 h 4014456"/>
              <a:gd name="connsiteX11" fmla="*/ 5181965 w 11958436"/>
              <a:gd name="connsiteY11" fmla="*/ 1014463 h 4014456"/>
              <a:gd name="connsiteX12" fmla="*/ 5270266 w 11958436"/>
              <a:gd name="connsiteY12" fmla="*/ 1095687 h 4014456"/>
              <a:gd name="connsiteX13" fmla="*/ 5265959 w 11958436"/>
              <a:gd name="connsiteY13" fmla="*/ 1237226 h 4014456"/>
              <a:gd name="connsiteX14" fmla="*/ 5211571 w 11958436"/>
              <a:gd name="connsiteY14" fmla="*/ 1275157 h 4014456"/>
              <a:gd name="connsiteX15" fmla="*/ 5209133 w 11958436"/>
              <a:gd name="connsiteY15" fmla="*/ 2091059 h 4014456"/>
              <a:gd name="connsiteX16" fmla="*/ 5229415 w 11958436"/>
              <a:gd name="connsiteY16" fmla="*/ 2103447 h 4014456"/>
              <a:gd name="connsiteX17" fmla="*/ 5286148 w 11958436"/>
              <a:gd name="connsiteY17" fmla="*/ 2089288 h 4014456"/>
              <a:gd name="connsiteX18" fmla="*/ 5385879 w 11958436"/>
              <a:gd name="connsiteY18" fmla="*/ 2098948 h 4014456"/>
              <a:gd name="connsiteX19" fmla="*/ 5386169 w 11958436"/>
              <a:gd name="connsiteY19" fmla="*/ 2038390 h 4014456"/>
              <a:gd name="connsiteX20" fmla="*/ 5408413 w 11958436"/>
              <a:gd name="connsiteY20" fmla="*/ 2021742 h 4014456"/>
              <a:gd name="connsiteX21" fmla="*/ 5426781 w 11958436"/>
              <a:gd name="connsiteY21" fmla="*/ 2020639 h 4014456"/>
              <a:gd name="connsiteX22" fmla="*/ 5459788 w 11958436"/>
              <a:gd name="connsiteY22" fmla="*/ 1969503 h 4014456"/>
              <a:gd name="connsiteX23" fmla="*/ 5484709 w 11958436"/>
              <a:gd name="connsiteY23" fmla="*/ 1962758 h 4014456"/>
              <a:gd name="connsiteX24" fmla="*/ 5491310 w 11958436"/>
              <a:gd name="connsiteY24" fmla="*/ 1958068 h 4014456"/>
              <a:gd name="connsiteX25" fmla="*/ 5530437 w 11958436"/>
              <a:gd name="connsiteY25" fmla="*/ 1953429 h 4014456"/>
              <a:gd name="connsiteX26" fmla="*/ 5560860 w 11958436"/>
              <a:gd name="connsiteY26" fmla="*/ 1958932 h 4014456"/>
              <a:gd name="connsiteX27" fmla="*/ 5566311 w 11958436"/>
              <a:gd name="connsiteY27" fmla="*/ 2203795 h 4014456"/>
              <a:gd name="connsiteX28" fmla="*/ 5576976 w 11958436"/>
              <a:gd name="connsiteY28" fmla="*/ 2152182 h 4014456"/>
              <a:gd name="connsiteX29" fmla="*/ 5586879 w 11958436"/>
              <a:gd name="connsiteY29" fmla="*/ 2142662 h 4014456"/>
              <a:gd name="connsiteX30" fmla="*/ 5602425 w 11958436"/>
              <a:gd name="connsiteY30" fmla="*/ 2155672 h 4014456"/>
              <a:gd name="connsiteX31" fmla="*/ 5611754 w 11958436"/>
              <a:gd name="connsiteY31" fmla="*/ 2095113 h 4014456"/>
              <a:gd name="connsiteX32" fmla="*/ 5615005 w 11958436"/>
              <a:gd name="connsiteY32" fmla="*/ 2045607 h 4014456"/>
              <a:gd name="connsiteX33" fmla="*/ 5635381 w 11958436"/>
              <a:gd name="connsiteY33" fmla="*/ 2045509 h 4014456"/>
              <a:gd name="connsiteX34" fmla="*/ 5636002 w 11958436"/>
              <a:gd name="connsiteY34" fmla="*/ 2027856 h 4014456"/>
              <a:gd name="connsiteX35" fmla="*/ 5643560 w 11958436"/>
              <a:gd name="connsiteY35" fmla="*/ 2020205 h 4014456"/>
              <a:gd name="connsiteX36" fmla="*/ 5640785 w 11958436"/>
              <a:gd name="connsiteY36" fmla="*/ 2009634 h 4014456"/>
              <a:gd name="connsiteX37" fmla="*/ 5687853 w 11958436"/>
              <a:gd name="connsiteY37" fmla="*/ 1996480 h 4014456"/>
              <a:gd name="connsiteX38" fmla="*/ 5681299 w 11958436"/>
              <a:gd name="connsiteY38" fmla="*/ 1950846 h 4014456"/>
              <a:gd name="connsiteX39" fmla="*/ 5691057 w 11958436"/>
              <a:gd name="connsiteY39" fmla="*/ 1939700 h 4014456"/>
              <a:gd name="connsiteX40" fmla="*/ 5761897 w 11958436"/>
              <a:gd name="connsiteY40" fmla="*/ 1837432 h 4014456"/>
              <a:gd name="connsiteX41" fmla="*/ 5770605 w 11958436"/>
              <a:gd name="connsiteY41" fmla="*/ 1815861 h 4014456"/>
              <a:gd name="connsiteX42" fmla="*/ 5788351 w 11958436"/>
              <a:gd name="connsiteY42" fmla="*/ 1827053 h 4014456"/>
              <a:gd name="connsiteX43" fmla="*/ 5786436 w 11958436"/>
              <a:gd name="connsiteY43" fmla="*/ 1838628 h 4014456"/>
              <a:gd name="connsiteX44" fmla="*/ 5829103 w 11958436"/>
              <a:gd name="connsiteY44" fmla="*/ 1873836 h 4014456"/>
              <a:gd name="connsiteX45" fmla="*/ 5970067 w 11958436"/>
              <a:gd name="connsiteY45" fmla="*/ 1868669 h 4014456"/>
              <a:gd name="connsiteX46" fmla="*/ 5971072 w 11958436"/>
              <a:gd name="connsiteY46" fmla="*/ 1917316 h 4014456"/>
              <a:gd name="connsiteX47" fmla="*/ 6105964 w 11958436"/>
              <a:gd name="connsiteY47" fmla="*/ 1835470 h 4014456"/>
              <a:gd name="connsiteX48" fmla="*/ 6137346 w 11958436"/>
              <a:gd name="connsiteY48" fmla="*/ 1833700 h 4014456"/>
              <a:gd name="connsiteX49" fmla="*/ 6134426 w 11958436"/>
              <a:gd name="connsiteY49" fmla="*/ 2000450 h 4014456"/>
              <a:gd name="connsiteX50" fmla="*/ 6226842 w 11958436"/>
              <a:gd name="connsiteY50" fmla="*/ 2076648 h 4014456"/>
              <a:gd name="connsiteX51" fmla="*/ 6230958 w 11958436"/>
              <a:gd name="connsiteY51" fmla="*/ 2042207 h 4014456"/>
              <a:gd name="connsiteX52" fmla="*/ 6217182 w 11958436"/>
              <a:gd name="connsiteY52" fmla="*/ 2022499 h 4014456"/>
              <a:gd name="connsiteX53" fmla="*/ 6188958 w 11958436"/>
              <a:gd name="connsiteY53" fmla="*/ 2015851 h 4014456"/>
              <a:gd name="connsiteX54" fmla="*/ 6190056 w 11958436"/>
              <a:gd name="connsiteY54" fmla="*/ 1999203 h 4014456"/>
              <a:gd name="connsiteX55" fmla="*/ 6214309 w 11958436"/>
              <a:gd name="connsiteY55" fmla="*/ 1994373 h 4014456"/>
              <a:gd name="connsiteX56" fmla="*/ 6212492 w 11958436"/>
              <a:gd name="connsiteY56" fmla="*/ 1979257 h 4014456"/>
              <a:gd name="connsiteX57" fmla="*/ 6225409 w 11958436"/>
              <a:gd name="connsiteY57" fmla="*/ 1992747 h 4014456"/>
              <a:gd name="connsiteX58" fmla="*/ 6259658 w 11958436"/>
              <a:gd name="connsiteY58" fmla="*/ 1972273 h 4014456"/>
              <a:gd name="connsiteX59" fmla="*/ 6309454 w 11958436"/>
              <a:gd name="connsiteY59" fmla="*/ 1954765 h 4014456"/>
              <a:gd name="connsiteX60" fmla="*/ 6321795 w 11958436"/>
              <a:gd name="connsiteY60" fmla="*/ 1958259 h 4014456"/>
              <a:gd name="connsiteX61" fmla="*/ 6321893 w 11958436"/>
              <a:gd name="connsiteY61" fmla="*/ 1806294 h 4014456"/>
              <a:gd name="connsiteX62" fmla="*/ 6314144 w 11958436"/>
              <a:gd name="connsiteY62" fmla="*/ 1783143 h 4014456"/>
              <a:gd name="connsiteX63" fmla="*/ 6329788 w 11958436"/>
              <a:gd name="connsiteY63" fmla="*/ 1769176 h 4014456"/>
              <a:gd name="connsiteX64" fmla="*/ 6419382 w 11958436"/>
              <a:gd name="connsiteY64" fmla="*/ 1753294 h 4014456"/>
              <a:gd name="connsiteX65" fmla="*/ 6478026 w 11958436"/>
              <a:gd name="connsiteY65" fmla="*/ 1772282 h 4014456"/>
              <a:gd name="connsiteX66" fmla="*/ 6466787 w 11958436"/>
              <a:gd name="connsiteY66" fmla="*/ 2099467 h 4014456"/>
              <a:gd name="connsiteX67" fmla="*/ 6643865 w 11958436"/>
              <a:gd name="connsiteY67" fmla="*/ 2108459 h 4014456"/>
              <a:gd name="connsiteX68" fmla="*/ 6644010 w 11958436"/>
              <a:gd name="connsiteY68" fmla="*/ 2187861 h 4014456"/>
              <a:gd name="connsiteX69" fmla="*/ 6721693 w 11958436"/>
              <a:gd name="connsiteY69" fmla="*/ 2213259 h 4014456"/>
              <a:gd name="connsiteX70" fmla="*/ 6710786 w 11958436"/>
              <a:gd name="connsiteY70" fmla="*/ 2281469 h 4014456"/>
              <a:gd name="connsiteX71" fmla="*/ 6768377 w 11958436"/>
              <a:gd name="connsiteY71" fmla="*/ 2289120 h 4014456"/>
              <a:gd name="connsiteX72" fmla="*/ 6824582 w 11958436"/>
              <a:gd name="connsiteY72" fmla="*/ 2293376 h 4014456"/>
              <a:gd name="connsiteX73" fmla="*/ 6824152 w 11958436"/>
              <a:gd name="connsiteY73" fmla="*/ 2310837 h 4014456"/>
              <a:gd name="connsiteX74" fmla="*/ 6816356 w 11958436"/>
              <a:gd name="connsiteY74" fmla="*/ 2361637 h 4014456"/>
              <a:gd name="connsiteX75" fmla="*/ 6824727 w 11958436"/>
              <a:gd name="connsiteY75" fmla="*/ 2382733 h 4014456"/>
              <a:gd name="connsiteX76" fmla="*/ 6813820 w 11958436"/>
              <a:gd name="connsiteY76" fmla="*/ 2460509 h 4014456"/>
              <a:gd name="connsiteX77" fmla="*/ 6827450 w 11958436"/>
              <a:gd name="connsiteY77" fmla="*/ 2458884 h 4014456"/>
              <a:gd name="connsiteX78" fmla="*/ 6829174 w 11958436"/>
              <a:gd name="connsiteY78" fmla="*/ 2421957 h 4014456"/>
              <a:gd name="connsiteX79" fmla="*/ 6839843 w 11958436"/>
              <a:gd name="connsiteY79" fmla="*/ 2408037 h 4014456"/>
              <a:gd name="connsiteX80" fmla="*/ 6840273 w 11958436"/>
              <a:gd name="connsiteY80" fmla="*/ 2366710 h 4014456"/>
              <a:gd name="connsiteX81" fmla="*/ 6869071 w 11958436"/>
              <a:gd name="connsiteY81" fmla="*/ 2360203 h 4014456"/>
              <a:gd name="connsiteX82" fmla="*/ 6867586 w 11958436"/>
              <a:gd name="connsiteY82" fmla="*/ 2319974 h 4014456"/>
              <a:gd name="connsiteX83" fmla="*/ 6896716 w 11958436"/>
              <a:gd name="connsiteY83" fmla="*/ 2255875 h 4014456"/>
              <a:gd name="connsiteX84" fmla="*/ 6904942 w 11958436"/>
              <a:gd name="connsiteY84" fmla="*/ 1636190 h 4014456"/>
              <a:gd name="connsiteX85" fmla="*/ 6912500 w 11958436"/>
              <a:gd name="connsiteY85" fmla="*/ 1481879 h 4014456"/>
              <a:gd name="connsiteX86" fmla="*/ 6951865 w 11958436"/>
              <a:gd name="connsiteY86" fmla="*/ 1476904 h 4014456"/>
              <a:gd name="connsiteX87" fmla="*/ 6959184 w 11958436"/>
              <a:gd name="connsiteY87" fmla="*/ 1481449 h 4014456"/>
              <a:gd name="connsiteX88" fmla="*/ 6970615 w 11958436"/>
              <a:gd name="connsiteY88" fmla="*/ 1463035 h 4014456"/>
              <a:gd name="connsiteX89" fmla="*/ 7010606 w 11958436"/>
              <a:gd name="connsiteY89" fmla="*/ 1463656 h 4014456"/>
              <a:gd name="connsiteX90" fmla="*/ 7053226 w 11958436"/>
              <a:gd name="connsiteY90" fmla="*/ 1473415 h 4014456"/>
              <a:gd name="connsiteX91" fmla="*/ 7146166 w 11958436"/>
              <a:gd name="connsiteY91" fmla="*/ 1504983 h 4014456"/>
              <a:gd name="connsiteX92" fmla="*/ 7203421 w 11958436"/>
              <a:gd name="connsiteY92" fmla="*/ 1546118 h 4014456"/>
              <a:gd name="connsiteX93" fmla="*/ 7204519 w 11958436"/>
              <a:gd name="connsiteY93" fmla="*/ 1468388 h 4014456"/>
              <a:gd name="connsiteX94" fmla="*/ 7292867 w 11958436"/>
              <a:gd name="connsiteY94" fmla="*/ 1428258 h 4014456"/>
              <a:gd name="connsiteX95" fmla="*/ 7256324 w 11958436"/>
              <a:gd name="connsiteY95" fmla="*/ 1433377 h 4014456"/>
              <a:gd name="connsiteX96" fmla="*/ 7302817 w 11958436"/>
              <a:gd name="connsiteY96" fmla="*/ 1417640 h 4014456"/>
              <a:gd name="connsiteX97" fmla="*/ 7317456 w 11958436"/>
              <a:gd name="connsiteY97" fmla="*/ 1407116 h 4014456"/>
              <a:gd name="connsiteX98" fmla="*/ 7319129 w 11958436"/>
              <a:gd name="connsiteY98" fmla="*/ 1419121 h 4014456"/>
              <a:gd name="connsiteX99" fmla="*/ 7453876 w 11958436"/>
              <a:gd name="connsiteY99" fmla="*/ 1380326 h 4014456"/>
              <a:gd name="connsiteX100" fmla="*/ 7463728 w 11958436"/>
              <a:gd name="connsiteY100" fmla="*/ 1388697 h 4014456"/>
              <a:gd name="connsiteX101" fmla="*/ 7513860 w 11958436"/>
              <a:gd name="connsiteY101" fmla="*/ 1410652 h 4014456"/>
              <a:gd name="connsiteX102" fmla="*/ 7521133 w 11958436"/>
              <a:gd name="connsiteY102" fmla="*/ 2360628 h 4014456"/>
              <a:gd name="connsiteX103" fmla="*/ 7533428 w 11958436"/>
              <a:gd name="connsiteY103" fmla="*/ 2361249 h 4014456"/>
              <a:gd name="connsiteX104" fmla="*/ 7535436 w 11958436"/>
              <a:gd name="connsiteY104" fmla="*/ 2182970 h 4014456"/>
              <a:gd name="connsiteX105" fmla="*/ 7576623 w 11958436"/>
              <a:gd name="connsiteY105" fmla="*/ 2182686 h 4014456"/>
              <a:gd name="connsiteX106" fmla="*/ 7597957 w 11958436"/>
              <a:gd name="connsiteY106" fmla="*/ 1666128 h 4014456"/>
              <a:gd name="connsiteX107" fmla="*/ 7784793 w 11958436"/>
              <a:gd name="connsiteY107" fmla="*/ 1792028 h 4014456"/>
              <a:gd name="connsiteX108" fmla="*/ 7792828 w 11958436"/>
              <a:gd name="connsiteY108" fmla="*/ 1404668 h 4014456"/>
              <a:gd name="connsiteX109" fmla="*/ 7804931 w 11958436"/>
              <a:gd name="connsiteY109" fmla="*/ 1404574 h 4014456"/>
              <a:gd name="connsiteX110" fmla="*/ 7813064 w 11958436"/>
              <a:gd name="connsiteY110" fmla="*/ 1382858 h 4014456"/>
              <a:gd name="connsiteX111" fmla="*/ 7835163 w 11958436"/>
              <a:gd name="connsiteY111" fmla="*/ 1374772 h 4014456"/>
              <a:gd name="connsiteX112" fmla="*/ 7834589 w 11958436"/>
              <a:gd name="connsiteY112" fmla="*/ 1352672 h 4014456"/>
              <a:gd name="connsiteX113" fmla="*/ 7849513 w 11958436"/>
              <a:gd name="connsiteY113" fmla="*/ 1351621 h 4014456"/>
              <a:gd name="connsiteX114" fmla="*/ 7849322 w 11958436"/>
              <a:gd name="connsiteY114" fmla="*/ 1329475 h 4014456"/>
              <a:gd name="connsiteX115" fmla="*/ 7873094 w 11958436"/>
              <a:gd name="connsiteY115" fmla="*/ 1323159 h 4014456"/>
              <a:gd name="connsiteX116" fmla="*/ 7883712 w 11958436"/>
              <a:gd name="connsiteY116" fmla="*/ 1253847 h 4014456"/>
              <a:gd name="connsiteX117" fmla="*/ 7891798 w 11958436"/>
              <a:gd name="connsiteY117" fmla="*/ 1249208 h 4014456"/>
              <a:gd name="connsiteX118" fmla="*/ 7896581 w 11958436"/>
              <a:gd name="connsiteY118" fmla="*/ 1222755 h 4014456"/>
              <a:gd name="connsiteX119" fmla="*/ 7909016 w 11958436"/>
              <a:gd name="connsiteY119" fmla="*/ 1144165 h 4014456"/>
              <a:gd name="connsiteX120" fmla="*/ 7911744 w 11958436"/>
              <a:gd name="connsiteY120" fmla="*/ 1220508 h 4014456"/>
              <a:gd name="connsiteX121" fmla="*/ 7920068 w 11958436"/>
              <a:gd name="connsiteY121" fmla="*/ 1252604 h 4014456"/>
              <a:gd name="connsiteX122" fmla="*/ 7931835 w 11958436"/>
              <a:gd name="connsiteY122" fmla="*/ 1247153 h 4014456"/>
              <a:gd name="connsiteX123" fmla="*/ 7937146 w 11958436"/>
              <a:gd name="connsiteY123" fmla="*/ 1318184 h 4014456"/>
              <a:gd name="connsiteX124" fmla="*/ 7965753 w 11958436"/>
              <a:gd name="connsiteY124" fmla="*/ 1328517 h 4014456"/>
              <a:gd name="connsiteX125" fmla="*/ 7959391 w 11958436"/>
              <a:gd name="connsiteY125" fmla="*/ 1341578 h 4014456"/>
              <a:gd name="connsiteX126" fmla="*/ 7970154 w 11958436"/>
              <a:gd name="connsiteY126" fmla="*/ 1348033 h 4014456"/>
              <a:gd name="connsiteX127" fmla="*/ 7969103 w 11958436"/>
              <a:gd name="connsiteY127" fmla="*/ 1066436 h 4014456"/>
              <a:gd name="connsiteX128" fmla="*/ 8237018 w 11958436"/>
              <a:gd name="connsiteY128" fmla="*/ 1002145 h 4014456"/>
              <a:gd name="connsiteX129" fmla="*/ 8232473 w 11958436"/>
              <a:gd name="connsiteY129" fmla="*/ 1619056 h 4014456"/>
              <a:gd name="connsiteX130" fmla="*/ 8370952 w 11958436"/>
              <a:gd name="connsiteY130" fmla="*/ 1604850 h 4014456"/>
              <a:gd name="connsiteX131" fmla="*/ 8528659 w 11958436"/>
              <a:gd name="connsiteY131" fmla="*/ 1611357 h 4014456"/>
              <a:gd name="connsiteX132" fmla="*/ 8530047 w 11958436"/>
              <a:gd name="connsiteY132" fmla="*/ 1948011 h 4014456"/>
              <a:gd name="connsiteX133" fmla="*/ 8538992 w 11958436"/>
              <a:gd name="connsiteY133" fmla="*/ 1817855 h 4014456"/>
              <a:gd name="connsiteX134" fmla="*/ 8555159 w 11958436"/>
              <a:gd name="connsiteY134" fmla="*/ 1798339 h 4014456"/>
              <a:gd name="connsiteX135" fmla="*/ 8561904 w 11958436"/>
              <a:gd name="connsiteY135" fmla="*/ 1729554 h 4014456"/>
              <a:gd name="connsiteX136" fmla="*/ 8565445 w 11958436"/>
              <a:gd name="connsiteY136" fmla="*/ 1720656 h 4014456"/>
              <a:gd name="connsiteX137" fmla="*/ 8578838 w 11958436"/>
              <a:gd name="connsiteY137" fmla="*/ 1535776 h 4014456"/>
              <a:gd name="connsiteX138" fmla="*/ 8581182 w 11958436"/>
              <a:gd name="connsiteY138" fmla="*/ 1507604 h 4014456"/>
              <a:gd name="connsiteX139" fmla="*/ 8592039 w 11958436"/>
              <a:gd name="connsiteY139" fmla="*/ 1424180 h 4014456"/>
              <a:gd name="connsiteX140" fmla="*/ 8586153 w 11958436"/>
              <a:gd name="connsiteY140" fmla="*/ 1415473 h 4014456"/>
              <a:gd name="connsiteX141" fmla="*/ 8593618 w 11958436"/>
              <a:gd name="connsiteY141" fmla="*/ 1329801 h 4014456"/>
              <a:gd name="connsiteX142" fmla="*/ 8599882 w 11958436"/>
              <a:gd name="connsiteY142" fmla="*/ 1256234 h 4014456"/>
              <a:gd name="connsiteX143" fmla="*/ 8596724 w 11958436"/>
              <a:gd name="connsiteY143" fmla="*/ 1222703 h 4014456"/>
              <a:gd name="connsiteX144" fmla="*/ 8603707 w 11958436"/>
              <a:gd name="connsiteY144" fmla="*/ 1131151 h 4014456"/>
              <a:gd name="connsiteX145" fmla="*/ 8612793 w 11958436"/>
              <a:gd name="connsiteY145" fmla="*/ 222502 h 4014456"/>
              <a:gd name="connsiteX146" fmla="*/ 8609635 w 11958436"/>
              <a:gd name="connsiteY146" fmla="*/ 211356 h 4014456"/>
              <a:gd name="connsiteX147" fmla="*/ 8819001 w 11958436"/>
              <a:gd name="connsiteY147" fmla="*/ 166489 h 4014456"/>
              <a:gd name="connsiteX148" fmla="*/ 8830049 w 11958436"/>
              <a:gd name="connsiteY148" fmla="*/ 177204 h 4014456"/>
              <a:gd name="connsiteX149" fmla="*/ 8887496 w 11958436"/>
              <a:gd name="connsiteY149" fmla="*/ 1739742 h 4014456"/>
              <a:gd name="connsiteX150" fmla="*/ 8895101 w 11958436"/>
              <a:gd name="connsiteY150" fmla="*/ 1756820 h 4014456"/>
              <a:gd name="connsiteX151" fmla="*/ 8898404 w 11958436"/>
              <a:gd name="connsiteY151" fmla="*/ 1721090 h 4014456"/>
              <a:gd name="connsiteX152" fmla="*/ 8913758 w 11958436"/>
              <a:gd name="connsiteY152" fmla="*/ 1706885 h 4014456"/>
              <a:gd name="connsiteX153" fmla="*/ 8939539 w 11958436"/>
              <a:gd name="connsiteY153" fmla="*/ 1700429 h 4014456"/>
              <a:gd name="connsiteX154" fmla="*/ 8945088 w 11958436"/>
              <a:gd name="connsiteY154" fmla="*/ 1533968 h 4014456"/>
              <a:gd name="connsiteX155" fmla="*/ 9367987 w 11958436"/>
              <a:gd name="connsiteY155" fmla="*/ 1510528 h 4014456"/>
              <a:gd name="connsiteX156" fmla="*/ 9368707 w 11958436"/>
              <a:gd name="connsiteY156" fmla="*/ 1598399 h 4014456"/>
              <a:gd name="connsiteX157" fmla="*/ 9555833 w 11958436"/>
              <a:gd name="connsiteY157" fmla="*/ 1573385 h 4014456"/>
              <a:gd name="connsiteX158" fmla="*/ 9706126 w 11958436"/>
              <a:gd name="connsiteY158" fmla="*/ 1606962 h 4014456"/>
              <a:gd name="connsiteX159" fmla="*/ 9705458 w 11958436"/>
              <a:gd name="connsiteY159" fmla="*/ 1926537 h 4014456"/>
              <a:gd name="connsiteX160" fmla="*/ 9790027 w 11958436"/>
              <a:gd name="connsiteY160" fmla="*/ 1926200 h 4014456"/>
              <a:gd name="connsiteX161" fmla="*/ 9796198 w 11958436"/>
              <a:gd name="connsiteY161" fmla="*/ 1935720 h 4014456"/>
              <a:gd name="connsiteX162" fmla="*/ 9883924 w 11958436"/>
              <a:gd name="connsiteY162" fmla="*/ 1946483 h 4014456"/>
              <a:gd name="connsiteX163" fmla="*/ 9865266 w 11958436"/>
              <a:gd name="connsiteY163" fmla="*/ 1980878 h 4014456"/>
              <a:gd name="connsiteX164" fmla="*/ 9863403 w 11958436"/>
              <a:gd name="connsiteY164" fmla="*/ 2031439 h 4014456"/>
              <a:gd name="connsiteX165" fmla="*/ 9876650 w 11958436"/>
              <a:gd name="connsiteY165" fmla="*/ 2032682 h 4014456"/>
              <a:gd name="connsiteX166" fmla="*/ 9883060 w 11958436"/>
              <a:gd name="connsiteY166" fmla="*/ 2041338 h 4014456"/>
              <a:gd name="connsiteX167" fmla="*/ 9881770 w 11958436"/>
              <a:gd name="connsiteY167" fmla="*/ 2256113 h 4014456"/>
              <a:gd name="connsiteX168" fmla="*/ 9896214 w 11958436"/>
              <a:gd name="connsiteY168" fmla="*/ 2255730 h 4014456"/>
              <a:gd name="connsiteX169" fmla="*/ 9948065 w 11958436"/>
              <a:gd name="connsiteY169" fmla="*/ 2241333 h 4014456"/>
              <a:gd name="connsiteX170" fmla="*/ 9959687 w 11958436"/>
              <a:gd name="connsiteY170" fmla="*/ 2285341 h 4014456"/>
              <a:gd name="connsiteX171" fmla="*/ 10004844 w 11958436"/>
              <a:gd name="connsiteY171" fmla="*/ 2267067 h 4014456"/>
              <a:gd name="connsiteX172" fmla="*/ 9989728 w 11958436"/>
              <a:gd name="connsiteY172" fmla="*/ 2264531 h 4014456"/>
              <a:gd name="connsiteX173" fmla="*/ 10002737 w 11958436"/>
              <a:gd name="connsiteY173" fmla="*/ 2249223 h 4014456"/>
              <a:gd name="connsiteX174" fmla="*/ 9990111 w 11958436"/>
              <a:gd name="connsiteY174" fmla="*/ 2243151 h 4014456"/>
              <a:gd name="connsiteX175" fmla="*/ 10002882 w 11958436"/>
              <a:gd name="connsiteY175" fmla="*/ 2234158 h 4014456"/>
              <a:gd name="connsiteX176" fmla="*/ 9991591 w 11958436"/>
              <a:gd name="connsiteY176" fmla="*/ 2220429 h 4014456"/>
              <a:gd name="connsiteX177" fmla="*/ 10005558 w 11958436"/>
              <a:gd name="connsiteY177" fmla="*/ 2211914 h 4014456"/>
              <a:gd name="connsiteX178" fmla="*/ 9991544 w 11958436"/>
              <a:gd name="connsiteY178" fmla="*/ 2205981 h 4014456"/>
              <a:gd name="connsiteX179" fmla="*/ 10000682 w 11958436"/>
              <a:gd name="connsiteY179" fmla="*/ 2193112 h 4014456"/>
              <a:gd name="connsiteX180" fmla="*/ 9991069 w 11958436"/>
              <a:gd name="connsiteY180" fmla="*/ 2181775 h 4014456"/>
              <a:gd name="connsiteX181" fmla="*/ 10004798 w 11958436"/>
              <a:gd name="connsiteY181" fmla="*/ 2176464 h 4014456"/>
              <a:gd name="connsiteX182" fmla="*/ 9990303 w 11958436"/>
              <a:gd name="connsiteY182" fmla="*/ 2146521 h 4014456"/>
              <a:gd name="connsiteX183" fmla="*/ 10006231 w 11958436"/>
              <a:gd name="connsiteY183" fmla="*/ 2138103 h 4014456"/>
              <a:gd name="connsiteX184" fmla="*/ 10006904 w 11958436"/>
              <a:gd name="connsiteY184" fmla="*/ 2102994 h 4014456"/>
              <a:gd name="connsiteX185" fmla="*/ 10039668 w 11958436"/>
              <a:gd name="connsiteY185" fmla="*/ 2091755 h 4014456"/>
              <a:gd name="connsiteX186" fmla="*/ 10040289 w 11958436"/>
              <a:gd name="connsiteY186" fmla="*/ 2017995 h 4014456"/>
              <a:gd name="connsiteX187" fmla="*/ 10076449 w 11958436"/>
              <a:gd name="connsiteY187" fmla="*/ 2003501 h 4014456"/>
              <a:gd name="connsiteX188" fmla="*/ 10122994 w 11958436"/>
              <a:gd name="connsiteY188" fmla="*/ 1996325 h 4014456"/>
              <a:gd name="connsiteX189" fmla="*/ 10129212 w 11958436"/>
              <a:gd name="connsiteY189" fmla="*/ 1987861 h 4014456"/>
              <a:gd name="connsiteX190" fmla="*/ 10202732 w 11958436"/>
              <a:gd name="connsiteY190" fmla="*/ 1999675 h 4014456"/>
              <a:gd name="connsiteX191" fmla="*/ 10263197 w 11958436"/>
              <a:gd name="connsiteY191" fmla="*/ 2008667 h 4014456"/>
              <a:gd name="connsiteX192" fmla="*/ 10239281 w 11958436"/>
              <a:gd name="connsiteY192" fmla="*/ 2030669 h 4014456"/>
              <a:gd name="connsiteX193" fmla="*/ 10245928 w 11958436"/>
              <a:gd name="connsiteY193" fmla="*/ 2039469 h 4014456"/>
              <a:gd name="connsiteX194" fmla="*/ 10244349 w 11958436"/>
              <a:gd name="connsiteY194" fmla="*/ 2094525 h 4014456"/>
              <a:gd name="connsiteX195" fmla="*/ 10244779 w 11958436"/>
              <a:gd name="connsiteY195" fmla="*/ 2136379 h 4014456"/>
              <a:gd name="connsiteX196" fmla="*/ 10245783 w 11958436"/>
              <a:gd name="connsiteY196" fmla="*/ 2176127 h 4014456"/>
              <a:gd name="connsiteX197" fmla="*/ 10239850 w 11958436"/>
              <a:gd name="connsiteY197" fmla="*/ 2184307 h 4014456"/>
              <a:gd name="connsiteX198" fmla="*/ 10247218 w 11958436"/>
              <a:gd name="connsiteY198" fmla="*/ 2193635 h 4014456"/>
              <a:gd name="connsiteX199" fmla="*/ 10241238 w 11958436"/>
              <a:gd name="connsiteY199" fmla="*/ 2202627 h 4014456"/>
              <a:gd name="connsiteX200" fmla="*/ 10241575 w 11958436"/>
              <a:gd name="connsiteY200" fmla="*/ 2224059 h 4014456"/>
              <a:gd name="connsiteX201" fmla="*/ 10247269 w 11958436"/>
              <a:gd name="connsiteY201" fmla="*/ 2232238 h 4014456"/>
              <a:gd name="connsiteX202" fmla="*/ 10240093 w 11958436"/>
              <a:gd name="connsiteY202" fmla="*/ 2241950 h 4014456"/>
              <a:gd name="connsiteX203" fmla="*/ 10246984 w 11958436"/>
              <a:gd name="connsiteY203" fmla="*/ 2251040 h 4014456"/>
              <a:gd name="connsiteX204" fmla="*/ 10240383 w 11958436"/>
              <a:gd name="connsiteY204" fmla="*/ 2263910 h 4014456"/>
              <a:gd name="connsiteX205" fmla="*/ 10253538 w 11958436"/>
              <a:gd name="connsiteY205" fmla="*/ 2274766 h 4014456"/>
              <a:gd name="connsiteX206" fmla="*/ 10260329 w 11958436"/>
              <a:gd name="connsiteY206" fmla="*/ 2156377 h 4014456"/>
              <a:gd name="connsiteX207" fmla="*/ 10297256 w 11958436"/>
              <a:gd name="connsiteY207" fmla="*/ 2151309 h 4014456"/>
              <a:gd name="connsiteX208" fmla="*/ 10304385 w 11958436"/>
              <a:gd name="connsiteY208" fmla="*/ 2132320 h 4014456"/>
              <a:gd name="connsiteX209" fmla="*/ 10365419 w 11958436"/>
              <a:gd name="connsiteY209" fmla="*/ 2125720 h 4014456"/>
              <a:gd name="connsiteX210" fmla="*/ 10368624 w 11958436"/>
              <a:gd name="connsiteY210" fmla="*/ 2091759 h 4014456"/>
              <a:gd name="connsiteX211" fmla="*/ 10418657 w 11958436"/>
              <a:gd name="connsiteY211" fmla="*/ 2083103 h 4014456"/>
              <a:gd name="connsiteX212" fmla="*/ 10407273 w 11958436"/>
              <a:gd name="connsiteY212" fmla="*/ 2060766 h 4014456"/>
              <a:gd name="connsiteX213" fmla="*/ 10471994 w 11958436"/>
              <a:gd name="connsiteY213" fmla="*/ 2065072 h 4014456"/>
              <a:gd name="connsiteX214" fmla="*/ 10464674 w 11958436"/>
              <a:gd name="connsiteY214" fmla="*/ 2074303 h 4014456"/>
              <a:gd name="connsiteX215" fmla="*/ 10484336 w 11958436"/>
              <a:gd name="connsiteY215" fmla="*/ 2074158 h 4014456"/>
              <a:gd name="connsiteX216" fmla="*/ 10501699 w 11958436"/>
              <a:gd name="connsiteY216" fmla="*/ 2133665 h 4014456"/>
              <a:gd name="connsiteX217" fmla="*/ 10502894 w 11958436"/>
              <a:gd name="connsiteY217" fmla="*/ 2156242 h 4014456"/>
              <a:gd name="connsiteX218" fmla="*/ 10512891 w 11958436"/>
              <a:gd name="connsiteY218" fmla="*/ 2266787 h 4014456"/>
              <a:gd name="connsiteX219" fmla="*/ 10518916 w 11958436"/>
              <a:gd name="connsiteY219" fmla="*/ 2183989 h 4014456"/>
              <a:gd name="connsiteX220" fmla="*/ 10599375 w 11958436"/>
              <a:gd name="connsiteY220" fmla="*/ 2174329 h 4014456"/>
              <a:gd name="connsiteX221" fmla="*/ 10605307 w 11958436"/>
              <a:gd name="connsiteY221" fmla="*/ 2208770 h 4014456"/>
              <a:gd name="connsiteX222" fmla="*/ 10728670 w 11958436"/>
              <a:gd name="connsiteY222" fmla="*/ 2199203 h 4014456"/>
              <a:gd name="connsiteX223" fmla="*/ 10748332 w 11958436"/>
              <a:gd name="connsiteY223" fmla="*/ 2207383 h 4014456"/>
              <a:gd name="connsiteX224" fmla="*/ 10748285 w 11958436"/>
              <a:gd name="connsiteY224" fmla="*/ 2611433 h 4014456"/>
              <a:gd name="connsiteX225" fmla="*/ 10772155 w 11958436"/>
              <a:gd name="connsiteY225" fmla="*/ 2611671 h 4014456"/>
              <a:gd name="connsiteX226" fmla="*/ 10772683 w 11958436"/>
              <a:gd name="connsiteY226" fmla="*/ 2572493 h 4014456"/>
              <a:gd name="connsiteX227" fmla="*/ 10827547 w 11958436"/>
              <a:gd name="connsiteY227" fmla="*/ 2561731 h 4014456"/>
              <a:gd name="connsiteX228" fmla="*/ 10830560 w 11958436"/>
              <a:gd name="connsiteY228" fmla="*/ 2545134 h 4014456"/>
              <a:gd name="connsiteX229" fmla="*/ 10876385 w 11958436"/>
              <a:gd name="connsiteY229" fmla="*/ 2544321 h 4014456"/>
              <a:gd name="connsiteX230" fmla="*/ 10886381 w 11958436"/>
              <a:gd name="connsiteY230" fmla="*/ 2560535 h 4014456"/>
              <a:gd name="connsiteX231" fmla="*/ 10963920 w 11958436"/>
              <a:gd name="connsiteY231" fmla="*/ 2562207 h 4014456"/>
              <a:gd name="connsiteX232" fmla="*/ 10969035 w 11958436"/>
              <a:gd name="connsiteY232" fmla="*/ 2553023 h 4014456"/>
              <a:gd name="connsiteX233" fmla="*/ 10992429 w 11958436"/>
              <a:gd name="connsiteY233" fmla="*/ 2550823 h 4014456"/>
              <a:gd name="connsiteX234" fmla="*/ 10998553 w 11958436"/>
              <a:gd name="connsiteY234" fmla="*/ 2376324 h 4014456"/>
              <a:gd name="connsiteX235" fmla="*/ 11059013 w 11958436"/>
              <a:gd name="connsiteY235" fmla="*/ 2370536 h 4014456"/>
              <a:gd name="connsiteX236" fmla="*/ 11059732 w 11958436"/>
              <a:gd name="connsiteY236" fmla="*/ 2330643 h 4014456"/>
              <a:gd name="connsiteX237" fmla="*/ 11135594 w 11958436"/>
              <a:gd name="connsiteY237" fmla="*/ 2327392 h 4014456"/>
              <a:gd name="connsiteX238" fmla="*/ 11135977 w 11958436"/>
              <a:gd name="connsiteY238" fmla="*/ 2366855 h 4014456"/>
              <a:gd name="connsiteX239" fmla="*/ 11195148 w 11958436"/>
              <a:gd name="connsiteY239" fmla="*/ 2368579 h 4014456"/>
              <a:gd name="connsiteX240" fmla="*/ 11197778 w 11958436"/>
              <a:gd name="connsiteY240" fmla="*/ 2457790 h 4014456"/>
              <a:gd name="connsiteX241" fmla="*/ 11220644 w 11958436"/>
              <a:gd name="connsiteY241" fmla="*/ 2457314 h 4014456"/>
              <a:gd name="connsiteX242" fmla="*/ 11226338 w 11958436"/>
              <a:gd name="connsiteY242" fmla="*/ 2466834 h 4014456"/>
              <a:gd name="connsiteX243" fmla="*/ 11240641 w 11958436"/>
              <a:gd name="connsiteY243" fmla="*/ 2466596 h 4014456"/>
              <a:gd name="connsiteX244" fmla="*/ 11287232 w 11958436"/>
              <a:gd name="connsiteY244" fmla="*/ 2465685 h 4014456"/>
              <a:gd name="connsiteX245" fmla="*/ 11322440 w 11958436"/>
              <a:gd name="connsiteY245" fmla="*/ 2463148 h 4014456"/>
              <a:gd name="connsiteX246" fmla="*/ 11409736 w 11958436"/>
              <a:gd name="connsiteY246" fmla="*/ 2466834 h 4014456"/>
              <a:gd name="connsiteX247" fmla="*/ 11419587 w 11958436"/>
              <a:gd name="connsiteY247" fmla="*/ 2494100 h 4014456"/>
              <a:gd name="connsiteX248" fmla="*/ 11444602 w 11958436"/>
              <a:gd name="connsiteY248" fmla="*/ 2512659 h 4014456"/>
              <a:gd name="connsiteX249" fmla="*/ 11463974 w 11958436"/>
              <a:gd name="connsiteY249" fmla="*/ 2517587 h 4014456"/>
              <a:gd name="connsiteX250" fmla="*/ 11466175 w 11958436"/>
              <a:gd name="connsiteY250" fmla="*/ 2490513 h 4014456"/>
              <a:gd name="connsiteX251" fmla="*/ 11469043 w 11958436"/>
              <a:gd name="connsiteY251" fmla="*/ 2390683 h 4014456"/>
              <a:gd name="connsiteX252" fmla="*/ 11492100 w 11958436"/>
              <a:gd name="connsiteY252" fmla="*/ 2382980 h 4014456"/>
              <a:gd name="connsiteX253" fmla="*/ 11495832 w 11958436"/>
              <a:gd name="connsiteY253" fmla="*/ 2346530 h 4014456"/>
              <a:gd name="connsiteX254" fmla="*/ 11642346 w 11958436"/>
              <a:gd name="connsiteY254" fmla="*/ 2341125 h 4014456"/>
              <a:gd name="connsiteX255" fmla="*/ 11644500 w 11958436"/>
              <a:gd name="connsiteY255" fmla="*/ 2354042 h 4014456"/>
              <a:gd name="connsiteX256" fmla="*/ 11676787 w 11958436"/>
              <a:gd name="connsiteY256" fmla="*/ 2351029 h 4014456"/>
              <a:gd name="connsiteX257" fmla="*/ 11679081 w 11958436"/>
              <a:gd name="connsiteY257" fmla="*/ 2308506 h 4014456"/>
              <a:gd name="connsiteX258" fmla="*/ 11801202 w 11958436"/>
              <a:gd name="connsiteY258" fmla="*/ 2304919 h 4014456"/>
              <a:gd name="connsiteX259" fmla="*/ 11808760 w 11958436"/>
              <a:gd name="connsiteY259" fmla="*/ 2244888 h 4014456"/>
              <a:gd name="connsiteX260" fmla="*/ 11828613 w 11958436"/>
              <a:gd name="connsiteY260" fmla="*/ 2237858 h 4014456"/>
              <a:gd name="connsiteX261" fmla="*/ 11867548 w 11958436"/>
              <a:gd name="connsiteY261" fmla="*/ 2242258 h 4014456"/>
              <a:gd name="connsiteX262" fmla="*/ 11904525 w 11958436"/>
              <a:gd name="connsiteY262" fmla="*/ 2247378 h 4014456"/>
              <a:gd name="connsiteX263" fmla="*/ 11907347 w 11958436"/>
              <a:gd name="connsiteY263" fmla="*/ 2230015 h 4014456"/>
              <a:gd name="connsiteX264" fmla="*/ 11936192 w 11958436"/>
              <a:gd name="connsiteY264" fmla="*/ 2229538 h 4014456"/>
              <a:gd name="connsiteX265" fmla="*/ 11941358 w 11958436"/>
              <a:gd name="connsiteY265" fmla="*/ 2249200 h 4014456"/>
              <a:gd name="connsiteX266" fmla="*/ 11958436 w 11958436"/>
              <a:gd name="connsiteY266" fmla="*/ 2251447 h 4014456"/>
              <a:gd name="connsiteX267" fmla="*/ 11958436 w 11958436"/>
              <a:gd name="connsiteY267" fmla="*/ 4014456 h 4014456"/>
              <a:gd name="connsiteX268" fmla="*/ 0 w 11958436"/>
              <a:gd name="connsiteY268" fmla="*/ 4014312 h 4014456"/>
              <a:gd name="connsiteX269" fmla="*/ 0 w 11958436"/>
              <a:gd name="connsiteY269" fmla="*/ 2525669 h 4014456"/>
              <a:gd name="connsiteX270" fmla="*/ 3732 w 11958436"/>
              <a:gd name="connsiteY270" fmla="*/ 2543130 h 4014456"/>
              <a:gd name="connsiteX271" fmla="*/ 57639 w 11958436"/>
              <a:gd name="connsiteY271" fmla="*/ 2543130 h 4014456"/>
              <a:gd name="connsiteX272" fmla="*/ 95140 w 11958436"/>
              <a:gd name="connsiteY272" fmla="*/ 2551930 h 4014456"/>
              <a:gd name="connsiteX273" fmla="*/ 137139 w 11958436"/>
              <a:gd name="connsiteY273" fmla="*/ 2563221 h 4014456"/>
              <a:gd name="connsiteX274" fmla="*/ 143501 w 11958436"/>
              <a:gd name="connsiteY274" fmla="*/ 2593070 h 4014456"/>
              <a:gd name="connsiteX275" fmla="*/ 168184 w 11958436"/>
              <a:gd name="connsiteY275" fmla="*/ 2599432 h 4014456"/>
              <a:gd name="connsiteX276" fmla="*/ 231947 w 11958436"/>
              <a:gd name="connsiteY276" fmla="*/ 2599049 h 4014456"/>
              <a:gd name="connsiteX277" fmla="*/ 272367 w 11958436"/>
              <a:gd name="connsiteY277" fmla="*/ 2592113 h 4014456"/>
              <a:gd name="connsiteX278" fmla="*/ 325461 w 11958436"/>
              <a:gd name="connsiteY278" fmla="*/ 2609667 h 4014456"/>
              <a:gd name="connsiteX279" fmla="*/ 332398 w 11958436"/>
              <a:gd name="connsiteY279" fmla="*/ 2628371 h 4014456"/>
              <a:gd name="connsiteX280" fmla="*/ 365022 w 11958436"/>
              <a:gd name="connsiteY280" fmla="*/ 2615408 h 4014456"/>
              <a:gd name="connsiteX281" fmla="*/ 394918 w 11958436"/>
              <a:gd name="connsiteY281" fmla="*/ 2623205 h 4014456"/>
              <a:gd name="connsiteX282" fmla="*/ 408119 w 11958436"/>
              <a:gd name="connsiteY282" fmla="*/ 2569247 h 4014456"/>
              <a:gd name="connsiteX283" fmla="*/ 419694 w 11958436"/>
              <a:gd name="connsiteY283" fmla="*/ 2241730 h 4014456"/>
              <a:gd name="connsiteX284" fmla="*/ 491015 w 11958436"/>
              <a:gd name="connsiteY284" fmla="*/ 2224461 h 4014456"/>
              <a:gd name="connsiteX285" fmla="*/ 477576 w 11958436"/>
              <a:gd name="connsiteY285" fmla="*/ 2218575 h 4014456"/>
              <a:gd name="connsiteX286" fmla="*/ 499961 w 11958436"/>
              <a:gd name="connsiteY286" fmla="*/ 2225465 h 4014456"/>
              <a:gd name="connsiteX287" fmla="*/ 538947 w 11958436"/>
              <a:gd name="connsiteY287" fmla="*/ 2231061 h 4014456"/>
              <a:gd name="connsiteX288" fmla="*/ 540718 w 11958436"/>
              <a:gd name="connsiteY288" fmla="*/ 2216758 h 4014456"/>
              <a:gd name="connsiteX289" fmla="*/ 611894 w 11958436"/>
              <a:gd name="connsiteY289" fmla="*/ 2220775 h 4014456"/>
              <a:gd name="connsiteX290" fmla="*/ 613519 w 11958436"/>
              <a:gd name="connsiteY290" fmla="*/ 2235032 h 4014456"/>
              <a:gd name="connsiteX291" fmla="*/ 740998 w 11958436"/>
              <a:gd name="connsiteY291" fmla="*/ 2247948 h 4014456"/>
              <a:gd name="connsiteX292" fmla="*/ 751714 w 11958436"/>
              <a:gd name="connsiteY292" fmla="*/ 2563314 h 4014456"/>
              <a:gd name="connsiteX293" fmla="*/ 781848 w 11958436"/>
              <a:gd name="connsiteY293" fmla="*/ 2566042 h 4014456"/>
              <a:gd name="connsiteX294" fmla="*/ 786440 w 11958436"/>
              <a:gd name="connsiteY294" fmla="*/ 2552075 h 4014456"/>
              <a:gd name="connsiteX295" fmla="*/ 799258 w 11958436"/>
              <a:gd name="connsiteY295" fmla="*/ 2543419 h 4014456"/>
              <a:gd name="connsiteX296" fmla="*/ 804378 w 11958436"/>
              <a:gd name="connsiteY296" fmla="*/ 2498216 h 4014456"/>
              <a:gd name="connsiteX297" fmla="*/ 814996 w 11958436"/>
              <a:gd name="connsiteY297" fmla="*/ 2469039 h 4014456"/>
              <a:gd name="connsiteX298" fmla="*/ 959837 w 11958436"/>
              <a:gd name="connsiteY298" fmla="*/ 2476405 h 4014456"/>
              <a:gd name="connsiteX299" fmla="*/ 972132 w 11958436"/>
              <a:gd name="connsiteY299" fmla="*/ 2537440 h 4014456"/>
              <a:gd name="connsiteX300" fmla="*/ 1056561 w 11958436"/>
              <a:gd name="connsiteY300" fmla="*/ 2526678 h 4014456"/>
              <a:gd name="connsiteX301" fmla="*/ 1061919 w 11958436"/>
              <a:gd name="connsiteY301" fmla="*/ 2318839 h 4014456"/>
              <a:gd name="connsiteX302" fmla="*/ 1074596 w 11958436"/>
              <a:gd name="connsiteY302" fmla="*/ 2316209 h 4014456"/>
              <a:gd name="connsiteX303" fmla="*/ 1076797 w 11958436"/>
              <a:gd name="connsiteY303" fmla="*/ 2304204 h 4014456"/>
              <a:gd name="connsiteX304" fmla="*/ 1109659 w 11958436"/>
              <a:gd name="connsiteY304" fmla="*/ 2300425 h 4014456"/>
              <a:gd name="connsiteX305" fmla="*/ 1151896 w 11958436"/>
              <a:gd name="connsiteY305" fmla="*/ 2313005 h 4014456"/>
              <a:gd name="connsiteX306" fmla="*/ 1144292 w 11958436"/>
              <a:gd name="connsiteY306" fmla="*/ 2324870 h 4014456"/>
              <a:gd name="connsiteX307" fmla="*/ 1173230 w 11958436"/>
              <a:gd name="connsiteY307" fmla="*/ 2326542 h 4014456"/>
              <a:gd name="connsiteX308" fmla="*/ 1224268 w 11958436"/>
              <a:gd name="connsiteY308" fmla="*/ 2335632 h 4014456"/>
              <a:gd name="connsiteX309" fmla="*/ 1223932 w 11958436"/>
              <a:gd name="connsiteY309" fmla="*/ 2387866 h 4014456"/>
              <a:gd name="connsiteX310" fmla="*/ 1328638 w 11958436"/>
              <a:gd name="connsiteY310" fmla="*/ 2400254 h 4014456"/>
              <a:gd name="connsiteX311" fmla="*/ 1317782 w 11958436"/>
              <a:gd name="connsiteY311" fmla="*/ 2413600 h 4014456"/>
              <a:gd name="connsiteX312" fmla="*/ 1384605 w 11958436"/>
              <a:gd name="connsiteY312" fmla="*/ 2421205 h 4014456"/>
              <a:gd name="connsiteX313" fmla="*/ 1387571 w 11958436"/>
              <a:gd name="connsiteY313" fmla="*/ 2539640 h 4014456"/>
              <a:gd name="connsiteX314" fmla="*/ 1401108 w 11958436"/>
              <a:gd name="connsiteY314" fmla="*/ 2532750 h 4014456"/>
              <a:gd name="connsiteX315" fmla="*/ 1436171 w 11958436"/>
              <a:gd name="connsiteY315" fmla="*/ 2536483 h 4014456"/>
              <a:gd name="connsiteX316" fmla="*/ 1453581 w 11958436"/>
              <a:gd name="connsiteY316" fmla="*/ 2532993 h 4014456"/>
              <a:gd name="connsiteX317" fmla="*/ 1464250 w 11958436"/>
              <a:gd name="connsiteY317" fmla="*/ 2475686 h 4014456"/>
              <a:gd name="connsiteX318" fmla="*/ 1515816 w 11958436"/>
              <a:gd name="connsiteY318" fmla="*/ 2476116 h 4014456"/>
              <a:gd name="connsiteX319" fmla="*/ 1532221 w 11958436"/>
              <a:gd name="connsiteY319" fmla="*/ 2458370 h 4014456"/>
              <a:gd name="connsiteX320" fmla="*/ 1563650 w 11958436"/>
              <a:gd name="connsiteY320" fmla="*/ 2441913 h 4014456"/>
              <a:gd name="connsiteX321" fmla="*/ 1566471 w 11958436"/>
              <a:gd name="connsiteY321" fmla="*/ 2452914 h 4014456"/>
              <a:gd name="connsiteX322" fmla="*/ 1644776 w 11958436"/>
              <a:gd name="connsiteY322" fmla="*/ 2497543 h 4014456"/>
              <a:gd name="connsiteX323" fmla="*/ 1646499 w 11958436"/>
              <a:gd name="connsiteY323" fmla="*/ 2507969 h 4014456"/>
              <a:gd name="connsiteX324" fmla="*/ 1654777 w 11958436"/>
              <a:gd name="connsiteY324" fmla="*/ 2513663 h 4014456"/>
              <a:gd name="connsiteX325" fmla="*/ 1656449 w 11958436"/>
              <a:gd name="connsiteY325" fmla="*/ 2549109 h 4014456"/>
              <a:gd name="connsiteX326" fmla="*/ 1675106 w 11958436"/>
              <a:gd name="connsiteY326" fmla="*/ 2536385 h 4014456"/>
              <a:gd name="connsiteX327" fmla="*/ 1702611 w 11958436"/>
              <a:gd name="connsiteY327" fmla="*/ 2554369 h 4014456"/>
              <a:gd name="connsiteX328" fmla="*/ 1783209 w 11958436"/>
              <a:gd name="connsiteY328" fmla="*/ 2554943 h 4014456"/>
              <a:gd name="connsiteX329" fmla="*/ 1793588 w 11958436"/>
              <a:gd name="connsiteY329" fmla="*/ 2562072 h 4014456"/>
              <a:gd name="connsiteX330" fmla="*/ 1806649 w 11958436"/>
              <a:gd name="connsiteY330" fmla="*/ 2550160 h 4014456"/>
              <a:gd name="connsiteX331" fmla="*/ 1812628 w 11958436"/>
              <a:gd name="connsiteY331" fmla="*/ 2405416 h 4014456"/>
              <a:gd name="connsiteX332" fmla="*/ 1835587 w 11958436"/>
              <a:gd name="connsiteY332" fmla="*/ 2404888 h 4014456"/>
              <a:gd name="connsiteX333" fmla="*/ 1840899 w 11958436"/>
              <a:gd name="connsiteY333" fmla="*/ 2383699 h 4014456"/>
              <a:gd name="connsiteX334" fmla="*/ 1886341 w 11958436"/>
              <a:gd name="connsiteY334" fmla="*/ 2385755 h 4014456"/>
              <a:gd name="connsiteX335" fmla="*/ 1886149 w 11958436"/>
              <a:gd name="connsiteY335" fmla="*/ 2396709 h 4014456"/>
              <a:gd name="connsiteX336" fmla="*/ 1942400 w 11958436"/>
              <a:gd name="connsiteY336" fmla="*/ 2416319 h 4014456"/>
              <a:gd name="connsiteX337" fmla="*/ 1969284 w 11958436"/>
              <a:gd name="connsiteY337" fmla="*/ 2394794 h 4014456"/>
              <a:gd name="connsiteX338" fmla="*/ 2051176 w 11958436"/>
              <a:gd name="connsiteY338" fmla="*/ 2404982 h 4014456"/>
              <a:gd name="connsiteX339" fmla="*/ 2053712 w 11958436"/>
              <a:gd name="connsiteY339" fmla="*/ 2417608 h 4014456"/>
              <a:gd name="connsiteX340" fmla="*/ 2071603 w 11958436"/>
              <a:gd name="connsiteY340" fmla="*/ 2427796 h 4014456"/>
              <a:gd name="connsiteX341" fmla="*/ 2113934 w 11958436"/>
              <a:gd name="connsiteY341" fmla="*/ 2427460 h 4014456"/>
              <a:gd name="connsiteX342" fmla="*/ 2117092 w 11958436"/>
              <a:gd name="connsiteY342" fmla="*/ 2405458 h 4014456"/>
              <a:gd name="connsiteX343" fmla="*/ 2234859 w 11958436"/>
              <a:gd name="connsiteY343" fmla="*/ 2409905 h 4014456"/>
              <a:gd name="connsiteX344" fmla="*/ 2238162 w 11958436"/>
              <a:gd name="connsiteY344" fmla="*/ 2465442 h 4014456"/>
              <a:gd name="connsiteX345" fmla="*/ 2261551 w 11958436"/>
              <a:gd name="connsiteY345" fmla="*/ 2472855 h 4014456"/>
              <a:gd name="connsiteX346" fmla="*/ 2264662 w 11958436"/>
              <a:gd name="connsiteY346" fmla="*/ 2498253 h 4014456"/>
              <a:gd name="connsiteX347" fmla="*/ 2334306 w 11958436"/>
              <a:gd name="connsiteY347" fmla="*/ 2504952 h 4014456"/>
              <a:gd name="connsiteX348" fmla="*/ 2334880 w 11958436"/>
              <a:gd name="connsiteY348" fmla="*/ 2605496 h 4014456"/>
              <a:gd name="connsiteX349" fmla="*/ 2349567 w 11958436"/>
              <a:gd name="connsiteY349" fmla="*/ 2652232 h 4014456"/>
              <a:gd name="connsiteX350" fmla="*/ 2370755 w 11958436"/>
              <a:gd name="connsiteY350" fmla="*/ 2651129 h 4014456"/>
              <a:gd name="connsiteX351" fmla="*/ 2378407 w 11958436"/>
              <a:gd name="connsiteY351" fmla="*/ 2633383 h 4014456"/>
              <a:gd name="connsiteX352" fmla="*/ 2414567 w 11958436"/>
              <a:gd name="connsiteY352" fmla="*/ 2641324 h 4014456"/>
              <a:gd name="connsiteX353" fmla="*/ 2446187 w 11958436"/>
              <a:gd name="connsiteY353" fmla="*/ 2643763 h 4014456"/>
              <a:gd name="connsiteX354" fmla="*/ 2460729 w 11958436"/>
              <a:gd name="connsiteY354" fmla="*/ 2434299 h 4014456"/>
              <a:gd name="connsiteX355" fmla="*/ 2505933 w 11958436"/>
              <a:gd name="connsiteY355" fmla="*/ 2427026 h 4014456"/>
              <a:gd name="connsiteX356" fmla="*/ 2511674 w 11958436"/>
              <a:gd name="connsiteY356" fmla="*/ 2407700 h 4014456"/>
              <a:gd name="connsiteX357" fmla="*/ 2540850 w 11958436"/>
              <a:gd name="connsiteY357" fmla="*/ 2417221 h 4014456"/>
              <a:gd name="connsiteX358" fmla="*/ 2550081 w 11958436"/>
              <a:gd name="connsiteY358" fmla="*/ 2440226 h 4014456"/>
              <a:gd name="connsiteX359" fmla="*/ 2559601 w 11958436"/>
              <a:gd name="connsiteY359" fmla="*/ 2418318 h 4014456"/>
              <a:gd name="connsiteX360" fmla="*/ 2585190 w 11958436"/>
              <a:gd name="connsiteY360" fmla="*/ 2420135 h 4014456"/>
              <a:gd name="connsiteX361" fmla="*/ 2594757 w 11958436"/>
              <a:gd name="connsiteY361" fmla="*/ 2449555 h 4014456"/>
              <a:gd name="connsiteX362" fmla="*/ 2614035 w 11958436"/>
              <a:gd name="connsiteY362" fmla="*/ 2471893 h 4014456"/>
              <a:gd name="connsiteX363" fmla="*/ 2614082 w 11958436"/>
              <a:gd name="connsiteY363" fmla="*/ 2532643 h 4014456"/>
              <a:gd name="connsiteX364" fmla="*/ 2637569 w 11958436"/>
              <a:gd name="connsiteY364" fmla="*/ 2540486 h 4014456"/>
              <a:gd name="connsiteX365" fmla="*/ 2642880 w 11958436"/>
              <a:gd name="connsiteY365" fmla="*/ 2558568 h 4014456"/>
              <a:gd name="connsiteX366" fmla="*/ 2656801 w 11958436"/>
              <a:gd name="connsiteY366" fmla="*/ 2533740 h 4014456"/>
              <a:gd name="connsiteX367" fmla="*/ 2696408 w 11958436"/>
              <a:gd name="connsiteY367" fmla="*/ 2532736 h 4014456"/>
              <a:gd name="connsiteX368" fmla="*/ 2696646 w 11958436"/>
              <a:gd name="connsiteY368" fmla="*/ 2512935 h 4014456"/>
              <a:gd name="connsiteX369" fmla="*/ 2702719 w 11958436"/>
              <a:gd name="connsiteY369" fmla="*/ 2433673 h 4014456"/>
              <a:gd name="connsiteX370" fmla="*/ 2716784 w 11958436"/>
              <a:gd name="connsiteY370" fmla="*/ 2432668 h 4014456"/>
              <a:gd name="connsiteX371" fmla="*/ 2719512 w 11958436"/>
              <a:gd name="connsiteY371" fmla="*/ 2418846 h 4014456"/>
              <a:gd name="connsiteX372" fmla="*/ 2824938 w 11958436"/>
              <a:gd name="connsiteY372" fmla="*/ 2423821 h 4014456"/>
              <a:gd name="connsiteX373" fmla="*/ 2826662 w 11958436"/>
              <a:gd name="connsiteY373" fmla="*/ 2436830 h 4014456"/>
              <a:gd name="connsiteX374" fmla="*/ 2868946 w 11958436"/>
              <a:gd name="connsiteY374" fmla="*/ 2448168 h 4014456"/>
              <a:gd name="connsiteX375" fmla="*/ 2869904 w 11958436"/>
              <a:gd name="connsiteY375" fmla="*/ 2596550 h 4014456"/>
              <a:gd name="connsiteX376" fmla="*/ 2888224 w 11958436"/>
              <a:gd name="connsiteY376" fmla="*/ 2589184 h 4014456"/>
              <a:gd name="connsiteX377" fmla="*/ 2917784 w 11958436"/>
              <a:gd name="connsiteY377" fmla="*/ 2573923 h 4014456"/>
              <a:gd name="connsiteX378" fmla="*/ 2929406 w 11958436"/>
              <a:gd name="connsiteY378" fmla="*/ 2589660 h 4014456"/>
              <a:gd name="connsiteX379" fmla="*/ 2976712 w 11958436"/>
              <a:gd name="connsiteY379" fmla="*/ 2600951 h 4014456"/>
              <a:gd name="connsiteX380" fmla="*/ 2980398 w 11958436"/>
              <a:gd name="connsiteY380" fmla="*/ 2497248 h 4014456"/>
              <a:gd name="connsiteX381" fmla="*/ 2991735 w 11958436"/>
              <a:gd name="connsiteY381" fmla="*/ 2483711 h 4014456"/>
              <a:gd name="connsiteX382" fmla="*/ 2994318 w 11958436"/>
              <a:gd name="connsiteY382" fmla="*/ 2303377 h 4014456"/>
              <a:gd name="connsiteX383" fmla="*/ 3142841 w 11958436"/>
              <a:gd name="connsiteY383" fmla="*/ 2315051 h 4014456"/>
              <a:gd name="connsiteX384" fmla="*/ 3147862 w 11958436"/>
              <a:gd name="connsiteY384" fmla="*/ 2474766 h 4014456"/>
              <a:gd name="connsiteX385" fmla="*/ 3161829 w 11958436"/>
              <a:gd name="connsiteY385" fmla="*/ 2476629 h 4014456"/>
              <a:gd name="connsiteX386" fmla="*/ 3162259 w 11958436"/>
              <a:gd name="connsiteY386" fmla="*/ 2657730 h 4014456"/>
              <a:gd name="connsiteX387" fmla="*/ 3194355 w 11958436"/>
              <a:gd name="connsiteY387" fmla="*/ 2658066 h 4014456"/>
              <a:gd name="connsiteX388" fmla="*/ 3195360 w 11958436"/>
              <a:gd name="connsiteY388" fmla="*/ 2595836 h 4014456"/>
              <a:gd name="connsiteX389" fmla="*/ 3245109 w 11958436"/>
              <a:gd name="connsiteY389" fmla="*/ 2575123 h 4014456"/>
              <a:gd name="connsiteX390" fmla="*/ 3233627 w 11958436"/>
              <a:gd name="connsiteY390" fmla="*/ 2561875 h 4014456"/>
              <a:gd name="connsiteX391" fmla="*/ 3234678 w 11958436"/>
              <a:gd name="connsiteY391" fmla="*/ 2514518 h 4014456"/>
              <a:gd name="connsiteX392" fmla="*/ 3288253 w 11958436"/>
              <a:gd name="connsiteY392" fmla="*/ 2506960 h 4014456"/>
              <a:gd name="connsiteX393" fmla="*/ 3313748 w 11958436"/>
              <a:gd name="connsiteY393" fmla="*/ 2498827 h 4014456"/>
              <a:gd name="connsiteX394" fmla="*/ 3320638 w 11958436"/>
              <a:gd name="connsiteY394" fmla="*/ 2508539 h 4014456"/>
              <a:gd name="connsiteX395" fmla="*/ 3348718 w 11958436"/>
              <a:gd name="connsiteY395" fmla="*/ 2513705 h 4014456"/>
              <a:gd name="connsiteX396" fmla="*/ 3355416 w 11958436"/>
              <a:gd name="connsiteY396" fmla="*/ 2512892 h 4014456"/>
              <a:gd name="connsiteX397" fmla="*/ 3391628 w 11958436"/>
              <a:gd name="connsiteY397" fmla="*/ 2523749 h 4014456"/>
              <a:gd name="connsiteX398" fmla="*/ 3391534 w 11958436"/>
              <a:gd name="connsiteY398" fmla="*/ 2567518 h 4014456"/>
              <a:gd name="connsiteX399" fmla="*/ 3383883 w 11958436"/>
              <a:gd name="connsiteY399" fmla="*/ 2576174 h 4014456"/>
              <a:gd name="connsiteX400" fmla="*/ 3387185 w 11958436"/>
              <a:gd name="connsiteY400" fmla="*/ 2661607 h 4014456"/>
              <a:gd name="connsiteX401" fmla="*/ 3407515 w 11958436"/>
              <a:gd name="connsiteY401" fmla="*/ 2660364 h 4014456"/>
              <a:gd name="connsiteX402" fmla="*/ 3413494 w 11958436"/>
              <a:gd name="connsiteY402" fmla="*/ 2629557 h 4014456"/>
              <a:gd name="connsiteX403" fmla="*/ 3457502 w 11958436"/>
              <a:gd name="connsiteY403" fmla="*/ 2631664 h 4014456"/>
              <a:gd name="connsiteX404" fmla="*/ 3469507 w 11958436"/>
              <a:gd name="connsiteY404" fmla="*/ 2652087 h 4014456"/>
              <a:gd name="connsiteX405" fmla="*/ 3477686 w 11958436"/>
              <a:gd name="connsiteY405" fmla="*/ 2680694 h 4014456"/>
              <a:gd name="connsiteX406" fmla="*/ 3491943 w 11958436"/>
              <a:gd name="connsiteY406" fmla="*/ 2460705 h 4014456"/>
              <a:gd name="connsiteX407" fmla="*/ 3518588 w 11958436"/>
              <a:gd name="connsiteY407" fmla="*/ 2447644 h 4014456"/>
              <a:gd name="connsiteX408" fmla="*/ 3596603 w 11958436"/>
              <a:gd name="connsiteY408" fmla="*/ 2447743 h 4014456"/>
              <a:gd name="connsiteX409" fmla="*/ 3599279 w 11958436"/>
              <a:gd name="connsiteY409" fmla="*/ 2516382 h 4014456"/>
              <a:gd name="connsiteX410" fmla="*/ 3606739 w 11958436"/>
              <a:gd name="connsiteY410" fmla="*/ 2523272 h 4014456"/>
              <a:gd name="connsiteX411" fmla="*/ 3605305 w 11958436"/>
              <a:gd name="connsiteY411" fmla="*/ 2599330 h 4014456"/>
              <a:gd name="connsiteX412" fmla="*/ 3659786 w 11958436"/>
              <a:gd name="connsiteY412" fmla="*/ 2609854 h 4014456"/>
              <a:gd name="connsiteX413" fmla="*/ 3708050 w 11958436"/>
              <a:gd name="connsiteY413" fmla="*/ 2620523 h 4014456"/>
              <a:gd name="connsiteX414" fmla="*/ 3713553 w 11958436"/>
              <a:gd name="connsiteY414" fmla="*/ 2628081 h 4014456"/>
              <a:gd name="connsiteX415" fmla="*/ 3761293 w 11958436"/>
              <a:gd name="connsiteY415" fmla="*/ 2634537 h 4014456"/>
              <a:gd name="connsiteX416" fmla="*/ 3766413 w 11958436"/>
              <a:gd name="connsiteY416" fmla="*/ 2373890 h 4014456"/>
              <a:gd name="connsiteX417" fmla="*/ 3797934 w 11958436"/>
              <a:gd name="connsiteY417" fmla="*/ 2361165 h 4014456"/>
              <a:gd name="connsiteX418" fmla="*/ 3840985 w 11958436"/>
              <a:gd name="connsiteY418" fmla="*/ 2370825 h 4014456"/>
              <a:gd name="connsiteX419" fmla="*/ 3901253 w 11958436"/>
              <a:gd name="connsiteY419" fmla="*/ 2379196 h 4014456"/>
              <a:gd name="connsiteX420" fmla="*/ 3899721 w 11958436"/>
              <a:gd name="connsiteY420" fmla="*/ 2532549 h 4014456"/>
              <a:gd name="connsiteX421" fmla="*/ 3928468 w 11958436"/>
              <a:gd name="connsiteY421" fmla="*/ 2534988 h 4014456"/>
              <a:gd name="connsiteX422" fmla="*/ 3934256 w 11958436"/>
              <a:gd name="connsiteY422" fmla="*/ 2525230 h 4014456"/>
              <a:gd name="connsiteX423" fmla="*/ 3988452 w 11958436"/>
              <a:gd name="connsiteY423" fmla="*/ 2524991 h 4014456"/>
              <a:gd name="connsiteX424" fmla="*/ 3989218 w 11958436"/>
              <a:gd name="connsiteY424" fmla="*/ 2276303 h 4014456"/>
              <a:gd name="connsiteX425" fmla="*/ 4008496 w 11958436"/>
              <a:gd name="connsiteY425" fmla="*/ 2264774 h 4014456"/>
              <a:gd name="connsiteX426" fmla="*/ 4009071 w 11958436"/>
              <a:gd name="connsiteY426" fmla="*/ 2230286 h 4014456"/>
              <a:gd name="connsiteX427" fmla="*/ 4023421 w 11958436"/>
              <a:gd name="connsiteY427" fmla="*/ 2120030 h 4014456"/>
              <a:gd name="connsiteX428" fmla="*/ 4035281 w 11958436"/>
              <a:gd name="connsiteY428" fmla="*/ 2063204 h 4014456"/>
              <a:gd name="connsiteX429" fmla="*/ 4058385 w 11958436"/>
              <a:gd name="connsiteY429" fmla="*/ 2043258 h 4014456"/>
              <a:gd name="connsiteX430" fmla="*/ 4064794 w 11958436"/>
              <a:gd name="connsiteY430" fmla="*/ 2043926 h 4014456"/>
              <a:gd name="connsiteX431" fmla="*/ 4103253 w 11958436"/>
              <a:gd name="connsiteY431" fmla="*/ 2014796 h 4014456"/>
              <a:gd name="connsiteX432" fmla="*/ 4122671 w 11958436"/>
              <a:gd name="connsiteY432" fmla="*/ 1909132 h 4014456"/>
              <a:gd name="connsiteX433" fmla="*/ 4125301 w 11958436"/>
              <a:gd name="connsiteY433" fmla="*/ 1947543 h 4014456"/>
              <a:gd name="connsiteX434" fmla="*/ 4128459 w 11958436"/>
              <a:gd name="connsiteY434" fmla="*/ 2024316 h 4014456"/>
              <a:gd name="connsiteX435" fmla="*/ 4134583 w 11958436"/>
              <a:gd name="connsiteY435" fmla="*/ 2013268 h 4014456"/>
              <a:gd name="connsiteX436" fmla="*/ 4146826 w 11958436"/>
              <a:gd name="connsiteY436" fmla="*/ 2019439 h 4014456"/>
              <a:gd name="connsiteX437" fmla="*/ 4135536 w 11958436"/>
              <a:gd name="connsiteY437" fmla="*/ 2018626 h 4014456"/>
              <a:gd name="connsiteX438" fmla="*/ 4193366 w 11958436"/>
              <a:gd name="connsiteY438" fmla="*/ 2072775 h 4014456"/>
              <a:gd name="connsiteX439" fmla="*/ 4196141 w 11958436"/>
              <a:gd name="connsiteY439" fmla="*/ 2122856 h 4014456"/>
              <a:gd name="connsiteX440" fmla="*/ 4203652 w 11958436"/>
              <a:gd name="connsiteY440" fmla="*/ 2129601 h 4014456"/>
              <a:gd name="connsiteX441" fmla="*/ 4208772 w 11958436"/>
              <a:gd name="connsiteY441" fmla="*/ 2226082 h 4014456"/>
              <a:gd name="connsiteX442" fmla="*/ 4236468 w 11958436"/>
              <a:gd name="connsiteY442" fmla="*/ 2233976 h 4014456"/>
              <a:gd name="connsiteX443" fmla="*/ 4237617 w 11958436"/>
              <a:gd name="connsiteY443" fmla="*/ 2372409 h 4014456"/>
              <a:gd name="connsiteX444" fmla="*/ 4342468 w 11958436"/>
              <a:gd name="connsiteY444" fmla="*/ 2361548 h 4014456"/>
              <a:gd name="connsiteX445" fmla="*/ 4353661 w 11958436"/>
              <a:gd name="connsiteY445" fmla="*/ 2285636 h 4014456"/>
              <a:gd name="connsiteX446" fmla="*/ 4424552 w 11958436"/>
              <a:gd name="connsiteY446" fmla="*/ 2274537 h 4014456"/>
              <a:gd name="connsiteX447" fmla="*/ 4424360 w 11958436"/>
              <a:gd name="connsiteY447" fmla="*/ 2253012 h 4014456"/>
              <a:gd name="connsiteX448" fmla="*/ 4516823 w 11958436"/>
              <a:gd name="connsiteY448" fmla="*/ 2257650 h 4014456"/>
              <a:gd name="connsiteX449" fmla="*/ 4515245 w 11958436"/>
              <a:gd name="connsiteY449" fmla="*/ 2236555 h 4014456"/>
              <a:gd name="connsiteX450" fmla="*/ 4532514 w 11958436"/>
              <a:gd name="connsiteY450" fmla="*/ 2237942 h 4014456"/>
              <a:gd name="connsiteX451" fmla="*/ 4538587 w 11958436"/>
              <a:gd name="connsiteY451" fmla="*/ 2252960 h 4014456"/>
              <a:gd name="connsiteX452" fmla="*/ 4548252 w 11958436"/>
              <a:gd name="connsiteY452" fmla="*/ 2237559 h 4014456"/>
              <a:gd name="connsiteX453" fmla="*/ 4562985 w 11958436"/>
              <a:gd name="connsiteY453" fmla="*/ 2241338 h 4014456"/>
              <a:gd name="connsiteX454" fmla="*/ 4564087 w 11958436"/>
              <a:gd name="connsiteY454" fmla="*/ 2255450 h 4014456"/>
              <a:gd name="connsiteX455" fmla="*/ 4687736 w 11958436"/>
              <a:gd name="connsiteY455" fmla="*/ 2255735 h 4014456"/>
              <a:gd name="connsiteX456" fmla="*/ 4694910 w 11958436"/>
              <a:gd name="connsiteY456" fmla="*/ 2229141 h 4014456"/>
              <a:gd name="connsiteX457" fmla="*/ 4701656 w 11958436"/>
              <a:gd name="connsiteY457" fmla="*/ 2303382 h 4014456"/>
              <a:gd name="connsiteX458" fmla="*/ 4770249 w 11958436"/>
              <a:gd name="connsiteY458" fmla="*/ 2309454 h 4014456"/>
              <a:gd name="connsiteX459" fmla="*/ 4771206 w 11958436"/>
              <a:gd name="connsiteY459" fmla="*/ 2332414 h 4014456"/>
              <a:gd name="connsiteX460" fmla="*/ 4941684 w 11958436"/>
              <a:gd name="connsiteY460" fmla="*/ 2408948 h 4014456"/>
              <a:gd name="connsiteX461" fmla="*/ 4960149 w 11958436"/>
              <a:gd name="connsiteY461" fmla="*/ 2409093 h 4014456"/>
              <a:gd name="connsiteX462" fmla="*/ 4964648 w 11958436"/>
              <a:gd name="connsiteY462" fmla="*/ 2069328 h 4014456"/>
              <a:gd name="connsiteX463" fmla="*/ 4984211 w 11958436"/>
              <a:gd name="connsiteY463" fmla="*/ 2055552 h 4014456"/>
              <a:gd name="connsiteX464" fmla="*/ 5056153 w 11958436"/>
              <a:gd name="connsiteY464" fmla="*/ 2093819 h 4014456"/>
              <a:gd name="connsiteX465" fmla="*/ 5060890 w 11958436"/>
              <a:gd name="connsiteY465" fmla="*/ 1252712 h 4014456"/>
              <a:gd name="connsiteX466" fmla="*/ 5033815 w 11958436"/>
              <a:gd name="connsiteY466" fmla="*/ 1235442 h 4014456"/>
              <a:gd name="connsiteX467" fmla="*/ 5022959 w 11958436"/>
              <a:gd name="connsiteY467" fmla="*/ 1226067 h 4014456"/>
              <a:gd name="connsiteX468" fmla="*/ 5013776 w 11958436"/>
              <a:gd name="connsiteY468" fmla="*/ 1095865 h 4014456"/>
              <a:gd name="connsiteX469" fmla="*/ 5112694 w 11958436"/>
              <a:gd name="connsiteY469" fmla="*/ 1006321 h 4014456"/>
              <a:gd name="connsiteX470" fmla="*/ 5117908 w 11958436"/>
              <a:gd name="connsiteY470" fmla="*/ 937200 h 4014456"/>
              <a:gd name="connsiteX471" fmla="*/ 5109584 w 11958436"/>
              <a:gd name="connsiteY471" fmla="*/ 930791 h 4014456"/>
              <a:gd name="connsiteX472" fmla="*/ 5121448 w 11958436"/>
              <a:gd name="connsiteY472" fmla="*/ 774281 h 4014456"/>
              <a:gd name="connsiteX473" fmla="*/ 5115469 w 11958436"/>
              <a:gd name="connsiteY473" fmla="*/ 690525 h 4014456"/>
              <a:gd name="connsiteX474" fmla="*/ 5112788 w 11958436"/>
              <a:gd name="connsiteY474" fmla="*/ 668332 h 4014456"/>
              <a:gd name="connsiteX475" fmla="*/ 5133309 w 11958436"/>
              <a:gd name="connsiteY475" fmla="*/ 664076 h 4014456"/>
              <a:gd name="connsiteX476" fmla="*/ 5130057 w 11958436"/>
              <a:gd name="connsiteY476" fmla="*/ 651497 h 4014456"/>
              <a:gd name="connsiteX477" fmla="*/ 5128908 w 11958436"/>
              <a:gd name="connsiteY477" fmla="*/ 504123 h 4014456"/>
              <a:gd name="connsiteX478" fmla="*/ 5141871 w 11958436"/>
              <a:gd name="connsiteY478" fmla="*/ 483126 h 4014456"/>
              <a:gd name="connsiteX479" fmla="*/ 5131062 w 11958436"/>
              <a:gd name="connsiteY479" fmla="*/ 308771 h 4014456"/>
              <a:gd name="connsiteX480" fmla="*/ 5143114 w 11958436"/>
              <a:gd name="connsiteY480" fmla="*/ 301259 h 4014456"/>
              <a:gd name="connsiteX481" fmla="*/ 5146748 w 11958436"/>
              <a:gd name="connsiteY481" fmla="*/ 74768 h 4014456"/>
              <a:gd name="connsiteX482" fmla="*/ 5153451 w 11958436"/>
              <a:gd name="connsiteY482" fmla="*/ 0 h 4014456"/>
              <a:gd name="connsiteX483" fmla="*/ 8017590 w 11958436"/>
              <a:gd name="connsiteY483" fmla="*/ 1126102 h 4014456"/>
              <a:gd name="connsiteX484" fmla="*/ 8041984 w 11958436"/>
              <a:gd name="connsiteY484" fmla="*/ 1223778 h 4014456"/>
              <a:gd name="connsiteX485" fmla="*/ 8157887 w 11958436"/>
              <a:gd name="connsiteY485" fmla="*/ 1196227 h 4014456"/>
              <a:gd name="connsiteX486" fmla="*/ 8183958 w 11958436"/>
              <a:gd name="connsiteY486" fmla="*/ 1085635 h 4014456"/>
              <a:gd name="connsiteX487" fmla="*/ 8017590 w 11958436"/>
              <a:gd name="connsiteY487" fmla="*/ 1126102 h 4014456"/>
              <a:gd name="connsiteX488" fmla="*/ 5115614 w 11958436"/>
              <a:gd name="connsiteY488" fmla="*/ 1281753 h 4014456"/>
              <a:gd name="connsiteX489" fmla="*/ 5118197 w 11958436"/>
              <a:gd name="connsiteY489" fmla="*/ 1357474 h 4014456"/>
              <a:gd name="connsiteX490" fmla="*/ 5134556 w 11958436"/>
              <a:gd name="connsiteY490" fmla="*/ 1353648 h 4014456"/>
              <a:gd name="connsiteX491" fmla="*/ 5115614 w 11958436"/>
              <a:gd name="connsiteY491" fmla="*/ 1281753 h 4014456"/>
              <a:gd name="connsiteX492" fmla="*/ 5115231 w 11958436"/>
              <a:gd name="connsiteY492" fmla="*/ 1427118 h 4014456"/>
              <a:gd name="connsiteX493" fmla="*/ 5114563 w 11958436"/>
              <a:gd name="connsiteY493" fmla="*/ 1492604 h 4014456"/>
              <a:gd name="connsiteX494" fmla="*/ 5131879 w 11958436"/>
              <a:gd name="connsiteY494" fmla="*/ 1486242 h 4014456"/>
              <a:gd name="connsiteX495" fmla="*/ 5132598 w 11958436"/>
              <a:gd name="connsiteY495" fmla="*/ 1436974 h 4014456"/>
              <a:gd name="connsiteX496" fmla="*/ 5115231 w 11958436"/>
              <a:gd name="connsiteY496" fmla="*/ 1427118 h 4014456"/>
              <a:gd name="connsiteX497" fmla="*/ 5114656 w 11958436"/>
              <a:gd name="connsiteY497" fmla="*/ 1560861 h 4014456"/>
              <a:gd name="connsiteX498" fmla="*/ 5114895 w 11958436"/>
              <a:gd name="connsiteY498" fmla="*/ 1629645 h 4014456"/>
              <a:gd name="connsiteX499" fmla="*/ 5130586 w 11958436"/>
              <a:gd name="connsiteY499" fmla="*/ 1574062 h 4014456"/>
              <a:gd name="connsiteX500" fmla="*/ 5114656 w 11958436"/>
              <a:gd name="connsiteY500" fmla="*/ 1560861 h 4014456"/>
              <a:gd name="connsiteX501" fmla="*/ 5113989 w 11958436"/>
              <a:gd name="connsiteY501" fmla="*/ 1695660 h 4014456"/>
              <a:gd name="connsiteX502" fmla="*/ 5113605 w 11958436"/>
              <a:gd name="connsiteY502" fmla="*/ 1764014 h 4014456"/>
              <a:gd name="connsiteX503" fmla="*/ 5130109 w 11958436"/>
              <a:gd name="connsiteY503" fmla="*/ 1705465 h 4014456"/>
              <a:gd name="connsiteX504" fmla="*/ 5113989 w 11958436"/>
              <a:gd name="connsiteY504" fmla="*/ 1695660 h 4014456"/>
              <a:gd name="connsiteX505" fmla="*/ 5111788 w 11958436"/>
              <a:gd name="connsiteY505" fmla="*/ 1829547 h 4014456"/>
              <a:gd name="connsiteX506" fmla="*/ 5111643 w 11958436"/>
              <a:gd name="connsiteY506" fmla="*/ 1897664 h 4014456"/>
              <a:gd name="connsiteX507" fmla="*/ 5130441 w 11958436"/>
              <a:gd name="connsiteY507" fmla="*/ 1894506 h 4014456"/>
              <a:gd name="connsiteX508" fmla="*/ 5130441 w 11958436"/>
              <a:gd name="connsiteY508" fmla="*/ 1837105 h 4014456"/>
              <a:gd name="connsiteX509" fmla="*/ 5111788 w 11958436"/>
              <a:gd name="connsiteY509" fmla="*/ 1829547 h 4014456"/>
              <a:gd name="connsiteX510" fmla="*/ 5111214 w 11958436"/>
              <a:gd name="connsiteY510" fmla="*/ 1964150 h 4014456"/>
              <a:gd name="connsiteX511" fmla="*/ 5110733 w 11958436"/>
              <a:gd name="connsiteY511" fmla="*/ 2038437 h 4014456"/>
              <a:gd name="connsiteX512" fmla="*/ 5130202 w 11958436"/>
              <a:gd name="connsiteY512" fmla="*/ 2037624 h 4014456"/>
              <a:gd name="connsiteX513" fmla="*/ 5130347 w 11958436"/>
              <a:gd name="connsiteY513" fmla="*/ 1972236 h 4014456"/>
              <a:gd name="connsiteX514" fmla="*/ 5111214 w 11958436"/>
              <a:gd name="connsiteY514" fmla="*/ 1964150 h 4014456"/>
              <a:gd name="connsiteX515" fmla="*/ 5204442 w 11958436"/>
              <a:gd name="connsiteY515" fmla="*/ 2392930 h 4014456"/>
              <a:gd name="connsiteX516" fmla="*/ 5203677 w 11958436"/>
              <a:gd name="connsiteY516" fmla="*/ 2597274 h 4014456"/>
              <a:gd name="connsiteX517" fmla="*/ 5221087 w 11958436"/>
              <a:gd name="connsiteY517" fmla="*/ 2588712 h 4014456"/>
              <a:gd name="connsiteX518" fmla="*/ 5204442 w 11958436"/>
              <a:gd name="connsiteY518" fmla="*/ 2392930 h 4014456"/>
              <a:gd name="connsiteX519" fmla="*/ 5203532 w 11958436"/>
              <a:gd name="connsiteY519" fmla="*/ 2642768 h 4014456"/>
              <a:gd name="connsiteX520" fmla="*/ 5219223 w 11958436"/>
              <a:gd name="connsiteY520" fmla="*/ 2642240 h 4014456"/>
              <a:gd name="connsiteX521" fmla="*/ 5219461 w 11958436"/>
              <a:gd name="connsiteY521" fmla="*/ 2623345 h 4014456"/>
              <a:gd name="connsiteX522" fmla="*/ 5203532 w 11958436"/>
              <a:gd name="connsiteY522" fmla="*/ 2642768 h 4014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</a:cxnLst>
            <a:rect l="l" t="t" r="r" b="b"/>
            <a:pathLst>
              <a:path w="11958436" h="4014456">
                <a:moveTo>
                  <a:pt x="5153451" y="0"/>
                </a:moveTo>
                <a:cubicBezTo>
                  <a:pt x="5160406" y="17812"/>
                  <a:pt x="5156492" y="275422"/>
                  <a:pt x="5156418" y="304510"/>
                </a:cubicBezTo>
                <a:cubicBezTo>
                  <a:pt x="5161056" y="307906"/>
                  <a:pt x="5165746" y="311349"/>
                  <a:pt x="5170530" y="314796"/>
                </a:cubicBezTo>
                <a:cubicBezTo>
                  <a:pt x="5153535" y="345305"/>
                  <a:pt x="5165751" y="315782"/>
                  <a:pt x="5160771" y="448348"/>
                </a:cubicBezTo>
                <a:cubicBezTo>
                  <a:pt x="5160626" y="464613"/>
                  <a:pt x="5154456" y="481304"/>
                  <a:pt x="5160818" y="497139"/>
                </a:cubicBezTo>
                <a:cubicBezTo>
                  <a:pt x="5163546" y="495224"/>
                  <a:pt x="5168997" y="491398"/>
                  <a:pt x="5171772" y="489488"/>
                </a:cubicBezTo>
                <a:cubicBezTo>
                  <a:pt x="5163849" y="516380"/>
                  <a:pt x="5165540" y="665992"/>
                  <a:pt x="5165699" y="670780"/>
                </a:cubicBezTo>
                <a:cubicBezTo>
                  <a:pt x="5169380" y="671209"/>
                  <a:pt x="5176700" y="672167"/>
                  <a:pt x="5180386" y="672597"/>
                </a:cubicBezTo>
                <a:cubicBezTo>
                  <a:pt x="5180578" y="679627"/>
                  <a:pt x="5180862" y="686662"/>
                  <a:pt x="5181198" y="693692"/>
                </a:cubicBezTo>
                <a:cubicBezTo>
                  <a:pt x="5200332" y="717562"/>
                  <a:pt x="5202196" y="756161"/>
                  <a:pt x="5175887" y="775631"/>
                </a:cubicBezTo>
                <a:cubicBezTo>
                  <a:pt x="5171875" y="965658"/>
                  <a:pt x="5185543" y="920664"/>
                  <a:pt x="5175219" y="946683"/>
                </a:cubicBezTo>
                <a:cubicBezTo>
                  <a:pt x="5175457" y="969357"/>
                  <a:pt x="5173542" y="992844"/>
                  <a:pt x="5181965" y="1014463"/>
                </a:cubicBezTo>
                <a:cubicBezTo>
                  <a:pt x="5236123" y="1035035"/>
                  <a:pt x="5248217" y="1058663"/>
                  <a:pt x="5270266" y="1095687"/>
                </a:cubicBezTo>
                <a:cubicBezTo>
                  <a:pt x="5297976" y="1199772"/>
                  <a:pt x="5262670" y="1192933"/>
                  <a:pt x="5265959" y="1237226"/>
                </a:cubicBezTo>
                <a:cubicBezTo>
                  <a:pt x="5247446" y="1249278"/>
                  <a:pt x="5227930" y="1260092"/>
                  <a:pt x="5211571" y="1275157"/>
                </a:cubicBezTo>
                <a:cubicBezTo>
                  <a:pt x="5211571" y="1275157"/>
                  <a:pt x="5209133" y="2090750"/>
                  <a:pt x="5209133" y="2091059"/>
                </a:cubicBezTo>
                <a:cubicBezTo>
                  <a:pt x="5215924" y="2094983"/>
                  <a:pt x="5222670" y="2099145"/>
                  <a:pt x="5229415" y="2103447"/>
                </a:cubicBezTo>
                <a:cubicBezTo>
                  <a:pt x="5247689" y="2096893"/>
                  <a:pt x="5265818" y="2084841"/>
                  <a:pt x="5286148" y="2089288"/>
                </a:cubicBezTo>
                <a:cubicBezTo>
                  <a:pt x="5319103" y="2095221"/>
                  <a:pt x="5352970" y="2091918"/>
                  <a:pt x="5385879" y="2098948"/>
                </a:cubicBezTo>
                <a:cubicBezTo>
                  <a:pt x="5386118" y="2078712"/>
                  <a:pt x="5386024" y="2058575"/>
                  <a:pt x="5386169" y="2038390"/>
                </a:cubicBezTo>
                <a:cubicBezTo>
                  <a:pt x="5394587" y="2034326"/>
                  <a:pt x="5402911" y="2029590"/>
                  <a:pt x="5408413" y="2021742"/>
                </a:cubicBezTo>
                <a:cubicBezTo>
                  <a:pt x="5414440" y="2021265"/>
                  <a:pt x="5420564" y="2020929"/>
                  <a:pt x="5426781" y="2020639"/>
                </a:cubicBezTo>
                <a:cubicBezTo>
                  <a:pt x="5435871" y="2002365"/>
                  <a:pt x="5448353" y="1986296"/>
                  <a:pt x="5459788" y="1969503"/>
                </a:cubicBezTo>
                <a:cubicBezTo>
                  <a:pt x="5468014" y="1967158"/>
                  <a:pt x="5476292" y="1964911"/>
                  <a:pt x="5484709" y="1962758"/>
                </a:cubicBezTo>
                <a:cubicBezTo>
                  <a:pt x="5486335" y="1961562"/>
                  <a:pt x="5489638" y="1959217"/>
                  <a:pt x="5491310" y="1958068"/>
                </a:cubicBezTo>
                <a:cubicBezTo>
                  <a:pt x="5504562" y="1959409"/>
                  <a:pt x="5517572" y="1956536"/>
                  <a:pt x="5530437" y="1953429"/>
                </a:cubicBezTo>
                <a:cubicBezTo>
                  <a:pt x="5538709" y="1962421"/>
                  <a:pt x="5549906" y="1967251"/>
                  <a:pt x="5560860" y="1958932"/>
                </a:cubicBezTo>
                <a:cubicBezTo>
                  <a:pt x="5561061" y="1960170"/>
                  <a:pt x="5559193" y="2141691"/>
                  <a:pt x="5566311" y="2203795"/>
                </a:cubicBezTo>
                <a:cubicBezTo>
                  <a:pt x="5578172" y="2189398"/>
                  <a:pt x="5574584" y="2169400"/>
                  <a:pt x="5576976" y="2152182"/>
                </a:cubicBezTo>
                <a:cubicBezTo>
                  <a:pt x="5579461" y="2149791"/>
                  <a:pt x="5584436" y="2145054"/>
                  <a:pt x="5586879" y="2142662"/>
                </a:cubicBezTo>
                <a:cubicBezTo>
                  <a:pt x="5591999" y="2147016"/>
                  <a:pt x="5597165" y="2151369"/>
                  <a:pt x="5602425" y="2155672"/>
                </a:cubicBezTo>
                <a:cubicBezTo>
                  <a:pt x="5606298" y="2135581"/>
                  <a:pt x="5603336" y="2114200"/>
                  <a:pt x="5611754" y="2095113"/>
                </a:cubicBezTo>
                <a:cubicBezTo>
                  <a:pt x="5618401" y="2079474"/>
                  <a:pt x="5614860" y="2062013"/>
                  <a:pt x="5615005" y="2045607"/>
                </a:cubicBezTo>
                <a:cubicBezTo>
                  <a:pt x="5621750" y="2045561"/>
                  <a:pt x="5628542" y="2045509"/>
                  <a:pt x="5635381" y="2045509"/>
                </a:cubicBezTo>
                <a:cubicBezTo>
                  <a:pt x="5635764" y="2039628"/>
                  <a:pt x="5636002" y="2033742"/>
                  <a:pt x="5636002" y="2027856"/>
                </a:cubicBezTo>
                <a:cubicBezTo>
                  <a:pt x="5637917" y="2025941"/>
                  <a:pt x="5641697" y="2022115"/>
                  <a:pt x="5643560" y="2020205"/>
                </a:cubicBezTo>
                <a:cubicBezTo>
                  <a:pt x="5642556" y="2016664"/>
                  <a:pt x="5641645" y="2013123"/>
                  <a:pt x="5640785" y="2009634"/>
                </a:cubicBezTo>
                <a:cubicBezTo>
                  <a:pt x="5656042" y="2003940"/>
                  <a:pt x="5671686" y="1999254"/>
                  <a:pt x="5687853" y="1996480"/>
                </a:cubicBezTo>
                <a:cubicBezTo>
                  <a:pt x="5688619" y="1980887"/>
                  <a:pt x="5685032" y="1965771"/>
                  <a:pt x="5681299" y="1950846"/>
                </a:cubicBezTo>
                <a:cubicBezTo>
                  <a:pt x="5684359" y="1947020"/>
                  <a:pt x="5687615" y="1943288"/>
                  <a:pt x="5691057" y="1939700"/>
                </a:cubicBezTo>
                <a:cubicBezTo>
                  <a:pt x="5696649" y="1878213"/>
                  <a:pt x="5738929" y="1859780"/>
                  <a:pt x="5761897" y="1837432"/>
                </a:cubicBezTo>
                <a:cubicBezTo>
                  <a:pt x="5763285" y="1829683"/>
                  <a:pt x="5763383" y="1820835"/>
                  <a:pt x="5770605" y="1815861"/>
                </a:cubicBezTo>
                <a:cubicBezTo>
                  <a:pt x="5779074" y="1813707"/>
                  <a:pt x="5783091" y="1822270"/>
                  <a:pt x="5788351" y="1827053"/>
                </a:cubicBezTo>
                <a:cubicBezTo>
                  <a:pt x="5787874" y="1829921"/>
                  <a:pt x="5786917" y="1835709"/>
                  <a:pt x="5786436" y="1838628"/>
                </a:cubicBezTo>
                <a:cubicBezTo>
                  <a:pt x="5801215" y="1849629"/>
                  <a:pt x="5815995" y="1860775"/>
                  <a:pt x="5829103" y="1873836"/>
                </a:cubicBezTo>
                <a:cubicBezTo>
                  <a:pt x="5834059" y="1841319"/>
                  <a:pt x="5942670" y="1867721"/>
                  <a:pt x="5970067" y="1868669"/>
                </a:cubicBezTo>
                <a:cubicBezTo>
                  <a:pt x="5975571" y="1884070"/>
                  <a:pt x="5970595" y="1901195"/>
                  <a:pt x="5971072" y="1917316"/>
                </a:cubicBezTo>
                <a:cubicBezTo>
                  <a:pt x="5995526" y="1912509"/>
                  <a:pt x="6096458" y="1842627"/>
                  <a:pt x="6105964" y="1835470"/>
                </a:cubicBezTo>
                <a:cubicBezTo>
                  <a:pt x="6116344" y="1834802"/>
                  <a:pt x="6126868" y="1833845"/>
                  <a:pt x="6137346" y="1833700"/>
                </a:cubicBezTo>
                <a:cubicBezTo>
                  <a:pt x="6135267" y="1854651"/>
                  <a:pt x="6129563" y="1976052"/>
                  <a:pt x="6134426" y="2000450"/>
                </a:cubicBezTo>
                <a:cubicBezTo>
                  <a:pt x="6164322" y="2026805"/>
                  <a:pt x="6195414" y="2052063"/>
                  <a:pt x="6226842" y="2076648"/>
                </a:cubicBezTo>
                <a:cubicBezTo>
                  <a:pt x="6227510" y="2065072"/>
                  <a:pt x="6228374" y="2053497"/>
                  <a:pt x="6230958" y="2042207"/>
                </a:cubicBezTo>
                <a:cubicBezTo>
                  <a:pt x="6226221" y="2035653"/>
                  <a:pt x="6221676" y="2029099"/>
                  <a:pt x="6217182" y="2022499"/>
                </a:cubicBezTo>
                <a:cubicBezTo>
                  <a:pt x="6207713" y="2020392"/>
                  <a:pt x="6198287" y="2018098"/>
                  <a:pt x="6188958" y="2015851"/>
                </a:cubicBezTo>
                <a:cubicBezTo>
                  <a:pt x="6188958" y="2010255"/>
                  <a:pt x="6189295" y="2004706"/>
                  <a:pt x="6190056" y="1999203"/>
                </a:cubicBezTo>
                <a:cubicBezTo>
                  <a:pt x="6198091" y="1997479"/>
                  <a:pt x="6206032" y="1995760"/>
                  <a:pt x="6214309" y="1994373"/>
                </a:cubicBezTo>
                <a:cubicBezTo>
                  <a:pt x="6213399" y="1989351"/>
                  <a:pt x="6212777" y="1984278"/>
                  <a:pt x="6212492" y="1979257"/>
                </a:cubicBezTo>
                <a:cubicBezTo>
                  <a:pt x="6216748" y="1983704"/>
                  <a:pt x="6221008" y="1988249"/>
                  <a:pt x="6225409" y="1992747"/>
                </a:cubicBezTo>
                <a:cubicBezTo>
                  <a:pt x="6238371" y="1988777"/>
                  <a:pt x="6248704" y="1979929"/>
                  <a:pt x="6259658" y="1972273"/>
                </a:cubicBezTo>
                <a:cubicBezTo>
                  <a:pt x="6274246" y="1961749"/>
                  <a:pt x="6292520" y="1959549"/>
                  <a:pt x="6309454" y="1954765"/>
                </a:cubicBezTo>
                <a:cubicBezTo>
                  <a:pt x="6313518" y="1955914"/>
                  <a:pt x="6317586" y="1957063"/>
                  <a:pt x="6321795" y="1958259"/>
                </a:cubicBezTo>
                <a:cubicBezTo>
                  <a:pt x="6316918" y="1738645"/>
                  <a:pt x="6319898" y="1867118"/>
                  <a:pt x="6321893" y="1806294"/>
                </a:cubicBezTo>
                <a:cubicBezTo>
                  <a:pt x="6319787" y="1798399"/>
                  <a:pt x="6315769" y="1791131"/>
                  <a:pt x="6314144" y="1783143"/>
                </a:cubicBezTo>
                <a:cubicBezTo>
                  <a:pt x="6318927" y="1778023"/>
                  <a:pt x="6324378" y="1773670"/>
                  <a:pt x="6329788" y="1769176"/>
                </a:cubicBezTo>
                <a:cubicBezTo>
                  <a:pt x="6360211" y="1766499"/>
                  <a:pt x="6388431" y="1743970"/>
                  <a:pt x="6419382" y="1753294"/>
                </a:cubicBezTo>
                <a:cubicBezTo>
                  <a:pt x="6439427" y="1757792"/>
                  <a:pt x="6460569" y="1760469"/>
                  <a:pt x="6478026" y="1772282"/>
                </a:cubicBezTo>
                <a:cubicBezTo>
                  <a:pt x="6465848" y="1804528"/>
                  <a:pt x="6468179" y="1976220"/>
                  <a:pt x="6466787" y="2099467"/>
                </a:cubicBezTo>
                <a:cubicBezTo>
                  <a:pt x="6494034" y="2107221"/>
                  <a:pt x="6487335" y="2098122"/>
                  <a:pt x="6643865" y="2108459"/>
                </a:cubicBezTo>
                <a:cubicBezTo>
                  <a:pt x="6644393" y="2134913"/>
                  <a:pt x="6643626" y="2161361"/>
                  <a:pt x="6644010" y="2187861"/>
                </a:cubicBezTo>
                <a:cubicBezTo>
                  <a:pt x="6671178" y="2191547"/>
                  <a:pt x="6697486" y="2200296"/>
                  <a:pt x="6721693" y="2213259"/>
                </a:cubicBezTo>
                <a:cubicBezTo>
                  <a:pt x="6718059" y="2235980"/>
                  <a:pt x="6712939" y="2258510"/>
                  <a:pt x="6710786" y="2281469"/>
                </a:cubicBezTo>
                <a:cubicBezTo>
                  <a:pt x="6730157" y="2282758"/>
                  <a:pt x="6748623" y="2291802"/>
                  <a:pt x="6768377" y="2289120"/>
                </a:cubicBezTo>
                <a:cubicBezTo>
                  <a:pt x="6787226" y="2286635"/>
                  <a:pt x="6806359" y="2287733"/>
                  <a:pt x="6824582" y="2293376"/>
                </a:cubicBezTo>
                <a:cubicBezTo>
                  <a:pt x="6824054" y="2299164"/>
                  <a:pt x="6823862" y="2304998"/>
                  <a:pt x="6824152" y="2310837"/>
                </a:cubicBezTo>
                <a:cubicBezTo>
                  <a:pt x="6812577" y="2325234"/>
                  <a:pt x="6816164" y="2344606"/>
                  <a:pt x="6816356" y="2361637"/>
                </a:cubicBezTo>
                <a:cubicBezTo>
                  <a:pt x="6815973" y="2369625"/>
                  <a:pt x="6821046" y="2376081"/>
                  <a:pt x="6824727" y="2382733"/>
                </a:cubicBezTo>
                <a:cubicBezTo>
                  <a:pt x="6812960" y="2407032"/>
                  <a:pt x="6813871" y="2434201"/>
                  <a:pt x="6813820" y="2460509"/>
                </a:cubicBezTo>
                <a:cubicBezTo>
                  <a:pt x="6817215" y="2460079"/>
                  <a:pt x="6824054" y="2459266"/>
                  <a:pt x="6827450" y="2458884"/>
                </a:cubicBezTo>
                <a:cubicBezTo>
                  <a:pt x="6829842" y="2446734"/>
                  <a:pt x="6829076" y="2434247"/>
                  <a:pt x="6829174" y="2421957"/>
                </a:cubicBezTo>
                <a:cubicBezTo>
                  <a:pt x="6832616" y="2417267"/>
                  <a:pt x="6836158" y="2412629"/>
                  <a:pt x="6839843" y="2408037"/>
                </a:cubicBezTo>
                <a:cubicBezTo>
                  <a:pt x="6840034" y="2394214"/>
                  <a:pt x="6840179" y="2380486"/>
                  <a:pt x="6840273" y="2366710"/>
                </a:cubicBezTo>
                <a:cubicBezTo>
                  <a:pt x="6849793" y="2364556"/>
                  <a:pt x="6859406" y="2362357"/>
                  <a:pt x="6869071" y="2360203"/>
                </a:cubicBezTo>
                <a:cubicBezTo>
                  <a:pt x="6868595" y="2346759"/>
                  <a:pt x="6868113" y="2333366"/>
                  <a:pt x="6867586" y="2319974"/>
                </a:cubicBezTo>
                <a:cubicBezTo>
                  <a:pt x="6886341" y="2312649"/>
                  <a:pt x="6895800" y="2321534"/>
                  <a:pt x="6896716" y="2255875"/>
                </a:cubicBezTo>
                <a:cubicBezTo>
                  <a:pt x="6902097" y="1615234"/>
                  <a:pt x="6889634" y="1660826"/>
                  <a:pt x="6904942" y="1636190"/>
                </a:cubicBezTo>
                <a:cubicBezTo>
                  <a:pt x="6905951" y="1629384"/>
                  <a:pt x="6912252" y="1489862"/>
                  <a:pt x="6912500" y="1481879"/>
                </a:cubicBezTo>
                <a:cubicBezTo>
                  <a:pt x="6925654" y="1481351"/>
                  <a:pt x="6939047" y="1480637"/>
                  <a:pt x="6951865" y="1476904"/>
                </a:cubicBezTo>
                <a:cubicBezTo>
                  <a:pt x="6953682" y="1478053"/>
                  <a:pt x="6957367" y="1480300"/>
                  <a:pt x="6959184" y="1481449"/>
                </a:cubicBezTo>
                <a:cubicBezTo>
                  <a:pt x="6962917" y="1475325"/>
                  <a:pt x="6966789" y="1469155"/>
                  <a:pt x="6970615" y="1463035"/>
                </a:cubicBezTo>
                <a:cubicBezTo>
                  <a:pt x="6983433" y="1469444"/>
                  <a:pt x="6997208" y="1460261"/>
                  <a:pt x="7010606" y="1463656"/>
                </a:cubicBezTo>
                <a:cubicBezTo>
                  <a:pt x="7024909" y="1466193"/>
                  <a:pt x="7039927" y="1466768"/>
                  <a:pt x="7053226" y="1473415"/>
                </a:cubicBezTo>
                <a:cubicBezTo>
                  <a:pt x="7082646" y="1488195"/>
                  <a:pt x="7116513" y="1490778"/>
                  <a:pt x="7146166" y="1504983"/>
                </a:cubicBezTo>
                <a:cubicBezTo>
                  <a:pt x="7165397" y="1518422"/>
                  <a:pt x="7182233" y="1535407"/>
                  <a:pt x="7203421" y="1546118"/>
                </a:cubicBezTo>
                <a:cubicBezTo>
                  <a:pt x="7204664" y="1520240"/>
                  <a:pt x="7202272" y="1494221"/>
                  <a:pt x="7204519" y="1468388"/>
                </a:cubicBezTo>
                <a:cubicBezTo>
                  <a:pt x="7231113" y="1450306"/>
                  <a:pt x="7268857" y="1451310"/>
                  <a:pt x="7292867" y="1428258"/>
                </a:cubicBezTo>
                <a:cubicBezTo>
                  <a:pt x="7280478" y="1428879"/>
                  <a:pt x="7268422" y="1431416"/>
                  <a:pt x="7256324" y="1433377"/>
                </a:cubicBezTo>
                <a:cubicBezTo>
                  <a:pt x="7269814" y="1423334"/>
                  <a:pt x="7286649" y="1420606"/>
                  <a:pt x="7302817" y="1417640"/>
                </a:cubicBezTo>
                <a:cubicBezTo>
                  <a:pt x="7307553" y="1414052"/>
                  <a:pt x="7312384" y="1410512"/>
                  <a:pt x="7317456" y="1407116"/>
                </a:cubicBezTo>
                <a:cubicBezTo>
                  <a:pt x="7317886" y="1410129"/>
                  <a:pt x="7318699" y="1416108"/>
                  <a:pt x="7319129" y="1419121"/>
                </a:cubicBezTo>
                <a:cubicBezTo>
                  <a:pt x="7351099" y="1416729"/>
                  <a:pt x="7373895" y="1403766"/>
                  <a:pt x="7453876" y="1380326"/>
                </a:cubicBezTo>
                <a:cubicBezTo>
                  <a:pt x="7457034" y="1383101"/>
                  <a:pt x="7460332" y="1385875"/>
                  <a:pt x="7463728" y="1388697"/>
                </a:cubicBezTo>
                <a:cubicBezTo>
                  <a:pt x="7480946" y="1394246"/>
                  <a:pt x="7500033" y="1398170"/>
                  <a:pt x="7513860" y="1410652"/>
                </a:cubicBezTo>
                <a:cubicBezTo>
                  <a:pt x="7513902" y="1412670"/>
                  <a:pt x="7521133" y="2041842"/>
                  <a:pt x="7521133" y="2360628"/>
                </a:cubicBezTo>
                <a:cubicBezTo>
                  <a:pt x="7524193" y="2360773"/>
                  <a:pt x="7530363" y="2361105"/>
                  <a:pt x="7533428" y="2361249"/>
                </a:cubicBezTo>
                <a:cubicBezTo>
                  <a:pt x="7534241" y="2301840"/>
                  <a:pt x="7535292" y="2242384"/>
                  <a:pt x="7535436" y="2182970"/>
                </a:cubicBezTo>
                <a:cubicBezTo>
                  <a:pt x="7549118" y="2183447"/>
                  <a:pt x="7562847" y="2183115"/>
                  <a:pt x="7576623" y="2182686"/>
                </a:cubicBezTo>
                <a:cubicBezTo>
                  <a:pt x="7589791" y="1599460"/>
                  <a:pt x="7569663" y="1754961"/>
                  <a:pt x="7597957" y="1666128"/>
                </a:cubicBezTo>
                <a:cubicBezTo>
                  <a:pt x="7617399" y="1675363"/>
                  <a:pt x="7772975" y="1773964"/>
                  <a:pt x="7784793" y="1792028"/>
                </a:cubicBezTo>
                <a:cubicBezTo>
                  <a:pt x="7791492" y="1759422"/>
                  <a:pt x="7782065" y="1471387"/>
                  <a:pt x="7792828" y="1404668"/>
                </a:cubicBezTo>
                <a:cubicBezTo>
                  <a:pt x="7795887" y="1404621"/>
                  <a:pt x="7801918" y="1404574"/>
                  <a:pt x="7804931" y="1404574"/>
                </a:cubicBezTo>
                <a:cubicBezTo>
                  <a:pt x="7807467" y="1397306"/>
                  <a:pt x="7810191" y="1390080"/>
                  <a:pt x="7813064" y="1382858"/>
                </a:cubicBezTo>
                <a:cubicBezTo>
                  <a:pt x="7820384" y="1380228"/>
                  <a:pt x="7827698" y="1377500"/>
                  <a:pt x="7835163" y="1374772"/>
                </a:cubicBezTo>
                <a:cubicBezTo>
                  <a:pt x="7834827" y="1367405"/>
                  <a:pt x="7834687" y="1360039"/>
                  <a:pt x="7834589" y="1352672"/>
                </a:cubicBezTo>
                <a:cubicBezTo>
                  <a:pt x="7838321" y="1352434"/>
                  <a:pt x="7845781" y="1351859"/>
                  <a:pt x="7849513" y="1351621"/>
                </a:cubicBezTo>
                <a:cubicBezTo>
                  <a:pt x="7849322" y="1344208"/>
                  <a:pt x="7849275" y="1336841"/>
                  <a:pt x="7849322" y="1329475"/>
                </a:cubicBezTo>
                <a:cubicBezTo>
                  <a:pt x="7857165" y="1327513"/>
                  <a:pt x="7865157" y="1325410"/>
                  <a:pt x="7873094" y="1323159"/>
                </a:cubicBezTo>
                <a:cubicBezTo>
                  <a:pt x="7881227" y="1300821"/>
                  <a:pt x="7884333" y="1277479"/>
                  <a:pt x="7883712" y="1253847"/>
                </a:cubicBezTo>
                <a:cubicBezTo>
                  <a:pt x="7885720" y="1252651"/>
                  <a:pt x="7889789" y="1250357"/>
                  <a:pt x="7891798" y="1249208"/>
                </a:cubicBezTo>
                <a:cubicBezTo>
                  <a:pt x="7892564" y="1240263"/>
                  <a:pt x="7891943" y="1230794"/>
                  <a:pt x="7896581" y="1222755"/>
                </a:cubicBezTo>
                <a:cubicBezTo>
                  <a:pt x="7910838" y="1198646"/>
                  <a:pt x="7892709" y="1167410"/>
                  <a:pt x="7909016" y="1144165"/>
                </a:cubicBezTo>
                <a:cubicBezTo>
                  <a:pt x="7913178" y="1169423"/>
                  <a:pt x="7911361" y="1195059"/>
                  <a:pt x="7911744" y="1220508"/>
                </a:cubicBezTo>
                <a:cubicBezTo>
                  <a:pt x="7927958" y="1223044"/>
                  <a:pt x="7918826" y="1241557"/>
                  <a:pt x="7920068" y="1252604"/>
                </a:cubicBezTo>
                <a:cubicBezTo>
                  <a:pt x="7922988" y="1251264"/>
                  <a:pt x="7928916" y="1248489"/>
                  <a:pt x="7931835" y="1247153"/>
                </a:cubicBezTo>
                <a:cubicBezTo>
                  <a:pt x="7924100" y="1298574"/>
                  <a:pt x="7925590" y="1263035"/>
                  <a:pt x="7937146" y="1318184"/>
                </a:cubicBezTo>
                <a:cubicBezTo>
                  <a:pt x="7946619" y="1321627"/>
                  <a:pt x="7956233" y="1324738"/>
                  <a:pt x="7965753" y="1328517"/>
                </a:cubicBezTo>
                <a:cubicBezTo>
                  <a:pt x="7963553" y="1332871"/>
                  <a:pt x="7961400" y="1337224"/>
                  <a:pt x="7959391" y="1341578"/>
                </a:cubicBezTo>
                <a:cubicBezTo>
                  <a:pt x="7962067" y="1343203"/>
                  <a:pt x="7967477" y="1346454"/>
                  <a:pt x="7970154" y="1348033"/>
                </a:cubicBezTo>
                <a:cubicBezTo>
                  <a:pt x="7974998" y="1279291"/>
                  <a:pt x="7968136" y="1101629"/>
                  <a:pt x="7969103" y="1066436"/>
                </a:cubicBezTo>
                <a:cubicBezTo>
                  <a:pt x="7973886" y="1065216"/>
                  <a:pt x="8220865" y="1000888"/>
                  <a:pt x="8237018" y="1002145"/>
                </a:cubicBezTo>
                <a:cubicBezTo>
                  <a:pt x="8236411" y="1272350"/>
                  <a:pt x="8232473" y="1619056"/>
                  <a:pt x="8232473" y="1619056"/>
                </a:cubicBezTo>
                <a:cubicBezTo>
                  <a:pt x="8313977" y="1596825"/>
                  <a:pt x="8305560" y="1608008"/>
                  <a:pt x="8370952" y="1604850"/>
                </a:cubicBezTo>
                <a:cubicBezTo>
                  <a:pt x="8423523" y="1607242"/>
                  <a:pt x="8476663" y="1601169"/>
                  <a:pt x="8528659" y="1611357"/>
                </a:cubicBezTo>
                <a:cubicBezTo>
                  <a:pt x="8529757" y="1723528"/>
                  <a:pt x="8526987" y="1835840"/>
                  <a:pt x="8530047" y="1948011"/>
                </a:cubicBezTo>
                <a:cubicBezTo>
                  <a:pt x="8535829" y="1937056"/>
                  <a:pt x="8538128" y="1930643"/>
                  <a:pt x="8538992" y="1817855"/>
                </a:cubicBezTo>
                <a:cubicBezTo>
                  <a:pt x="8544396" y="1811446"/>
                  <a:pt x="8549848" y="1804939"/>
                  <a:pt x="8555159" y="1798339"/>
                </a:cubicBezTo>
                <a:cubicBezTo>
                  <a:pt x="8555304" y="1775235"/>
                  <a:pt x="8562432" y="1752752"/>
                  <a:pt x="8561904" y="1729554"/>
                </a:cubicBezTo>
                <a:cubicBezTo>
                  <a:pt x="8562764" y="1727354"/>
                  <a:pt x="8564581" y="1722907"/>
                  <a:pt x="8565445" y="1720656"/>
                </a:cubicBezTo>
                <a:cubicBezTo>
                  <a:pt x="8560653" y="1699569"/>
                  <a:pt x="8588465" y="1572791"/>
                  <a:pt x="8578838" y="1535776"/>
                </a:cubicBezTo>
                <a:cubicBezTo>
                  <a:pt x="8582902" y="1526831"/>
                  <a:pt x="8583383" y="1517026"/>
                  <a:pt x="8581182" y="1507604"/>
                </a:cubicBezTo>
                <a:cubicBezTo>
                  <a:pt x="8591992" y="1481150"/>
                  <a:pt x="8587783" y="1451876"/>
                  <a:pt x="8592039" y="1424180"/>
                </a:cubicBezTo>
                <a:cubicBezTo>
                  <a:pt x="8590605" y="1421979"/>
                  <a:pt x="8587639" y="1417626"/>
                  <a:pt x="8586153" y="1415473"/>
                </a:cubicBezTo>
                <a:cubicBezTo>
                  <a:pt x="8597014" y="1388062"/>
                  <a:pt x="8585817" y="1357880"/>
                  <a:pt x="8593618" y="1329801"/>
                </a:cubicBezTo>
                <a:cubicBezTo>
                  <a:pt x="8601414" y="1305548"/>
                  <a:pt x="8594286" y="1280534"/>
                  <a:pt x="8599882" y="1256234"/>
                </a:cubicBezTo>
                <a:cubicBezTo>
                  <a:pt x="8598350" y="1245135"/>
                  <a:pt x="8593996" y="1234041"/>
                  <a:pt x="8596724" y="1222703"/>
                </a:cubicBezTo>
                <a:cubicBezTo>
                  <a:pt x="8602942" y="1192522"/>
                  <a:pt x="8596486" y="1161239"/>
                  <a:pt x="8603707" y="1131151"/>
                </a:cubicBezTo>
                <a:cubicBezTo>
                  <a:pt x="8603021" y="1126345"/>
                  <a:pt x="8595556" y="377265"/>
                  <a:pt x="8612793" y="222502"/>
                </a:cubicBezTo>
                <a:cubicBezTo>
                  <a:pt x="8611598" y="218769"/>
                  <a:pt x="8610546" y="215042"/>
                  <a:pt x="8609635" y="211356"/>
                </a:cubicBezTo>
                <a:cubicBezTo>
                  <a:pt x="8674388" y="173402"/>
                  <a:pt x="8775689" y="156006"/>
                  <a:pt x="8819001" y="166489"/>
                </a:cubicBezTo>
                <a:cubicBezTo>
                  <a:pt x="8822589" y="170076"/>
                  <a:pt x="8826270" y="173617"/>
                  <a:pt x="8830049" y="177204"/>
                </a:cubicBezTo>
                <a:cubicBezTo>
                  <a:pt x="8830049" y="177204"/>
                  <a:pt x="8882596" y="780993"/>
                  <a:pt x="8887496" y="1739742"/>
                </a:cubicBezTo>
                <a:cubicBezTo>
                  <a:pt x="8886585" y="1746581"/>
                  <a:pt x="8891229" y="1751747"/>
                  <a:pt x="8895101" y="1756820"/>
                </a:cubicBezTo>
                <a:cubicBezTo>
                  <a:pt x="8898020" y="1745147"/>
                  <a:pt x="8900076" y="1733095"/>
                  <a:pt x="8898404" y="1721090"/>
                </a:cubicBezTo>
                <a:cubicBezTo>
                  <a:pt x="8903523" y="1716451"/>
                  <a:pt x="8908690" y="1711761"/>
                  <a:pt x="8913758" y="1706885"/>
                </a:cubicBezTo>
                <a:cubicBezTo>
                  <a:pt x="8922274" y="1704876"/>
                  <a:pt x="8930930" y="1702722"/>
                  <a:pt x="8939539" y="1700429"/>
                </a:cubicBezTo>
                <a:cubicBezTo>
                  <a:pt x="8949489" y="1645513"/>
                  <a:pt x="8942888" y="1589407"/>
                  <a:pt x="8945088" y="1533968"/>
                </a:cubicBezTo>
                <a:cubicBezTo>
                  <a:pt x="8963624" y="1533043"/>
                  <a:pt x="9220847" y="1486901"/>
                  <a:pt x="9367987" y="1510528"/>
                </a:cubicBezTo>
                <a:cubicBezTo>
                  <a:pt x="9373728" y="1539611"/>
                  <a:pt x="9366791" y="1569078"/>
                  <a:pt x="9368707" y="1598399"/>
                </a:cubicBezTo>
                <a:cubicBezTo>
                  <a:pt x="9427345" y="1595115"/>
                  <a:pt x="9524063" y="1566695"/>
                  <a:pt x="9555833" y="1573385"/>
                </a:cubicBezTo>
                <a:cubicBezTo>
                  <a:pt x="9568113" y="1575706"/>
                  <a:pt x="9681079" y="1604626"/>
                  <a:pt x="9706126" y="1606962"/>
                </a:cubicBezTo>
                <a:cubicBezTo>
                  <a:pt x="9706028" y="1713485"/>
                  <a:pt x="9704977" y="1820013"/>
                  <a:pt x="9705458" y="1926537"/>
                </a:cubicBezTo>
                <a:cubicBezTo>
                  <a:pt x="9733392" y="1917928"/>
                  <a:pt x="9761565" y="1926822"/>
                  <a:pt x="9790027" y="1926200"/>
                </a:cubicBezTo>
                <a:cubicBezTo>
                  <a:pt x="9791558" y="1928592"/>
                  <a:pt x="9794665" y="1933376"/>
                  <a:pt x="9796198" y="1935720"/>
                </a:cubicBezTo>
                <a:cubicBezTo>
                  <a:pt x="9825472" y="1935146"/>
                  <a:pt x="9856419" y="1935767"/>
                  <a:pt x="9883924" y="1946483"/>
                </a:cubicBezTo>
                <a:cubicBezTo>
                  <a:pt x="9872824" y="1954518"/>
                  <a:pt x="9858382" y="1965280"/>
                  <a:pt x="9865266" y="1980878"/>
                </a:cubicBezTo>
                <a:cubicBezTo>
                  <a:pt x="9862683" y="1997619"/>
                  <a:pt x="9862730" y="2014553"/>
                  <a:pt x="9863403" y="2031439"/>
                </a:cubicBezTo>
                <a:cubicBezTo>
                  <a:pt x="9866752" y="2031776"/>
                  <a:pt x="9873352" y="2032397"/>
                  <a:pt x="9876650" y="2032682"/>
                </a:cubicBezTo>
                <a:cubicBezTo>
                  <a:pt x="9878659" y="2035550"/>
                  <a:pt x="9880766" y="2038423"/>
                  <a:pt x="9883060" y="2041338"/>
                </a:cubicBezTo>
                <a:cubicBezTo>
                  <a:pt x="9879523" y="2066908"/>
                  <a:pt x="9880994" y="2232154"/>
                  <a:pt x="9881770" y="2256113"/>
                </a:cubicBezTo>
                <a:cubicBezTo>
                  <a:pt x="9885404" y="2256015"/>
                  <a:pt x="9892626" y="2255828"/>
                  <a:pt x="9896214" y="2255730"/>
                </a:cubicBezTo>
                <a:cubicBezTo>
                  <a:pt x="9907069" y="2237026"/>
                  <a:pt x="9929842" y="2241235"/>
                  <a:pt x="9948065" y="2241333"/>
                </a:cubicBezTo>
                <a:cubicBezTo>
                  <a:pt x="9951843" y="2256020"/>
                  <a:pt x="9956053" y="2270608"/>
                  <a:pt x="9959687" y="2285341"/>
                </a:cubicBezTo>
                <a:cubicBezTo>
                  <a:pt x="9975807" y="2283333"/>
                  <a:pt x="9995034" y="2282282"/>
                  <a:pt x="10004844" y="2267067"/>
                </a:cubicBezTo>
                <a:cubicBezTo>
                  <a:pt x="10001065" y="2266399"/>
                  <a:pt x="9993507" y="2265152"/>
                  <a:pt x="9989728" y="2264531"/>
                </a:cubicBezTo>
                <a:cubicBezTo>
                  <a:pt x="9994035" y="2259458"/>
                  <a:pt x="9998627" y="2254581"/>
                  <a:pt x="10002737" y="2249223"/>
                </a:cubicBezTo>
                <a:cubicBezTo>
                  <a:pt x="9999579" y="2247691"/>
                  <a:pt x="9993269" y="2244678"/>
                  <a:pt x="9990111" y="2243151"/>
                </a:cubicBezTo>
                <a:cubicBezTo>
                  <a:pt x="9994272" y="2240137"/>
                  <a:pt x="9998529" y="2237125"/>
                  <a:pt x="10002882" y="2234158"/>
                </a:cubicBezTo>
                <a:cubicBezTo>
                  <a:pt x="10001303" y="2227703"/>
                  <a:pt x="9992456" y="2227268"/>
                  <a:pt x="9991591" y="2220429"/>
                </a:cubicBezTo>
                <a:cubicBezTo>
                  <a:pt x="9995754" y="2216940"/>
                  <a:pt x="10000392" y="2214114"/>
                  <a:pt x="10005558" y="2211914"/>
                </a:cubicBezTo>
                <a:cubicBezTo>
                  <a:pt x="10002070" y="2210428"/>
                  <a:pt x="9995034" y="2207467"/>
                  <a:pt x="9991544" y="2205981"/>
                </a:cubicBezTo>
                <a:cubicBezTo>
                  <a:pt x="9994847" y="2202011"/>
                  <a:pt x="9997860" y="2197564"/>
                  <a:pt x="10000682" y="2193112"/>
                </a:cubicBezTo>
                <a:cubicBezTo>
                  <a:pt x="9997094" y="2189478"/>
                  <a:pt x="9993936" y="2185699"/>
                  <a:pt x="9991069" y="2181775"/>
                </a:cubicBezTo>
                <a:cubicBezTo>
                  <a:pt x="9994511" y="2180434"/>
                  <a:pt x="10001355" y="2177804"/>
                  <a:pt x="10004798" y="2176464"/>
                </a:cubicBezTo>
                <a:cubicBezTo>
                  <a:pt x="10012066" y="2163356"/>
                  <a:pt x="10002737" y="2151014"/>
                  <a:pt x="9990303" y="2146521"/>
                </a:cubicBezTo>
                <a:cubicBezTo>
                  <a:pt x="9995852" y="2144367"/>
                  <a:pt x="10000584" y="2140733"/>
                  <a:pt x="10006231" y="2138103"/>
                </a:cubicBezTo>
                <a:cubicBezTo>
                  <a:pt x="10006568" y="2126383"/>
                  <a:pt x="10006661" y="2114663"/>
                  <a:pt x="10006904" y="2102994"/>
                </a:cubicBezTo>
                <a:cubicBezTo>
                  <a:pt x="10017760" y="2099598"/>
                  <a:pt x="10031203" y="2100457"/>
                  <a:pt x="10039668" y="2091755"/>
                </a:cubicBezTo>
                <a:cubicBezTo>
                  <a:pt x="10041486" y="2067217"/>
                  <a:pt x="10039668" y="2042534"/>
                  <a:pt x="10040289" y="2017995"/>
                </a:cubicBezTo>
                <a:cubicBezTo>
                  <a:pt x="10052823" y="2014884"/>
                  <a:pt x="10066696" y="2013021"/>
                  <a:pt x="10076449" y="2003501"/>
                </a:cubicBezTo>
                <a:cubicBezTo>
                  <a:pt x="10091089" y="1996853"/>
                  <a:pt x="10107350" y="1998526"/>
                  <a:pt x="10122994" y="1996325"/>
                </a:cubicBezTo>
                <a:cubicBezTo>
                  <a:pt x="10124526" y="1994219"/>
                  <a:pt x="10127679" y="1990010"/>
                  <a:pt x="10129212" y="1987861"/>
                </a:cubicBezTo>
                <a:cubicBezTo>
                  <a:pt x="10154372" y="1986857"/>
                  <a:pt x="10178003" y="1996807"/>
                  <a:pt x="10202732" y="1999675"/>
                </a:cubicBezTo>
                <a:cubicBezTo>
                  <a:pt x="10222870" y="2002258"/>
                  <a:pt x="10243536" y="2002258"/>
                  <a:pt x="10263197" y="2008667"/>
                </a:cubicBezTo>
                <a:cubicBezTo>
                  <a:pt x="10255210" y="2016033"/>
                  <a:pt x="10246984" y="2023110"/>
                  <a:pt x="10239281" y="2030669"/>
                </a:cubicBezTo>
                <a:cubicBezTo>
                  <a:pt x="10240953" y="2032869"/>
                  <a:pt x="10244256" y="2037269"/>
                  <a:pt x="10245928" y="2039469"/>
                </a:cubicBezTo>
                <a:cubicBezTo>
                  <a:pt x="10237655" y="2056930"/>
                  <a:pt x="10241191" y="2076302"/>
                  <a:pt x="10244349" y="2094525"/>
                </a:cubicBezTo>
                <a:cubicBezTo>
                  <a:pt x="10242723" y="2108445"/>
                  <a:pt x="10238515" y="2122795"/>
                  <a:pt x="10244779" y="2136379"/>
                </a:cubicBezTo>
                <a:cubicBezTo>
                  <a:pt x="10239803" y="2149389"/>
                  <a:pt x="10239659" y="2163454"/>
                  <a:pt x="10245783" y="2176127"/>
                </a:cubicBezTo>
                <a:cubicBezTo>
                  <a:pt x="10244303" y="2178182"/>
                  <a:pt x="10241336" y="2182251"/>
                  <a:pt x="10239850" y="2184307"/>
                </a:cubicBezTo>
                <a:cubicBezTo>
                  <a:pt x="10241719" y="2186652"/>
                  <a:pt x="10245400" y="2191290"/>
                  <a:pt x="10247218" y="2193635"/>
                </a:cubicBezTo>
                <a:cubicBezTo>
                  <a:pt x="10245732" y="2195882"/>
                  <a:pt x="10242718" y="2200380"/>
                  <a:pt x="10241238" y="2202627"/>
                </a:cubicBezTo>
                <a:cubicBezTo>
                  <a:pt x="10244060" y="2209657"/>
                  <a:pt x="10245110" y="2216977"/>
                  <a:pt x="10241575" y="2224059"/>
                </a:cubicBezTo>
                <a:cubicBezTo>
                  <a:pt x="10243008" y="2226114"/>
                  <a:pt x="10245830" y="2230183"/>
                  <a:pt x="10247269" y="2232238"/>
                </a:cubicBezTo>
                <a:cubicBezTo>
                  <a:pt x="10245451" y="2234677"/>
                  <a:pt x="10241864" y="2239507"/>
                  <a:pt x="10240093" y="2241950"/>
                </a:cubicBezTo>
                <a:cubicBezTo>
                  <a:pt x="10241818" y="2244197"/>
                  <a:pt x="10245259" y="2248742"/>
                  <a:pt x="10246984" y="2251040"/>
                </a:cubicBezTo>
                <a:cubicBezTo>
                  <a:pt x="10244639" y="2255296"/>
                  <a:pt x="10242438" y="2259556"/>
                  <a:pt x="10240383" y="2263910"/>
                </a:cubicBezTo>
                <a:cubicBezTo>
                  <a:pt x="10243686" y="2266586"/>
                  <a:pt x="10250286" y="2272042"/>
                  <a:pt x="10253538" y="2274766"/>
                </a:cubicBezTo>
                <a:cubicBezTo>
                  <a:pt x="10262436" y="2260588"/>
                  <a:pt x="10260329" y="2254128"/>
                  <a:pt x="10260329" y="2156377"/>
                </a:cubicBezTo>
                <a:cubicBezTo>
                  <a:pt x="10272624" y="2155326"/>
                  <a:pt x="10285059" y="2154032"/>
                  <a:pt x="10297256" y="2151309"/>
                </a:cubicBezTo>
                <a:cubicBezTo>
                  <a:pt x="10298881" y="2144853"/>
                  <a:pt x="10297975" y="2136482"/>
                  <a:pt x="10304385" y="2132320"/>
                </a:cubicBezTo>
                <a:cubicBezTo>
                  <a:pt x="10324811" y="2131269"/>
                  <a:pt x="10345664" y="2132367"/>
                  <a:pt x="10365419" y="2125720"/>
                </a:cubicBezTo>
                <a:cubicBezTo>
                  <a:pt x="10366569" y="2114672"/>
                  <a:pt x="10362261" y="2101228"/>
                  <a:pt x="10368624" y="2091759"/>
                </a:cubicBezTo>
                <a:cubicBezTo>
                  <a:pt x="10384314" y="2085635"/>
                  <a:pt x="10401916" y="2085495"/>
                  <a:pt x="10418657" y="2083103"/>
                </a:cubicBezTo>
                <a:cubicBezTo>
                  <a:pt x="10422007" y="2072434"/>
                  <a:pt x="10417316" y="2064830"/>
                  <a:pt x="10407273" y="2060766"/>
                </a:cubicBezTo>
                <a:cubicBezTo>
                  <a:pt x="10428892" y="2060383"/>
                  <a:pt x="10450422" y="2062727"/>
                  <a:pt x="10471994" y="2065072"/>
                </a:cubicBezTo>
                <a:cubicBezTo>
                  <a:pt x="10470177" y="2067371"/>
                  <a:pt x="10466496" y="2071963"/>
                  <a:pt x="10464674" y="2074303"/>
                </a:cubicBezTo>
                <a:cubicBezTo>
                  <a:pt x="10471082" y="2074209"/>
                  <a:pt x="10477637" y="2074209"/>
                  <a:pt x="10484336" y="2074158"/>
                </a:cubicBezTo>
                <a:cubicBezTo>
                  <a:pt x="10492178" y="2093436"/>
                  <a:pt x="10491702" y="2115247"/>
                  <a:pt x="10501699" y="2133665"/>
                </a:cubicBezTo>
                <a:cubicBezTo>
                  <a:pt x="10501362" y="2141223"/>
                  <a:pt x="10501362" y="2148782"/>
                  <a:pt x="10502894" y="2156242"/>
                </a:cubicBezTo>
                <a:cubicBezTo>
                  <a:pt x="10501853" y="2169260"/>
                  <a:pt x="10496060" y="2282749"/>
                  <a:pt x="10512891" y="2266787"/>
                </a:cubicBezTo>
                <a:cubicBezTo>
                  <a:pt x="10515713" y="2239236"/>
                  <a:pt x="10516478" y="2211540"/>
                  <a:pt x="10518916" y="2183989"/>
                </a:cubicBezTo>
                <a:cubicBezTo>
                  <a:pt x="10587574" y="2174525"/>
                  <a:pt x="10583282" y="2164860"/>
                  <a:pt x="10599375" y="2174329"/>
                </a:cubicBezTo>
                <a:cubicBezTo>
                  <a:pt x="10600094" y="2185951"/>
                  <a:pt x="10602247" y="2197480"/>
                  <a:pt x="10605307" y="2208770"/>
                </a:cubicBezTo>
                <a:cubicBezTo>
                  <a:pt x="10646395" y="2205948"/>
                  <a:pt x="10687344" y="2200301"/>
                  <a:pt x="10728670" y="2199203"/>
                </a:cubicBezTo>
                <a:cubicBezTo>
                  <a:pt x="10735369" y="2201118"/>
                  <a:pt x="10741824" y="2204370"/>
                  <a:pt x="10748332" y="2207383"/>
                </a:cubicBezTo>
                <a:cubicBezTo>
                  <a:pt x="10747995" y="2342083"/>
                  <a:pt x="10747659" y="2476732"/>
                  <a:pt x="10748285" y="2611433"/>
                </a:cubicBezTo>
                <a:cubicBezTo>
                  <a:pt x="10756081" y="2611531"/>
                  <a:pt x="10764070" y="2611578"/>
                  <a:pt x="10772155" y="2611671"/>
                </a:cubicBezTo>
                <a:cubicBezTo>
                  <a:pt x="10772347" y="2598564"/>
                  <a:pt x="10772539" y="2585554"/>
                  <a:pt x="10772683" y="2572493"/>
                </a:cubicBezTo>
                <a:cubicBezTo>
                  <a:pt x="10790046" y="2565173"/>
                  <a:pt x="10808942" y="2563692"/>
                  <a:pt x="10827547" y="2561731"/>
                </a:cubicBezTo>
                <a:cubicBezTo>
                  <a:pt x="10828407" y="2556134"/>
                  <a:pt x="10829410" y="2550632"/>
                  <a:pt x="10830560" y="2545134"/>
                </a:cubicBezTo>
                <a:cubicBezTo>
                  <a:pt x="10845723" y="2544414"/>
                  <a:pt x="10861124" y="2541738"/>
                  <a:pt x="10876385" y="2544321"/>
                </a:cubicBezTo>
                <a:cubicBezTo>
                  <a:pt x="10880355" y="2549198"/>
                  <a:pt x="10883130" y="2554939"/>
                  <a:pt x="10886381" y="2560535"/>
                </a:cubicBezTo>
                <a:cubicBezTo>
                  <a:pt x="10912167" y="2562305"/>
                  <a:pt x="10938041" y="2562305"/>
                  <a:pt x="10963920" y="2562207"/>
                </a:cubicBezTo>
                <a:cubicBezTo>
                  <a:pt x="10965209" y="2559909"/>
                  <a:pt x="10967745" y="2555317"/>
                  <a:pt x="10969035" y="2553023"/>
                </a:cubicBezTo>
                <a:cubicBezTo>
                  <a:pt x="10976686" y="2552257"/>
                  <a:pt x="10984482" y="2551491"/>
                  <a:pt x="10992429" y="2550823"/>
                </a:cubicBezTo>
                <a:cubicBezTo>
                  <a:pt x="11000463" y="2492946"/>
                  <a:pt x="10993335" y="2434252"/>
                  <a:pt x="10998553" y="2376324"/>
                </a:cubicBezTo>
                <a:cubicBezTo>
                  <a:pt x="11018116" y="2370583"/>
                  <a:pt x="11038781" y="2371395"/>
                  <a:pt x="11059013" y="2370536"/>
                </a:cubicBezTo>
                <a:cubicBezTo>
                  <a:pt x="11059060" y="2357190"/>
                  <a:pt x="11059204" y="2343891"/>
                  <a:pt x="11059732" y="2330643"/>
                </a:cubicBezTo>
                <a:cubicBezTo>
                  <a:pt x="11084892" y="2327724"/>
                  <a:pt x="11110196" y="2325767"/>
                  <a:pt x="11135594" y="2327392"/>
                </a:cubicBezTo>
                <a:cubicBezTo>
                  <a:pt x="11135594" y="2340546"/>
                  <a:pt x="11135692" y="2353701"/>
                  <a:pt x="11135977" y="2366855"/>
                </a:cubicBezTo>
                <a:cubicBezTo>
                  <a:pt x="11155395" y="2370779"/>
                  <a:pt x="11175342" y="2370489"/>
                  <a:pt x="11195148" y="2368579"/>
                </a:cubicBezTo>
                <a:cubicBezTo>
                  <a:pt x="11197876" y="2398236"/>
                  <a:pt x="11194526" y="2428133"/>
                  <a:pt x="11197778" y="2457790"/>
                </a:cubicBezTo>
                <a:cubicBezTo>
                  <a:pt x="11205237" y="2457599"/>
                  <a:pt x="11212842" y="2457407"/>
                  <a:pt x="11220644" y="2457314"/>
                </a:cubicBezTo>
                <a:cubicBezTo>
                  <a:pt x="11222077" y="2459706"/>
                  <a:pt x="11224899" y="2464442"/>
                  <a:pt x="11226338" y="2466834"/>
                </a:cubicBezTo>
                <a:cubicBezTo>
                  <a:pt x="11229879" y="2466787"/>
                  <a:pt x="11237053" y="2466642"/>
                  <a:pt x="11240641" y="2466596"/>
                </a:cubicBezTo>
                <a:cubicBezTo>
                  <a:pt x="11248270" y="2459757"/>
                  <a:pt x="11261587" y="2434742"/>
                  <a:pt x="11287232" y="2465685"/>
                </a:cubicBezTo>
                <a:cubicBezTo>
                  <a:pt x="11298905" y="2465255"/>
                  <a:pt x="11310673" y="2464489"/>
                  <a:pt x="11322440" y="2463148"/>
                </a:cubicBezTo>
                <a:cubicBezTo>
                  <a:pt x="11349271" y="2441576"/>
                  <a:pt x="11379793" y="2472715"/>
                  <a:pt x="11409736" y="2466834"/>
                </a:cubicBezTo>
                <a:cubicBezTo>
                  <a:pt x="11412941" y="2475924"/>
                  <a:pt x="11416192" y="2485010"/>
                  <a:pt x="11419587" y="2494100"/>
                </a:cubicBezTo>
                <a:cubicBezTo>
                  <a:pt x="11429010" y="2498547"/>
                  <a:pt x="11437862" y="2504433"/>
                  <a:pt x="11444602" y="2512659"/>
                </a:cubicBezTo>
                <a:cubicBezTo>
                  <a:pt x="11450820" y="2514331"/>
                  <a:pt x="11457374" y="2515962"/>
                  <a:pt x="11463974" y="2517587"/>
                </a:cubicBezTo>
                <a:cubicBezTo>
                  <a:pt x="11464885" y="2508595"/>
                  <a:pt x="11466940" y="2499556"/>
                  <a:pt x="11466175" y="2490513"/>
                </a:cubicBezTo>
                <a:cubicBezTo>
                  <a:pt x="11460289" y="2457221"/>
                  <a:pt x="11473013" y="2424213"/>
                  <a:pt x="11469043" y="2390683"/>
                </a:cubicBezTo>
                <a:cubicBezTo>
                  <a:pt x="11476647" y="2388291"/>
                  <a:pt x="11484588" y="2386329"/>
                  <a:pt x="11492100" y="2382980"/>
                </a:cubicBezTo>
                <a:cubicBezTo>
                  <a:pt x="11497650" y="2371933"/>
                  <a:pt x="11494683" y="2358489"/>
                  <a:pt x="11495832" y="2346530"/>
                </a:cubicBezTo>
                <a:cubicBezTo>
                  <a:pt x="11544479" y="2354565"/>
                  <a:pt x="11594129" y="2350594"/>
                  <a:pt x="11642346" y="2341125"/>
                </a:cubicBezTo>
                <a:cubicBezTo>
                  <a:pt x="11642874" y="2344377"/>
                  <a:pt x="11643972" y="2350837"/>
                  <a:pt x="11644500" y="2354042"/>
                </a:cubicBezTo>
                <a:cubicBezTo>
                  <a:pt x="11655216" y="2353850"/>
                  <a:pt x="11665932" y="2352178"/>
                  <a:pt x="11676787" y="2351029"/>
                </a:cubicBezTo>
                <a:cubicBezTo>
                  <a:pt x="11677886" y="2336870"/>
                  <a:pt x="11678506" y="2322665"/>
                  <a:pt x="11679081" y="2308506"/>
                </a:cubicBezTo>
                <a:cubicBezTo>
                  <a:pt x="11793266" y="2313771"/>
                  <a:pt x="11742601" y="2307600"/>
                  <a:pt x="11801202" y="2304919"/>
                </a:cubicBezTo>
                <a:cubicBezTo>
                  <a:pt x="11803640" y="2284925"/>
                  <a:pt x="11803785" y="2264451"/>
                  <a:pt x="11808760" y="2244888"/>
                </a:cubicBezTo>
                <a:cubicBezTo>
                  <a:pt x="11813781" y="2239628"/>
                  <a:pt x="11821770" y="2239913"/>
                  <a:pt x="11828613" y="2237858"/>
                </a:cubicBezTo>
                <a:cubicBezTo>
                  <a:pt x="11838418" y="2251489"/>
                  <a:pt x="11854109" y="2243361"/>
                  <a:pt x="11867548" y="2242258"/>
                </a:cubicBezTo>
                <a:cubicBezTo>
                  <a:pt x="11879843" y="2243599"/>
                  <a:pt x="11892040" y="2246182"/>
                  <a:pt x="11904525" y="2247378"/>
                </a:cubicBezTo>
                <a:cubicBezTo>
                  <a:pt x="11905292" y="2241543"/>
                  <a:pt x="11906250" y="2235756"/>
                  <a:pt x="11907347" y="2230015"/>
                </a:cubicBezTo>
                <a:cubicBezTo>
                  <a:pt x="11916820" y="2229585"/>
                  <a:pt x="11926481" y="2228674"/>
                  <a:pt x="11936192" y="2229538"/>
                </a:cubicBezTo>
                <a:cubicBezTo>
                  <a:pt x="11938009" y="2235994"/>
                  <a:pt x="11939588" y="2242599"/>
                  <a:pt x="11941358" y="2249200"/>
                </a:cubicBezTo>
                <a:cubicBezTo>
                  <a:pt x="11946908" y="2249919"/>
                  <a:pt x="11952597" y="2250681"/>
                  <a:pt x="11958436" y="2251447"/>
                </a:cubicBezTo>
                <a:lnTo>
                  <a:pt x="11958436" y="4014456"/>
                </a:lnTo>
                <a:cubicBezTo>
                  <a:pt x="7972307" y="4014312"/>
                  <a:pt x="3986130" y="4014601"/>
                  <a:pt x="0" y="4014312"/>
                </a:cubicBezTo>
                <a:lnTo>
                  <a:pt x="0" y="2525669"/>
                </a:lnTo>
                <a:cubicBezTo>
                  <a:pt x="1532" y="2531410"/>
                  <a:pt x="2775" y="2537244"/>
                  <a:pt x="3732" y="2543130"/>
                </a:cubicBezTo>
                <a:cubicBezTo>
                  <a:pt x="21670" y="2543176"/>
                  <a:pt x="39654" y="2542364"/>
                  <a:pt x="57639" y="2543130"/>
                </a:cubicBezTo>
                <a:cubicBezTo>
                  <a:pt x="70601" y="2543798"/>
                  <a:pt x="82224" y="2550781"/>
                  <a:pt x="95140" y="2551930"/>
                </a:cubicBezTo>
                <a:cubicBezTo>
                  <a:pt x="109443" y="2553556"/>
                  <a:pt x="125465" y="2553364"/>
                  <a:pt x="137139" y="2563221"/>
                </a:cubicBezTo>
                <a:cubicBezTo>
                  <a:pt x="140442" y="2572834"/>
                  <a:pt x="141637" y="2583074"/>
                  <a:pt x="143501" y="2593070"/>
                </a:cubicBezTo>
                <a:cubicBezTo>
                  <a:pt x="151779" y="2595079"/>
                  <a:pt x="160005" y="2597186"/>
                  <a:pt x="168184" y="2599432"/>
                </a:cubicBezTo>
                <a:cubicBezTo>
                  <a:pt x="188850" y="2594313"/>
                  <a:pt x="212047" y="2588095"/>
                  <a:pt x="231947" y="2599049"/>
                </a:cubicBezTo>
                <a:cubicBezTo>
                  <a:pt x="244718" y="2605314"/>
                  <a:pt x="267346" y="2609957"/>
                  <a:pt x="272367" y="2592113"/>
                </a:cubicBezTo>
                <a:cubicBezTo>
                  <a:pt x="289109" y="2600582"/>
                  <a:pt x="307192" y="2605650"/>
                  <a:pt x="325461" y="2609667"/>
                </a:cubicBezTo>
                <a:cubicBezTo>
                  <a:pt x="327759" y="2615885"/>
                  <a:pt x="330006" y="2622102"/>
                  <a:pt x="332398" y="2628371"/>
                </a:cubicBezTo>
                <a:cubicBezTo>
                  <a:pt x="343160" y="2623779"/>
                  <a:pt x="354068" y="2619524"/>
                  <a:pt x="365022" y="2615408"/>
                </a:cubicBezTo>
                <a:cubicBezTo>
                  <a:pt x="374874" y="2618421"/>
                  <a:pt x="384875" y="2620958"/>
                  <a:pt x="394918" y="2623205"/>
                </a:cubicBezTo>
                <a:cubicBezTo>
                  <a:pt x="395922" y="2604548"/>
                  <a:pt x="393101" y="2583265"/>
                  <a:pt x="408119" y="2569247"/>
                </a:cubicBezTo>
                <a:cubicBezTo>
                  <a:pt x="421820" y="2526542"/>
                  <a:pt x="411693" y="2454988"/>
                  <a:pt x="419694" y="2241730"/>
                </a:cubicBezTo>
                <a:cubicBezTo>
                  <a:pt x="445045" y="2244935"/>
                  <a:pt x="469584" y="2237760"/>
                  <a:pt x="491015" y="2224461"/>
                </a:cubicBezTo>
                <a:cubicBezTo>
                  <a:pt x="487666" y="2222980"/>
                  <a:pt x="480921" y="2220060"/>
                  <a:pt x="477576" y="2218575"/>
                </a:cubicBezTo>
                <a:cubicBezTo>
                  <a:pt x="485709" y="2218673"/>
                  <a:pt x="494986" y="2217379"/>
                  <a:pt x="499961" y="2225465"/>
                </a:cubicBezTo>
                <a:cubicBezTo>
                  <a:pt x="512830" y="2228095"/>
                  <a:pt x="525886" y="2229674"/>
                  <a:pt x="538947" y="2231061"/>
                </a:cubicBezTo>
                <a:cubicBezTo>
                  <a:pt x="539377" y="2227520"/>
                  <a:pt x="540288" y="2220345"/>
                  <a:pt x="540718" y="2216758"/>
                </a:cubicBezTo>
                <a:cubicBezTo>
                  <a:pt x="564349" y="2212357"/>
                  <a:pt x="588313" y="2218430"/>
                  <a:pt x="611894" y="2220775"/>
                </a:cubicBezTo>
                <a:cubicBezTo>
                  <a:pt x="612277" y="2224316"/>
                  <a:pt x="613089" y="2231444"/>
                  <a:pt x="613519" y="2235032"/>
                </a:cubicBezTo>
                <a:cubicBezTo>
                  <a:pt x="652889" y="2256272"/>
                  <a:pt x="698952" y="2239049"/>
                  <a:pt x="740998" y="2247948"/>
                </a:cubicBezTo>
                <a:cubicBezTo>
                  <a:pt x="755409" y="2278619"/>
                  <a:pt x="746417" y="2264844"/>
                  <a:pt x="751714" y="2563314"/>
                </a:cubicBezTo>
                <a:cubicBezTo>
                  <a:pt x="761710" y="2564463"/>
                  <a:pt x="771758" y="2565276"/>
                  <a:pt x="781848" y="2566042"/>
                </a:cubicBezTo>
                <a:cubicBezTo>
                  <a:pt x="783329" y="2561357"/>
                  <a:pt x="784861" y="2556667"/>
                  <a:pt x="786440" y="2552075"/>
                </a:cubicBezTo>
                <a:cubicBezTo>
                  <a:pt x="790840" y="2549347"/>
                  <a:pt x="795147" y="2546479"/>
                  <a:pt x="799258" y="2543419"/>
                </a:cubicBezTo>
                <a:cubicBezTo>
                  <a:pt x="802846" y="2528639"/>
                  <a:pt x="802079" y="2513187"/>
                  <a:pt x="804378" y="2498216"/>
                </a:cubicBezTo>
                <a:cubicBezTo>
                  <a:pt x="811076" y="2489845"/>
                  <a:pt x="813085" y="2479274"/>
                  <a:pt x="814996" y="2469039"/>
                </a:cubicBezTo>
                <a:cubicBezTo>
                  <a:pt x="949654" y="2466343"/>
                  <a:pt x="882061" y="2470361"/>
                  <a:pt x="959837" y="2476405"/>
                </a:cubicBezTo>
                <a:cubicBezTo>
                  <a:pt x="965625" y="2496450"/>
                  <a:pt x="973468" y="2516107"/>
                  <a:pt x="972132" y="2537440"/>
                </a:cubicBezTo>
                <a:cubicBezTo>
                  <a:pt x="1000739" y="2538781"/>
                  <a:pt x="1028384" y="2530312"/>
                  <a:pt x="1056561" y="2526678"/>
                </a:cubicBezTo>
                <a:cubicBezTo>
                  <a:pt x="1057056" y="2521894"/>
                  <a:pt x="1060849" y="2438526"/>
                  <a:pt x="1061919" y="2318839"/>
                </a:cubicBezTo>
                <a:cubicBezTo>
                  <a:pt x="1065076" y="2318171"/>
                  <a:pt x="1071439" y="2316830"/>
                  <a:pt x="1074596" y="2316209"/>
                </a:cubicBezTo>
                <a:cubicBezTo>
                  <a:pt x="1075171" y="2313196"/>
                  <a:pt x="1076222" y="2307217"/>
                  <a:pt x="1076797" y="2304204"/>
                </a:cubicBezTo>
                <a:cubicBezTo>
                  <a:pt x="1087751" y="2302961"/>
                  <a:pt x="1098705" y="2301766"/>
                  <a:pt x="1109659" y="2300425"/>
                </a:cubicBezTo>
                <a:cubicBezTo>
                  <a:pt x="1123673" y="2304778"/>
                  <a:pt x="1137883" y="2308651"/>
                  <a:pt x="1151896" y="2313005"/>
                </a:cubicBezTo>
                <a:cubicBezTo>
                  <a:pt x="1149981" y="2315971"/>
                  <a:pt x="1146202" y="2321903"/>
                  <a:pt x="1144292" y="2324870"/>
                </a:cubicBezTo>
                <a:cubicBezTo>
                  <a:pt x="1153475" y="2332045"/>
                  <a:pt x="1163663" y="2322763"/>
                  <a:pt x="1173230" y="2326542"/>
                </a:cubicBezTo>
                <a:cubicBezTo>
                  <a:pt x="1189542" y="2332997"/>
                  <a:pt x="1207671" y="2329891"/>
                  <a:pt x="1224268" y="2335632"/>
                </a:cubicBezTo>
                <a:cubicBezTo>
                  <a:pt x="1223264" y="2352995"/>
                  <a:pt x="1223311" y="2370456"/>
                  <a:pt x="1223932" y="2387866"/>
                </a:cubicBezTo>
                <a:cubicBezTo>
                  <a:pt x="1259088" y="2390403"/>
                  <a:pt x="1294202" y="2391884"/>
                  <a:pt x="1328638" y="2400254"/>
                </a:cubicBezTo>
                <a:cubicBezTo>
                  <a:pt x="1324958" y="2404655"/>
                  <a:pt x="1321319" y="2409102"/>
                  <a:pt x="1317782" y="2413600"/>
                </a:cubicBezTo>
                <a:cubicBezTo>
                  <a:pt x="1338925" y="2423358"/>
                  <a:pt x="1363463" y="2414366"/>
                  <a:pt x="1384605" y="2421205"/>
                </a:cubicBezTo>
                <a:cubicBezTo>
                  <a:pt x="1390776" y="2460000"/>
                  <a:pt x="1385081" y="2500275"/>
                  <a:pt x="1387571" y="2539640"/>
                </a:cubicBezTo>
                <a:cubicBezTo>
                  <a:pt x="1392070" y="2537342"/>
                  <a:pt x="1396610" y="2535048"/>
                  <a:pt x="1401108" y="2532750"/>
                </a:cubicBezTo>
                <a:cubicBezTo>
                  <a:pt x="1412829" y="2533278"/>
                  <a:pt x="1424596" y="2534138"/>
                  <a:pt x="1436171" y="2536483"/>
                </a:cubicBezTo>
                <a:cubicBezTo>
                  <a:pt x="1441959" y="2535287"/>
                  <a:pt x="1447746" y="2534138"/>
                  <a:pt x="1453581" y="2532993"/>
                </a:cubicBezTo>
                <a:cubicBezTo>
                  <a:pt x="1453053" y="2513238"/>
                  <a:pt x="1459130" y="2494488"/>
                  <a:pt x="1464250" y="2475686"/>
                </a:cubicBezTo>
                <a:cubicBezTo>
                  <a:pt x="1481421" y="2475158"/>
                  <a:pt x="1498593" y="2475784"/>
                  <a:pt x="1515816" y="2476116"/>
                </a:cubicBezTo>
                <a:cubicBezTo>
                  <a:pt x="1521174" y="2470137"/>
                  <a:pt x="1526625" y="2464204"/>
                  <a:pt x="1532221" y="2458370"/>
                </a:cubicBezTo>
                <a:cubicBezTo>
                  <a:pt x="1544325" y="2456454"/>
                  <a:pt x="1554513" y="2449714"/>
                  <a:pt x="1563650" y="2441913"/>
                </a:cubicBezTo>
                <a:cubicBezTo>
                  <a:pt x="1564369" y="2444688"/>
                  <a:pt x="1565756" y="2450190"/>
                  <a:pt x="1566471" y="2452914"/>
                </a:cubicBezTo>
                <a:cubicBezTo>
                  <a:pt x="1626544" y="2500341"/>
                  <a:pt x="1590192" y="2455287"/>
                  <a:pt x="1644776" y="2497543"/>
                </a:cubicBezTo>
                <a:cubicBezTo>
                  <a:pt x="1645205" y="2500126"/>
                  <a:pt x="1646065" y="2505339"/>
                  <a:pt x="1646499" y="2507969"/>
                </a:cubicBezTo>
                <a:cubicBezTo>
                  <a:pt x="1648555" y="2509403"/>
                  <a:pt x="1652670" y="2512224"/>
                  <a:pt x="1654777" y="2513663"/>
                </a:cubicBezTo>
                <a:cubicBezTo>
                  <a:pt x="1655160" y="2525477"/>
                  <a:pt x="1655734" y="2537295"/>
                  <a:pt x="1656449" y="2549109"/>
                </a:cubicBezTo>
                <a:cubicBezTo>
                  <a:pt x="1662573" y="2544709"/>
                  <a:pt x="1668407" y="2539827"/>
                  <a:pt x="1675106" y="2536385"/>
                </a:cubicBezTo>
                <a:cubicBezTo>
                  <a:pt x="1684337" y="2542172"/>
                  <a:pt x="1689886" y="2555518"/>
                  <a:pt x="1702611" y="2554369"/>
                </a:cubicBezTo>
                <a:cubicBezTo>
                  <a:pt x="1729447" y="2555228"/>
                  <a:pt x="1756377" y="2553748"/>
                  <a:pt x="1783209" y="2554943"/>
                </a:cubicBezTo>
                <a:cubicBezTo>
                  <a:pt x="1785838" y="2556714"/>
                  <a:pt x="1791005" y="2560301"/>
                  <a:pt x="1793588" y="2562072"/>
                </a:cubicBezTo>
                <a:cubicBezTo>
                  <a:pt x="1797895" y="2558054"/>
                  <a:pt x="1802244" y="2554084"/>
                  <a:pt x="1806649" y="2550160"/>
                </a:cubicBezTo>
                <a:cubicBezTo>
                  <a:pt x="1811049" y="2501990"/>
                  <a:pt x="1803972" y="2453250"/>
                  <a:pt x="1812628" y="2405416"/>
                </a:cubicBezTo>
                <a:cubicBezTo>
                  <a:pt x="1820233" y="2405178"/>
                  <a:pt x="1827936" y="2405033"/>
                  <a:pt x="1835587" y="2404888"/>
                </a:cubicBezTo>
                <a:cubicBezTo>
                  <a:pt x="1837358" y="2397760"/>
                  <a:pt x="1839128" y="2390730"/>
                  <a:pt x="1840899" y="2383699"/>
                </a:cubicBezTo>
                <a:cubicBezTo>
                  <a:pt x="1856062" y="2382648"/>
                  <a:pt x="1871271" y="2383653"/>
                  <a:pt x="1886341" y="2385755"/>
                </a:cubicBezTo>
                <a:cubicBezTo>
                  <a:pt x="1886294" y="2388483"/>
                  <a:pt x="1886196" y="2393981"/>
                  <a:pt x="1886149" y="2396709"/>
                </a:cubicBezTo>
                <a:cubicBezTo>
                  <a:pt x="1905329" y="2402020"/>
                  <a:pt x="1923459" y="2410246"/>
                  <a:pt x="1942400" y="2416319"/>
                </a:cubicBezTo>
                <a:cubicBezTo>
                  <a:pt x="1954695" y="2413498"/>
                  <a:pt x="1965743" y="2407901"/>
                  <a:pt x="1969284" y="2394794"/>
                </a:cubicBezTo>
                <a:cubicBezTo>
                  <a:pt x="1997507" y="2391874"/>
                  <a:pt x="2022620" y="2409527"/>
                  <a:pt x="2051176" y="2404982"/>
                </a:cubicBezTo>
                <a:cubicBezTo>
                  <a:pt x="2051797" y="2408139"/>
                  <a:pt x="2053091" y="2414450"/>
                  <a:pt x="2053712" y="2417608"/>
                </a:cubicBezTo>
                <a:cubicBezTo>
                  <a:pt x="2059598" y="2421149"/>
                  <a:pt x="2065241" y="2425068"/>
                  <a:pt x="2071603" y="2427796"/>
                </a:cubicBezTo>
                <a:cubicBezTo>
                  <a:pt x="2085668" y="2426026"/>
                  <a:pt x="2099874" y="2424494"/>
                  <a:pt x="2113934" y="2427460"/>
                </a:cubicBezTo>
                <a:cubicBezTo>
                  <a:pt x="2115083" y="2420093"/>
                  <a:pt x="2116134" y="2412773"/>
                  <a:pt x="2117092" y="2405458"/>
                </a:cubicBezTo>
                <a:cubicBezTo>
                  <a:pt x="2156218" y="2409812"/>
                  <a:pt x="2195588" y="2408807"/>
                  <a:pt x="2234859" y="2409905"/>
                </a:cubicBezTo>
                <a:cubicBezTo>
                  <a:pt x="2240553" y="2428081"/>
                  <a:pt x="2233135" y="2447168"/>
                  <a:pt x="2238162" y="2465442"/>
                </a:cubicBezTo>
                <a:cubicBezTo>
                  <a:pt x="2245958" y="2467787"/>
                  <a:pt x="2253754" y="2470319"/>
                  <a:pt x="2261551" y="2472855"/>
                </a:cubicBezTo>
                <a:cubicBezTo>
                  <a:pt x="2262555" y="2481273"/>
                  <a:pt x="2263559" y="2489742"/>
                  <a:pt x="2264662" y="2498253"/>
                </a:cubicBezTo>
                <a:cubicBezTo>
                  <a:pt x="2287383" y="2503994"/>
                  <a:pt x="2310917" y="2505334"/>
                  <a:pt x="2334306" y="2504952"/>
                </a:cubicBezTo>
                <a:cubicBezTo>
                  <a:pt x="2334880" y="2538435"/>
                  <a:pt x="2333157" y="2572017"/>
                  <a:pt x="2334880" y="2605496"/>
                </a:cubicBezTo>
                <a:cubicBezTo>
                  <a:pt x="2340140" y="2620944"/>
                  <a:pt x="2347698" y="2635677"/>
                  <a:pt x="2349567" y="2652232"/>
                </a:cubicBezTo>
                <a:cubicBezTo>
                  <a:pt x="2356597" y="2651802"/>
                  <a:pt x="2363679" y="2651466"/>
                  <a:pt x="2370755" y="2651129"/>
                </a:cubicBezTo>
                <a:cubicBezTo>
                  <a:pt x="2373292" y="2645197"/>
                  <a:pt x="2375824" y="2639264"/>
                  <a:pt x="2378407" y="2633383"/>
                </a:cubicBezTo>
                <a:cubicBezTo>
                  <a:pt x="2390464" y="2634817"/>
                  <a:pt x="2406963" y="2628553"/>
                  <a:pt x="2414567" y="2641324"/>
                </a:cubicBezTo>
                <a:cubicBezTo>
                  <a:pt x="2425092" y="2642184"/>
                  <a:pt x="2435616" y="2642950"/>
                  <a:pt x="2446187" y="2643763"/>
                </a:cubicBezTo>
                <a:cubicBezTo>
                  <a:pt x="2455936" y="2563076"/>
                  <a:pt x="2438937" y="2500005"/>
                  <a:pt x="2460729" y="2434299"/>
                </a:cubicBezTo>
                <a:cubicBezTo>
                  <a:pt x="2475462" y="2429898"/>
                  <a:pt x="2490723" y="2428604"/>
                  <a:pt x="2505933" y="2427026"/>
                </a:cubicBezTo>
                <a:cubicBezTo>
                  <a:pt x="2511529" y="2422527"/>
                  <a:pt x="2509422" y="2413726"/>
                  <a:pt x="2511674" y="2407700"/>
                </a:cubicBezTo>
                <a:cubicBezTo>
                  <a:pt x="2521717" y="2409564"/>
                  <a:pt x="2531527" y="2412820"/>
                  <a:pt x="2540850" y="2417221"/>
                </a:cubicBezTo>
                <a:cubicBezTo>
                  <a:pt x="2543625" y="2424970"/>
                  <a:pt x="2546638" y="2432575"/>
                  <a:pt x="2550081" y="2440226"/>
                </a:cubicBezTo>
                <a:cubicBezTo>
                  <a:pt x="2554098" y="2433290"/>
                  <a:pt x="2557209" y="2425923"/>
                  <a:pt x="2559601" y="2418318"/>
                </a:cubicBezTo>
                <a:cubicBezTo>
                  <a:pt x="2568116" y="2418701"/>
                  <a:pt x="2576627" y="2419322"/>
                  <a:pt x="2585190" y="2420135"/>
                </a:cubicBezTo>
                <a:cubicBezTo>
                  <a:pt x="2588301" y="2429940"/>
                  <a:pt x="2591454" y="2439745"/>
                  <a:pt x="2594757" y="2449555"/>
                </a:cubicBezTo>
                <a:cubicBezTo>
                  <a:pt x="2603081" y="2455198"/>
                  <a:pt x="2609107" y="2463237"/>
                  <a:pt x="2614035" y="2471893"/>
                </a:cubicBezTo>
                <a:cubicBezTo>
                  <a:pt x="2611405" y="2491984"/>
                  <a:pt x="2610686" y="2512551"/>
                  <a:pt x="2614082" y="2532643"/>
                </a:cubicBezTo>
                <a:cubicBezTo>
                  <a:pt x="2621831" y="2535319"/>
                  <a:pt x="2630011" y="2536950"/>
                  <a:pt x="2637569" y="2540486"/>
                </a:cubicBezTo>
                <a:cubicBezTo>
                  <a:pt x="2639339" y="2546465"/>
                  <a:pt x="2641110" y="2552491"/>
                  <a:pt x="2642880" y="2558568"/>
                </a:cubicBezTo>
                <a:cubicBezTo>
                  <a:pt x="2657898" y="2566220"/>
                  <a:pt x="2653260" y="2542354"/>
                  <a:pt x="2656801" y="2533740"/>
                </a:cubicBezTo>
                <a:cubicBezTo>
                  <a:pt x="2669955" y="2533502"/>
                  <a:pt x="2683156" y="2533166"/>
                  <a:pt x="2696408" y="2532736"/>
                </a:cubicBezTo>
                <a:cubicBezTo>
                  <a:pt x="2695880" y="2526136"/>
                  <a:pt x="2693918" y="2519297"/>
                  <a:pt x="2696646" y="2512935"/>
                </a:cubicBezTo>
                <a:cubicBezTo>
                  <a:pt x="2704826" y="2487345"/>
                  <a:pt x="2701476" y="2460079"/>
                  <a:pt x="2702719" y="2433673"/>
                </a:cubicBezTo>
                <a:cubicBezTo>
                  <a:pt x="2706260" y="2433435"/>
                  <a:pt x="2713290" y="2432906"/>
                  <a:pt x="2716784" y="2432668"/>
                </a:cubicBezTo>
                <a:cubicBezTo>
                  <a:pt x="2717504" y="2429226"/>
                  <a:pt x="2718840" y="2422289"/>
                  <a:pt x="2719512" y="2418846"/>
                </a:cubicBezTo>
                <a:cubicBezTo>
                  <a:pt x="2754575" y="2421284"/>
                  <a:pt x="2790978" y="2412148"/>
                  <a:pt x="2824938" y="2423821"/>
                </a:cubicBezTo>
                <a:cubicBezTo>
                  <a:pt x="2825368" y="2427072"/>
                  <a:pt x="2826227" y="2433579"/>
                  <a:pt x="2826662" y="2436830"/>
                </a:cubicBezTo>
                <a:cubicBezTo>
                  <a:pt x="2840629" y="2439750"/>
                  <a:pt x="2857754" y="2438218"/>
                  <a:pt x="2868946" y="2448168"/>
                </a:cubicBezTo>
                <a:cubicBezTo>
                  <a:pt x="2865503" y="2497580"/>
                  <a:pt x="2870525" y="2547086"/>
                  <a:pt x="2869904" y="2596550"/>
                </a:cubicBezTo>
                <a:cubicBezTo>
                  <a:pt x="2875976" y="2594112"/>
                  <a:pt x="2882100" y="2591674"/>
                  <a:pt x="2888224" y="2589184"/>
                </a:cubicBezTo>
                <a:cubicBezTo>
                  <a:pt x="2893629" y="2577510"/>
                  <a:pt x="2905251" y="2572395"/>
                  <a:pt x="2917784" y="2573923"/>
                </a:cubicBezTo>
                <a:cubicBezTo>
                  <a:pt x="2921993" y="2578851"/>
                  <a:pt x="2925725" y="2584209"/>
                  <a:pt x="2929406" y="2589660"/>
                </a:cubicBezTo>
                <a:cubicBezTo>
                  <a:pt x="2960708" y="2594588"/>
                  <a:pt x="2948684" y="2595644"/>
                  <a:pt x="2976712" y="2600951"/>
                </a:cubicBezTo>
                <a:cubicBezTo>
                  <a:pt x="2983742" y="2566799"/>
                  <a:pt x="2978193" y="2531736"/>
                  <a:pt x="2980398" y="2497248"/>
                </a:cubicBezTo>
                <a:cubicBezTo>
                  <a:pt x="2984223" y="2492802"/>
                  <a:pt x="2988484" y="2488639"/>
                  <a:pt x="2991735" y="2483711"/>
                </a:cubicBezTo>
                <a:cubicBezTo>
                  <a:pt x="2995224" y="2423681"/>
                  <a:pt x="2994463" y="2363506"/>
                  <a:pt x="2994318" y="2303377"/>
                </a:cubicBezTo>
                <a:cubicBezTo>
                  <a:pt x="3044016" y="2297206"/>
                  <a:pt x="3094484" y="2303092"/>
                  <a:pt x="3142841" y="2315051"/>
                </a:cubicBezTo>
                <a:cubicBezTo>
                  <a:pt x="3148965" y="2368098"/>
                  <a:pt x="3146667" y="2421527"/>
                  <a:pt x="3147862" y="2474766"/>
                </a:cubicBezTo>
                <a:cubicBezTo>
                  <a:pt x="3151352" y="2475242"/>
                  <a:pt x="3158340" y="2476153"/>
                  <a:pt x="3161829" y="2476629"/>
                </a:cubicBezTo>
                <a:cubicBezTo>
                  <a:pt x="3162068" y="2536996"/>
                  <a:pt x="3161302" y="2597363"/>
                  <a:pt x="3162259" y="2657730"/>
                </a:cubicBezTo>
                <a:cubicBezTo>
                  <a:pt x="3172928" y="2657875"/>
                  <a:pt x="3183640" y="2658015"/>
                  <a:pt x="3194355" y="2658066"/>
                </a:cubicBezTo>
                <a:cubicBezTo>
                  <a:pt x="3195168" y="2637307"/>
                  <a:pt x="3195360" y="2616548"/>
                  <a:pt x="3195360" y="2595836"/>
                </a:cubicBezTo>
                <a:cubicBezTo>
                  <a:pt x="3212148" y="2589427"/>
                  <a:pt x="3228843" y="2582728"/>
                  <a:pt x="3245109" y="2575123"/>
                </a:cubicBezTo>
                <a:cubicBezTo>
                  <a:pt x="3241283" y="2570676"/>
                  <a:pt x="3237457" y="2566276"/>
                  <a:pt x="3233627" y="2561875"/>
                </a:cubicBezTo>
                <a:cubicBezTo>
                  <a:pt x="3233673" y="2546091"/>
                  <a:pt x="3234057" y="2530307"/>
                  <a:pt x="3234678" y="2514518"/>
                </a:cubicBezTo>
                <a:cubicBezTo>
                  <a:pt x="3252807" y="2514710"/>
                  <a:pt x="3271319" y="2514373"/>
                  <a:pt x="3288253" y="2506960"/>
                </a:cubicBezTo>
                <a:cubicBezTo>
                  <a:pt x="3293896" y="2498061"/>
                  <a:pt x="3304756" y="2499832"/>
                  <a:pt x="3313748" y="2498827"/>
                </a:cubicBezTo>
                <a:cubicBezTo>
                  <a:pt x="3315472" y="2501266"/>
                  <a:pt x="3318915" y="2506096"/>
                  <a:pt x="3320638" y="2508539"/>
                </a:cubicBezTo>
                <a:cubicBezTo>
                  <a:pt x="3330014" y="2509828"/>
                  <a:pt x="3339436" y="2511407"/>
                  <a:pt x="3348718" y="2513705"/>
                </a:cubicBezTo>
                <a:cubicBezTo>
                  <a:pt x="3350390" y="2513514"/>
                  <a:pt x="3353739" y="2513084"/>
                  <a:pt x="3355416" y="2512892"/>
                </a:cubicBezTo>
                <a:cubicBezTo>
                  <a:pt x="3366608" y="2519063"/>
                  <a:pt x="3379142" y="2521502"/>
                  <a:pt x="3391628" y="2523749"/>
                </a:cubicBezTo>
                <a:cubicBezTo>
                  <a:pt x="3391436" y="2538290"/>
                  <a:pt x="3391389" y="2552925"/>
                  <a:pt x="3391534" y="2567518"/>
                </a:cubicBezTo>
                <a:cubicBezTo>
                  <a:pt x="3389619" y="2569672"/>
                  <a:pt x="3385793" y="2574025"/>
                  <a:pt x="3383883" y="2576174"/>
                </a:cubicBezTo>
                <a:cubicBezTo>
                  <a:pt x="3385508" y="2604636"/>
                  <a:pt x="3384313" y="2633192"/>
                  <a:pt x="3387185" y="2661607"/>
                </a:cubicBezTo>
                <a:cubicBezTo>
                  <a:pt x="3393931" y="2661177"/>
                  <a:pt x="3400723" y="2660748"/>
                  <a:pt x="3407515" y="2660364"/>
                </a:cubicBezTo>
                <a:cubicBezTo>
                  <a:pt x="3409477" y="2650078"/>
                  <a:pt x="3411532" y="2639797"/>
                  <a:pt x="3413494" y="2629557"/>
                </a:cubicBezTo>
                <a:cubicBezTo>
                  <a:pt x="3428129" y="2630225"/>
                  <a:pt x="3442815" y="2631038"/>
                  <a:pt x="3457502" y="2631664"/>
                </a:cubicBezTo>
                <a:cubicBezTo>
                  <a:pt x="3461281" y="2638503"/>
                  <a:pt x="3465298" y="2645393"/>
                  <a:pt x="3469507" y="2652087"/>
                </a:cubicBezTo>
                <a:cubicBezTo>
                  <a:pt x="3472328" y="2661560"/>
                  <a:pt x="3475010" y="2671076"/>
                  <a:pt x="3477686" y="2680694"/>
                </a:cubicBezTo>
                <a:cubicBezTo>
                  <a:pt x="3492116" y="2675541"/>
                  <a:pt x="3484997" y="2688135"/>
                  <a:pt x="3491943" y="2460705"/>
                </a:cubicBezTo>
                <a:cubicBezTo>
                  <a:pt x="3502850" y="2460658"/>
                  <a:pt x="3514809" y="2459986"/>
                  <a:pt x="3518588" y="2447644"/>
                </a:cubicBezTo>
                <a:cubicBezTo>
                  <a:pt x="3544560" y="2446734"/>
                  <a:pt x="3570584" y="2447070"/>
                  <a:pt x="3596603" y="2447743"/>
                </a:cubicBezTo>
                <a:cubicBezTo>
                  <a:pt x="3597990" y="2470608"/>
                  <a:pt x="3598901" y="2493470"/>
                  <a:pt x="3599279" y="2516382"/>
                </a:cubicBezTo>
                <a:cubicBezTo>
                  <a:pt x="3601143" y="2518106"/>
                  <a:pt x="3604876" y="2521548"/>
                  <a:pt x="3606739" y="2523272"/>
                </a:cubicBezTo>
                <a:cubicBezTo>
                  <a:pt x="3606641" y="2548623"/>
                  <a:pt x="3607361" y="2574025"/>
                  <a:pt x="3605305" y="2599330"/>
                </a:cubicBezTo>
                <a:cubicBezTo>
                  <a:pt x="3624201" y="2599283"/>
                  <a:pt x="3640844" y="2610237"/>
                  <a:pt x="3659786" y="2609854"/>
                </a:cubicBezTo>
                <a:cubicBezTo>
                  <a:pt x="3676813" y="2608756"/>
                  <a:pt x="3690972" y="2620762"/>
                  <a:pt x="3708050" y="2620523"/>
                </a:cubicBezTo>
                <a:cubicBezTo>
                  <a:pt x="3709391" y="2622387"/>
                  <a:pt x="3712165" y="2626166"/>
                  <a:pt x="3713553" y="2628081"/>
                </a:cubicBezTo>
                <a:cubicBezTo>
                  <a:pt x="3729290" y="2631094"/>
                  <a:pt x="3745172" y="2633677"/>
                  <a:pt x="3761293" y="2634537"/>
                </a:cubicBezTo>
                <a:cubicBezTo>
                  <a:pt x="3766170" y="2547717"/>
                  <a:pt x="3762390" y="2460710"/>
                  <a:pt x="3766413" y="2373890"/>
                </a:cubicBezTo>
                <a:cubicBezTo>
                  <a:pt x="3776456" y="2368915"/>
                  <a:pt x="3785691" y="2358820"/>
                  <a:pt x="3797934" y="2361165"/>
                </a:cubicBezTo>
                <a:cubicBezTo>
                  <a:pt x="3812140" y="2364991"/>
                  <a:pt x="3825869" y="2371643"/>
                  <a:pt x="3840985" y="2370825"/>
                </a:cubicBezTo>
                <a:cubicBezTo>
                  <a:pt x="3861076" y="2372358"/>
                  <a:pt x="3883269" y="2367668"/>
                  <a:pt x="3901253" y="2379196"/>
                </a:cubicBezTo>
                <a:cubicBezTo>
                  <a:pt x="3899291" y="2430281"/>
                  <a:pt x="3898002" y="2481464"/>
                  <a:pt x="3899721" y="2532549"/>
                </a:cubicBezTo>
                <a:cubicBezTo>
                  <a:pt x="3909241" y="2533362"/>
                  <a:pt x="3918808" y="2534128"/>
                  <a:pt x="3928468" y="2534988"/>
                </a:cubicBezTo>
                <a:cubicBezTo>
                  <a:pt x="3929902" y="2532549"/>
                  <a:pt x="3932822" y="2527668"/>
                  <a:pt x="3934256" y="2525230"/>
                </a:cubicBezTo>
                <a:cubicBezTo>
                  <a:pt x="3952291" y="2525276"/>
                  <a:pt x="3970369" y="2525996"/>
                  <a:pt x="3988452" y="2524991"/>
                </a:cubicBezTo>
                <a:cubicBezTo>
                  <a:pt x="3990414" y="2442095"/>
                  <a:pt x="3988980" y="2359199"/>
                  <a:pt x="3989218" y="2276303"/>
                </a:cubicBezTo>
                <a:cubicBezTo>
                  <a:pt x="3995580" y="2272379"/>
                  <a:pt x="4002036" y="2268600"/>
                  <a:pt x="4008496" y="2264774"/>
                </a:cubicBezTo>
                <a:cubicBezTo>
                  <a:pt x="4008543" y="2253245"/>
                  <a:pt x="4008688" y="2241768"/>
                  <a:pt x="4009071" y="2230286"/>
                </a:cubicBezTo>
                <a:cubicBezTo>
                  <a:pt x="4032553" y="2207705"/>
                  <a:pt x="4018058" y="2222919"/>
                  <a:pt x="4023421" y="2120030"/>
                </a:cubicBezTo>
                <a:cubicBezTo>
                  <a:pt x="4037486" y="2104577"/>
                  <a:pt x="4031983" y="2082146"/>
                  <a:pt x="4035281" y="2063204"/>
                </a:cubicBezTo>
                <a:cubicBezTo>
                  <a:pt x="4043031" y="2056604"/>
                  <a:pt x="4050780" y="2050003"/>
                  <a:pt x="4058385" y="2043258"/>
                </a:cubicBezTo>
                <a:cubicBezTo>
                  <a:pt x="4059964" y="2043402"/>
                  <a:pt x="4063169" y="2043785"/>
                  <a:pt x="4064794" y="2043926"/>
                </a:cubicBezTo>
                <a:cubicBezTo>
                  <a:pt x="4078715" y="2035938"/>
                  <a:pt x="4093877" y="2028380"/>
                  <a:pt x="4103253" y="2014796"/>
                </a:cubicBezTo>
                <a:cubicBezTo>
                  <a:pt x="4106737" y="1919838"/>
                  <a:pt x="4111348" y="1914326"/>
                  <a:pt x="4122671" y="1909132"/>
                </a:cubicBezTo>
                <a:cubicBezTo>
                  <a:pt x="4123008" y="1921903"/>
                  <a:pt x="4122769" y="1934866"/>
                  <a:pt x="4125301" y="1947543"/>
                </a:cubicBezTo>
                <a:cubicBezTo>
                  <a:pt x="4131327" y="1972801"/>
                  <a:pt x="4123960" y="1998820"/>
                  <a:pt x="4128459" y="2024316"/>
                </a:cubicBezTo>
                <a:cubicBezTo>
                  <a:pt x="4129991" y="2021541"/>
                  <a:pt x="4133051" y="2016038"/>
                  <a:pt x="4134583" y="2013268"/>
                </a:cubicBezTo>
                <a:cubicBezTo>
                  <a:pt x="4138647" y="2015324"/>
                  <a:pt x="4142716" y="2017332"/>
                  <a:pt x="4146826" y="2019439"/>
                </a:cubicBezTo>
                <a:cubicBezTo>
                  <a:pt x="4144005" y="2019247"/>
                  <a:pt x="4138362" y="2018864"/>
                  <a:pt x="4135536" y="2018626"/>
                </a:cubicBezTo>
                <a:cubicBezTo>
                  <a:pt x="4143047" y="2044080"/>
                  <a:pt x="4141585" y="2026329"/>
                  <a:pt x="4193366" y="2072775"/>
                </a:cubicBezTo>
                <a:cubicBezTo>
                  <a:pt x="4196426" y="2089279"/>
                  <a:pt x="4196379" y="2106114"/>
                  <a:pt x="4196141" y="2122856"/>
                </a:cubicBezTo>
                <a:cubicBezTo>
                  <a:pt x="4198005" y="2124528"/>
                  <a:pt x="4201737" y="2127924"/>
                  <a:pt x="4203652" y="2129601"/>
                </a:cubicBezTo>
                <a:cubicBezTo>
                  <a:pt x="4209776" y="2161361"/>
                  <a:pt x="4199827" y="2194653"/>
                  <a:pt x="4208772" y="2226082"/>
                </a:cubicBezTo>
                <a:cubicBezTo>
                  <a:pt x="4218054" y="2228235"/>
                  <a:pt x="4227621" y="2230099"/>
                  <a:pt x="4236468" y="2233976"/>
                </a:cubicBezTo>
                <a:cubicBezTo>
                  <a:pt x="4240149" y="2279895"/>
                  <a:pt x="4237426" y="2326294"/>
                  <a:pt x="4237617" y="2372409"/>
                </a:cubicBezTo>
                <a:cubicBezTo>
                  <a:pt x="4312825" y="2362777"/>
                  <a:pt x="4220726" y="2364524"/>
                  <a:pt x="4342468" y="2361548"/>
                </a:cubicBezTo>
                <a:cubicBezTo>
                  <a:pt x="4341940" y="2335716"/>
                  <a:pt x="4346009" y="2310225"/>
                  <a:pt x="4353661" y="2285636"/>
                </a:cubicBezTo>
                <a:cubicBezTo>
                  <a:pt x="4377433" y="2282814"/>
                  <a:pt x="4400345" y="2274252"/>
                  <a:pt x="4424552" y="2274537"/>
                </a:cubicBezTo>
                <a:cubicBezTo>
                  <a:pt x="4424407" y="2267315"/>
                  <a:pt x="4424360" y="2260140"/>
                  <a:pt x="4424360" y="2253012"/>
                </a:cubicBezTo>
                <a:cubicBezTo>
                  <a:pt x="4454784" y="2259136"/>
                  <a:pt x="4486068" y="2254207"/>
                  <a:pt x="4516823" y="2257650"/>
                </a:cubicBezTo>
                <a:cubicBezTo>
                  <a:pt x="4516249" y="2250620"/>
                  <a:pt x="4515721" y="2243585"/>
                  <a:pt x="4515245" y="2236555"/>
                </a:cubicBezTo>
                <a:cubicBezTo>
                  <a:pt x="4520939" y="2236984"/>
                  <a:pt x="4526675" y="2237466"/>
                  <a:pt x="4532514" y="2237942"/>
                </a:cubicBezTo>
                <a:cubicBezTo>
                  <a:pt x="4534046" y="2241721"/>
                  <a:pt x="4537059" y="2249232"/>
                  <a:pt x="4538587" y="2252960"/>
                </a:cubicBezTo>
                <a:cubicBezTo>
                  <a:pt x="4540978" y="2249134"/>
                  <a:pt x="4545860" y="2241431"/>
                  <a:pt x="4548252" y="2237559"/>
                </a:cubicBezTo>
                <a:cubicBezTo>
                  <a:pt x="4551932" y="2238517"/>
                  <a:pt x="4559299" y="2240380"/>
                  <a:pt x="4562985" y="2241338"/>
                </a:cubicBezTo>
                <a:cubicBezTo>
                  <a:pt x="4563270" y="2244879"/>
                  <a:pt x="4563798" y="2251909"/>
                  <a:pt x="4564087" y="2255450"/>
                </a:cubicBezTo>
                <a:cubicBezTo>
                  <a:pt x="4605222" y="2254109"/>
                  <a:pt x="4646937" y="2266595"/>
                  <a:pt x="4687736" y="2255735"/>
                </a:cubicBezTo>
                <a:cubicBezTo>
                  <a:pt x="4690080" y="2246836"/>
                  <a:pt x="4692374" y="2237942"/>
                  <a:pt x="4694910" y="2229141"/>
                </a:cubicBezTo>
                <a:cubicBezTo>
                  <a:pt x="4704295" y="2235938"/>
                  <a:pt x="4702912" y="2242870"/>
                  <a:pt x="4701656" y="2303382"/>
                </a:cubicBezTo>
                <a:cubicBezTo>
                  <a:pt x="4724713" y="2302616"/>
                  <a:pt x="4747528" y="2305867"/>
                  <a:pt x="4770249" y="2309454"/>
                </a:cubicBezTo>
                <a:cubicBezTo>
                  <a:pt x="4770725" y="2317059"/>
                  <a:pt x="4771061" y="2324715"/>
                  <a:pt x="4771206" y="2332414"/>
                </a:cubicBezTo>
                <a:cubicBezTo>
                  <a:pt x="4835782" y="2329830"/>
                  <a:pt x="4902511" y="2356330"/>
                  <a:pt x="4941684" y="2408948"/>
                </a:cubicBezTo>
                <a:cubicBezTo>
                  <a:pt x="4947757" y="2408948"/>
                  <a:pt x="4953928" y="2408994"/>
                  <a:pt x="4960149" y="2409093"/>
                </a:cubicBezTo>
                <a:cubicBezTo>
                  <a:pt x="4962751" y="2055244"/>
                  <a:pt x="4964648" y="2069328"/>
                  <a:pt x="4964648" y="2069328"/>
                </a:cubicBezTo>
                <a:cubicBezTo>
                  <a:pt x="4970964" y="2064545"/>
                  <a:pt x="4976990" y="2059140"/>
                  <a:pt x="4984211" y="2055552"/>
                </a:cubicBezTo>
                <a:cubicBezTo>
                  <a:pt x="5010090" y="2063349"/>
                  <a:pt x="5036730" y="2074448"/>
                  <a:pt x="5056153" y="2093819"/>
                </a:cubicBezTo>
                <a:cubicBezTo>
                  <a:pt x="5056153" y="2093819"/>
                  <a:pt x="5060381" y="1800076"/>
                  <a:pt x="5060890" y="1252712"/>
                </a:cubicBezTo>
                <a:cubicBezTo>
                  <a:pt x="5052902" y="1245392"/>
                  <a:pt x="5044055" y="1238983"/>
                  <a:pt x="5033815" y="1235442"/>
                </a:cubicBezTo>
                <a:cubicBezTo>
                  <a:pt x="5030135" y="1232284"/>
                  <a:pt x="5026495" y="1229178"/>
                  <a:pt x="5022959" y="1226067"/>
                </a:cubicBezTo>
                <a:cubicBezTo>
                  <a:pt x="5027364" y="1191331"/>
                  <a:pt x="4991004" y="1169993"/>
                  <a:pt x="5013776" y="1095865"/>
                </a:cubicBezTo>
                <a:cubicBezTo>
                  <a:pt x="5040379" y="1043355"/>
                  <a:pt x="5046414" y="1031037"/>
                  <a:pt x="5112694" y="1006321"/>
                </a:cubicBezTo>
                <a:cubicBezTo>
                  <a:pt x="5115376" y="983362"/>
                  <a:pt x="5120061" y="960449"/>
                  <a:pt x="5117908" y="937200"/>
                </a:cubicBezTo>
                <a:cubicBezTo>
                  <a:pt x="5115852" y="935622"/>
                  <a:pt x="5111690" y="932417"/>
                  <a:pt x="5109584" y="930791"/>
                </a:cubicBezTo>
                <a:cubicBezTo>
                  <a:pt x="5128605" y="899751"/>
                  <a:pt x="5110816" y="818149"/>
                  <a:pt x="5121448" y="774281"/>
                </a:cubicBezTo>
                <a:cubicBezTo>
                  <a:pt x="5094472" y="755194"/>
                  <a:pt x="5089927" y="712718"/>
                  <a:pt x="5115469" y="690525"/>
                </a:cubicBezTo>
                <a:cubicBezTo>
                  <a:pt x="5114320" y="683158"/>
                  <a:pt x="5113414" y="675745"/>
                  <a:pt x="5112788" y="668332"/>
                </a:cubicBezTo>
                <a:cubicBezTo>
                  <a:pt x="5119533" y="666898"/>
                  <a:pt x="5126372" y="665464"/>
                  <a:pt x="5133309" y="664076"/>
                </a:cubicBezTo>
                <a:cubicBezTo>
                  <a:pt x="5132113" y="659867"/>
                  <a:pt x="5131062" y="655659"/>
                  <a:pt x="5130057" y="651497"/>
                </a:cubicBezTo>
                <a:cubicBezTo>
                  <a:pt x="5133855" y="631765"/>
                  <a:pt x="5134556" y="526965"/>
                  <a:pt x="5128908" y="504123"/>
                </a:cubicBezTo>
                <a:cubicBezTo>
                  <a:pt x="5125942" y="494556"/>
                  <a:pt x="5135317" y="488002"/>
                  <a:pt x="5141871" y="483126"/>
                </a:cubicBezTo>
                <a:cubicBezTo>
                  <a:pt x="5144141" y="318155"/>
                  <a:pt x="5143679" y="337088"/>
                  <a:pt x="5131062" y="308771"/>
                </a:cubicBezTo>
                <a:cubicBezTo>
                  <a:pt x="5135033" y="306285"/>
                  <a:pt x="5139050" y="303749"/>
                  <a:pt x="5143114" y="301259"/>
                </a:cubicBezTo>
                <a:cubicBezTo>
                  <a:pt x="5138923" y="214023"/>
                  <a:pt x="5150111" y="240266"/>
                  <a:pt x="5146748" y="74768"/>
                </a:cubicBezTo>
                <a:cubicBezTo>
                  <a:pt x="5145412" y="49604"/>
                  <a:pt x="5151681" y="24968"/>
                  <a:pt x="5153451" y="0"/>
                </a:cubicBezTo>
                <a:moveTo>
                  <a:pt x="8017590" y="1126102"/>
                </a:moveTo>
                <a:cubicBezTo>
                  <a:pt x="8017590" y="1139728"/>
                  <a:pt x="8032193" y="1210282"/>
                  <a:pt x="8041984" y="1223778"/>
                </a:cubicBezTo>
                <a:cubicBezTo>
                  <a:pt x="8079676" y="1210908"/>
                  <a:pt x="8119139" y="1204883"/>
                  <a:pt x="8157887" y="1196227"/>
                </a:cubicBezTo>
                <a:cubicBezTo>
                  <a:pt x="8166403" y="1159300"/>
                  <a:pt x="8176927" y="1122851"/>
                  <a:pt x="8183958" y="1085635"/>
                </a:cubicBezTo>
                <a:cubicBezTo>
                  <a:pt x="8128374" y="1098551"/>
                  <a:pt x="8073318" y="1113760"/>
                  <a:pt x="8017590" y="1126102"/>
                </a:cubicBezTo>
                <a:moveTo>
                  <a:pt x="5115614" y="1281753"/>
                </a:moveTo>
                <a:cubicBezTo>
                  <a:pt x="5116954" y="1306912"/>
                  <a:pt x="5111933" y="1332791"/>
                  <a:pt x="5118197" y="1357474"/>
                </a:cubicBezTo>
                <a:cubicBezTo>
                  <a:pt x="5123602" y="1356185"/>
                  <a:pt x="5129053" y="1354938"/>
                  <a:pt x="5134556" y="1353648"/>
                </a:cubicBezTo>
                <a:cubicBezTo>
                  <a:pt x="5130263" y="1265268"/>
                  <a:pt x="5143884" y="1291021"/>
                  <a:pt x="5115614" y="1281753"/>
                </a:cubicBezTo>
                <a:moveTo>
                  <a:pt x="5115231" y="1427118"/>
                </a:moveTo>
                <a:cubicBezTo>
                  <a:pt x="5115469" y="1448928"/>
                  <a:pt x="5115997" y="1470790"/>
                  <a:pt x="5114563" y="1492604"/>
                </a:cubicBezTo>
                <a:cubicBezTo>
                  <a:pt x="5120257" y="1490498"/>
                  <a:pt x="5126138" y="1488540"/>
                  <a:pt x="5131879" y="1486242"/>
                </a:cubicBezTo>
                <a:cubicBezTo>
                  <a:pt x="5131594" y="1469785"/>
                  <a:pt x="5131688" y="1453380"/>
                  <a:pt x="5132598" y="1436974"/>
                </a:cubicBezTo>
                <a:cubicBezTo>
                  <a:pt x="5126904" y="1433480"/>
                  <a:pt x="5120972" y="1430322"/>
                  <a:pt x="5115231" y="1427118"/>
                </a:cubicBezTo>
                <a:moveTo>
                  <a:pt x="5114656" y="1560861"/>
                </a:moveTo>
                <a:cubicBezTo>
                  <a:pt x="5115423" y="1583773"/>
                  <a:pt x="5114703" y="1606733"/>
                  <a:pt x="5114895" y="1629645"/>
                </a:cubicBezTo>
                <a:cubicBezTo>
                  <a:pt x="5128142" y="1621134"/>
                  <a:pt x="5134098" y="1629075"/>
                  <a:pt x="5130586" y="1574062"/>
                </a:cubicBezTo>
                <a:cubicBezTo>
                  <a:pt x="5128002" y="1566985"/>
                  <a:pt x="5120253" y="1564691"/>
                  <a:pt x="5114656" y="1560861"/>
                </a:cubicBezTo>
                <a:moveTo>
                  <a:pt x="5113989" y="1695660"/>
                </a:moveTo>
                <a:cubicBezTo>
                  <a:pt x="5114082" y="1718427"/>
                  <a:pt x="5113891" y="1741195"/>
                  <a:pt x="5113605" y="1764014"/>
                </a:cubicBezTo>
                <a:cubicBezTo>
                  <a:pt x="5134131" y="1749295"/>
                  <a:pt x="5128451" y="1774272"/>
                  <a:pt x="5130109" y="1705465"/>
                </a:cubicBezTo>
                <a:cubicBezTo>
                  <a:pt x="5124704" y="1702069"/>
                  <a:pt x="5119346" y="1698817"/>
                  <a:pt x="5113989" y="1695660"/>
                </a:cubicBezTo>
                <a:moveTo>
                  <a:pt x="5111788" y="1829547"/>
                </a:moveTo>
                <a:cubicBezTo>
                  <a:pt x="5111167" y="1852222"/>
                  <a:pt x="5111452" y="1874943"/>
                  <a:pt x="5111643" y="1897664"/>
                </a:cubicBezTo>
                <a:cubicBezTo>
                  <a:pt x="5117861" y="1896561"/>
                  <a:pt x="5124129" y="1895510"/>
                  <a:pt x="5130441" y="1894506"/>
                </a:cubicBezTo>
                <a:cubicBezTo>
                  <a:pt x="5130726" y="1875372"/>
                  <a:pt x="5130777" y="1856239"/>
                  <a:pt x="5130441" y="1837105"/>
                </a:cubicBezTo>
                <a:cubicBezTo>
                  <a:pt x="5124223" y="1834522"/>
                  <a:pt x="5117959" y="1831939"/>
                  <a:pt x="5111788" y="1829547"/>
                </a:cubicBezTo>
                <a:moveTo>
                  <a:pt x="5111214" y="1964150"/>
                </a:moveTo>
                <a:cubicBezTo>
                  <a:pt x="5110494" y="1988879"/>
                  <a:pt x="5110976" y="2013656"/>
                  <a:pt x="5110733" y="2038437"/>
                </a:cubicBezTo>
                <a:cubicBezTo>
                  <a:pt x="5115609" y="2038245"/>
                  <a:pt x="5125321" y="2037816"/>
                  <a:pt x="5130202" y="2037624"/>
                </a:cubicBezTo>
                <a:cubicBezTo>
                  <a:pt x="5130249" y="2015814"/>
                  <a:pt x="5130104" y="1993999"/>
                  <a:pt x="5130347" y="1972236"/>
                </a:cubicBezTo>
                <a:cubicBezTo>
                  <a:pt x="5123892" y="1969554"/>
                  <a:pt x="5117529" y="1966826"/>
                  <a:pt x="5111214" y="1964150"/>
                </a:cubicBezTo>
                <a:moveTo>
                  <a:pt x="5204442" y="2392930"/>
                </a:moveTo>
                <a:cubicBezTo>
                  <a:pt x="5202528" y="2460995"/>
                  <a:pt x="5203392" y="2529163"/>
                  <a:pt x="5203677" y="2597274"/>
                </a:cubicBezTo>
                <a:cubicBezTo>
                  <a:pt x="5209563" y="2594691"/>
                  <a:pt x="5215350" y="2591772"/>
                  <a:pt x="5221087" y="2588712"/>
                </a:cubicBezTo>
                <a:cubicBezTo>
                  <a:pt x="5224174" y="2421144"/>
                  <a:pt x="5227271" y="2407705"/>
                  <a:pt x="5204442" y="2392930"/>
                </a:cubicBezTo>
                <a:moveTo>
                  <a:pt x="5203532" y="2642768"/>
                </a:moveTo>
                <a:cubicBezTo>
                  <a:pt x="5207456" y="2642623"/>
                  <a:pt x="5215299" y="2642385"/>
                  <a:pt x="5219223" y="2642240"/>
                </a:cubicBezTo>
                <a:cubicBezTo>
                  <a:pt x="5219414" y="2635878"/>
                  <a:pt x="5219512" y="2629613"/>
                  <a:pt x="5219461" y="2623345"/>
                </a:cubicBezTo>
                <a:cubicBezTo>
                  <a:pt x="5211235" y="2627507"/>
                  <a:pt x="5202383" y="2631958"/>
                  <a:pt x="5203532" y="264276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56000">
                <a:schemeClr val="accent2">
                  <a:lumMod val="60000"/>
                  <a:lumOff val="40000"/>
                  <a:alpha val="31000"/>
                </a:schemeClr>
              </a:gs>
              <a:gs pos="100000">
                <a:schemeClr val="accent4">
                  <a:lumMod val="20000"/>
                  <a:lumOff val="80000"/>
                  <a:alpha val="61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5" name="任意多边形: 形状 74" descr="D:\51PPT模板网\51pptmoban.com\图片.jpg"/>
          <p:cNvSpPr/>
          <p:nvPr/>
        </p:nvSpPr>
        <p:spPr>
          <a:xfrm>
            <a:off x="-20493" y="3726162"/>
            <a:ext cx="2240079" cy="2027657"/>
          </a:xfrm>
          <a:custGeom>
            <a:avLst/>
            <a:gdLst>
              <a:gd name="connsiteX0" fmla="*/ 1202411 w 2468666"/>
              <a:gd name="connsiteY0" fmla="*/ 1601441 h 2234569"/>
              <a:gd name="connsiteX1" fmla="*/ 1260936 w 2468666"/>
              <a:gd name="connsiteY1" fmla="*/ 1665286 h 2234569"/>
              <a:gd name="connsiteX2" fmla="*/ 1260936 w 2468666"/>
              <a:gd name="connsiteY2" fmla="*/ 1681248 h 2234569"/>
              <a:gd name="connsiteX3" fmla="*/ 1175809 w 2468666"/>
              <a:gd name="connsiteY3" fmla="*/ 1665286 h 2234569"/>
              <a:gd name="connsiteX4" fmla="*/ 1080042 w 2468666"/>
              <a:gd name="connsiteY4" fmla="*/ 1686568 h 2234569"/>
              <a:gd name="connsiteX5" fmla="*/ 973634 w 2468666"/>
              <a:gd name="connsiteY5" fmla="*/ 1649325 h 2234569"/>
              <a:gd name="connsiteX6" fmla="*/ 947032 w 2468666"/>
              <a:gd name="connsiteY6" fmla="*/ 1564199 h 2234569"/>
              <a:gd name="connsiteX7" fmla="*/ 1133246 w 2468666"/>
              <a:gd name="connsiteY7" fmla="*/ 1495033 h 2234569"/>
              <a:gd name="connsiteX8" fmla="*/ 1202411 w 2468666"/>
              <a:gd name="connsiteY8" fmla="*/ 1601441 h 2234569"/>
              <a:gd name="connsiteX9" fmla="*/ 856585 w 2468666"/>
              <a:gd name="connsiteY9" fmla="*/ 1681248 h 2234569"/>
              <a:gd name="connsiteX10" fmla="*/ 787420 w 2468666"/>
              <a:gd name="connsiteY10" fmla="*/ 1686568 h 2234569"/>
              <a:gd name="connsiteX11" fmla="*/ 750177 w 2468666"/>
              <a:gd name="connsiteY11" fmla="*/ 1521635 h 2234569"/>
              <a:gd name="connsiteX12" fmla="*/ 750177 w 2468666"/>
              <a:gd name="connsiteY12" fmla="*/ 1484393 h 2234569"/>
              <a:gd name="connsiteX13" fmla="*/ 798060 w 2468666"/>
              <a:gd name="connsiteY13" fmla="*/ 1558878 h 2234569"/>
              <a:gd name="connsiteX14" fmla="*/ 856585 w 2468666"/>
              <a:gd name="connsiteY14" fmla="*/ 1665286 h 2234569"/>
              <a:gd name="connsiteX15" fmla="*/ 856585 w 2468666"/>
              <a:gd name="connsiteY15" fmla="*/ 1681248 h 2234569"/>
              <a:gd name="connsiteX16" fmla="*/ 585244 w 2468666"/>
              <a:gd name="connsiteY16" fmla="*/ 1420548 h 2234569"/>
              <a:gd name="connsiteX17" fmla="*/ 622487 w 2468666"/>
              <a:gd name="connsiteY17" fmla="*/ 1510995 h 2234569"/>
              <a:gd name="connsiteX18" fmla="*/ 702293 w 2468666"/>
              <a:gd name="connsiteY18" fmla="*/ 1766374 h 2234569"/>
              <a:gd name="connsiteX19" fmla="*/ 606526 w 2468666"/>
              <a:gd name="connsiteY19" fmla="*/ 1766374 h 2234569"/>
              <a:gd name="connsiteX20" fmla="*/ 569283 w 2468666"/>
              <a:gd name="connsiteY20" fmla="*/ 1686568 h 2234569"/>
              <a:gd name="connsiteX21" fmla="*/ 489477 w 2468666"/>
              <a:gd name="connsiteY21" fmla="*/ 1516315 h 2234569"/>
              <a:gd name="connsiteX22" fmla="*/ 579924 w 2468666"/>
              <a:gd name="connsiteY22" fmla="*/ 1420548 h 2234569"/>
              <a:gd name="connsiteX23" fmla="*/ 585244 w 2468666"/>
              <a:gd name="connsiteY23" fmla="*/ 1420548 h 2234569"/>
              <a:gd name="connsiteX24" fmla="*/ 1872782 w 2468666"/>
              <a:gd name="connsiteY24" fmla="*/ 1441829 h 2234569"/>
              <a:gd name="connsiteX25" fmla="*/ 1862141 w 2468666"/>
              <a:gd name="connsiteY25" fmla="*/ 1452470 h 2234569"/>
              <a:gd name="connsiteX26" fmla="*/ 1910025 w 2468666"/>
              <a:gd name="connsiteY26" fmla="*/ 1505674 h 2234569"/>
              <a:gd name="connsiteX27" fmla="*/ 1963229 w 2468666"/>
              <a:gd name="connsiteY27" fmla="*/ 1580160 h 2234569"/>
              <a:gd name="connsiteX28" fmla="*/ 1947268 w 2468666"/>
              <a:gd name="connsiteY28" fmla="*/ 1601441 h 2234569"/>
              <a:gd name="connsiteX29" fmla="*/ 1920665 w 2468666"/>
              <a:gd name="connsiteY29" fmla="*/ 1585480 h 2234569"/>
              <a:gd name="connsiteX30" fmla="*/ 1830219 w 2468666"/>
              <a:gd name="connsiteY30" fmla="*/ 1457791 h 2234569"/>
              <a:gd name="connsiteX31" fmla="*/ 1835539 w 2468666"/>
              <a:gd name="connsiteY31" fmla="*/ 1415227 h 2234569"/>
              <a:gd name="connsiteX32" fmla="*/ 1872782 w 2468666"/>
              <a:gd name="connsiteY32" fmla="*/ 1441829 h 2234569"/>
              <a:gd name="connsiteX33" fmla="*/ 1526956 w 2468666"/>
              <a:gd name="connsiteY33" fmla="*/ 1415227 h 2234569"/>
              <a:gd name="connsiteX34" fmla="*/ 1596121 w 2468666"/>
              <a:gd name="connsiteY34" fmla="*/ 1468431 h 2234569"/>
              <a:gd name="connsiteX35" fmla="*/ 1596121 w 2468666"/>
              <a:gd name="connsiteY35" fmla="*/ 1489713 h 2234569"/>
              <a:gd name="connsiteX36" fmla="*/ 1574839 w 2468666"/>
              <a:gd name="connsiteY36" fmla="*/ 1484393 h 2234569"/>
              <a:gd name="connsiteX37" fmla="*/ 1537596 w 2468666"/>
              <a:gd name="connsiteY37" fmla="*/ 1505674 h 2234569"/>
              <a:gd name="connsiteX38" fmla="*/ 1510994 w 2468666"/>
              <a:gd name="connsiteY38" fmla="*/ 1441829 h 2234569"/>
              <a:gd name="connsiteX39" fmla="*/ 1505674 w 2468666"/>
              <a:gd name="connsiteY39" fmla="*/ 1415227 h 2234569"/>
              <a:gd name="connsiteX40" fmla="*/ 1526956 w 2468666"/>
              <a:gd name="connsiteY40" fmla="*/ 1415227 h 2234569"/>
              <a:gd name="connsiteX41" fmla="*/ 1351382 w 2468666"/>
              <a:gd name="connsiteY41" fmla="*/ 1298178 h 2234569"/>
              <a:gd name="connsiteX42" fmla="*/ 1351382 w 2468666"/>
              <a:gd name="connsiteY42" fmla="*/ 1324781 h 2234569"/>
              <a:gd name="connsiteX43" fmla="*/ 1244974 w 2468666"/>
              <a:gd name="connsiteY43" fmla="*/ 1260936 h 2234569"/>
              <a:gd name="connsiteX44" fmla="*/ 1244974 w 2468666"/>
              <a:gd name="connsiteY44" fmla="*/ 1244974 h 2234569"/>
              <a:gd name="connsiteX45" fmla="*/ 1271576 w 2468666"/>
              <a:gd name="connsiteY45" fmla="*/ 1234334 h 2234569"/>
              <a:gd name="connsiteX46" fmla="*/ 1351382 w 2468666"/>
              <a:gd name="connsiteY46" fmla="*/ 1298178 h 2234569"/>
              <a:gd name="connsiteX47" fmla="*/ 665050 w 2468666"/>
              <a:gd name="connsiteY47" fmla="*/ 590565 h 2234569"/>
              <a:gd name="connsiteX48" fmla="*/ 691652 w 2468666"/>
              <a:gd name="connsiteY48" fmla="*/ 681012 h 2234569"/>
              <a:gd name="connsiteX49" fmla="*/ 675691 w 2468666"/>
              <a:gd name="connsiteY49" fmla="*/ 712934 h 2234569"/>
              <a:gd name="connsiteX50" fmla="*/ 718254 w 2468666"/>
              <a:gd name="connsiteY50" fmla="*/ 803381 h 2234569"/>
              <a:gd name="connsiteX51" fmla="*/ 808701 w 2468666"/>
              <a:gd name="connsiteY51" fmla="*/ 957673 h 2234569"/>
              <a:gd name="connsiteX52" fmla="*/ 798060 w 2468666"/>
              <a:gd name="connsiteY52" fmla="*/ 994915 h 2234569"/>
              <a:gd name="connsiteX53" fmla="*/ 814022 w 2468666"/>
              <a:gd name="connsiteY53" fmla="*/ 1021517 h 2234569"/>
              <a:gd name="connsiteX54" fmla="*/ 824662 w 2468666"/>
              <a:gd name="connsiteY54" fmla="*/ 1080042 h 2234569"/>
              <a:gd name="connsiteX55" fmla="*/ 792740 w 2468666"/>
              <a:gd name="connsiteY55" fmla="*/ 1117285 h 2234569"/>
              <a:gd name="connsiteX56" fmla="*/ 760818 w 2468666"/>
              <a:gd name="connsiteY56" fmla="*/ 1117285 h 2234569"/>
              <a:gd name="connsiteX57" fmla="*/ 643769 w 2468666"/>
              <a:gd name="connsiteY57" fmla="*/ 931071 h 2234569"/>
              <a:gd name="connsiteX58" fmla="*/ 627808 w 2468666"/>
              <a:gd name="connsiteY58" fmla="*/ 899148 h 2234569"/>
              <a:gd name="connsiteX59" fmla="*/ 675691 w 2468666"/>
              <a:gd name="connsiteY59" fmla="*/ 819342 h 2234569"/>
              <a:gd name="connsiteX60" fmla="*/ 563963 w 2468666"/>
              <a:gd name="connsiteY60" fmla="*/ 728895 h 2234569"/>
              <a:gd name="connsiteX61" fmla="*/ 542681 w 2468666"/>
              <a:gd name="connsiteY61" fmla="*/ 734216 h 2234569"/>
              <a:gd name="connsiteX62" fmla="*/ 532040 w 2468666"/>
              <a:gd name="connsiteY62" fmla="*/ 755497 h 2234569"/>
              <a:gd name="connsiteX63" fmla="*/ 500118 w 2468666"/>
              <a:gd name="connsiteY63" fmla="*/ 776779 h 2234569"/>
              <a:gd name="connsiteX64" fmla="*/ 516079 w 2468666"/>
              <a:gd name="connsiteY64" fmla="*/ 808701 h 2234569"/>
              <a:gd name="connsiteX65" fmla="*/ 505438 w 2468666"/>
              <a:gd name="connsiteY65" fmla="*/ 829983 h 2234569"/>
              <a:gd name="connsiteX66" fmla="*/ 516079 w 2468666"/>
              <a:gd name="connsiteY66" fmla="*/ 851265 h 2234569"/>
              <a:gd name="connsiteX67" fmla="*/ 516079 w 2468666"/>
              <a:gd name="connsiteY67" fmla="*/ 904469 h 2234569"/>
              <a:gd name="connsiteX68" fmla="*/ 489477 w 2468666"/>
              <a:gd name="connsiteY68" fmla="*/ 904469 h 2234569"/>
              <a:gd name="connsiteX69" fmla="*/ 457555 w 2468666"/>
              <a:gd name="connsiteY69" fmla="*/ 814022 h 2234569"/>
              <a:gd name="connsiteX70" fmla="*/ 649089 w 2468666"/>
              <a:gd name="connsiteY70" fmla="*/ 590565 h 2234569"/>
              <a:gd name="connsiteX71" fmla="*/ 665050 w 2468666"/>
              <a:gd name="connsiteY71" fmla="*/ 590565 h 2234569"/>
              <a:gd name="connsiteX72" fmla="*/ 207496 w 2468666"/>
              <a:gd name="connsiteY72" fmla="*/ 21282 h 2234569"/>
              <a:gd name="connsiteX73" fmla="*/ 239418 w 2468666"/>
              <a:gd name="connsiteY73" fmla="*/ 31922 h 2234569"/>
              <a:gd name="connsiteX74" fmla="*/ 303263 w 2468666"/>
              <a:gd name="connsiteY74" fmla="*/ 15961 h 2234569"/>
              <a:gd name="connsiteX75" fmla="*/ 399030 w 2468666"/>
              <a:gd name="connsiteY75" fmla="*/ 53204 h 2234569"/>
              <a:gd name="connsiteX76" fmla="*/ 542681 w 2468666"/>
              <a:gd name="connsiteY76" fmla="*/ 74486 h 2234569"/>
              <a:gd name="connsiteX77" fmla="*/ 712934 w 2468666"/>
              <a:gd name="connsiteY77" fmla="*/ 21282 h 2234569"/>
              <a:gd name="connsiteX78" fmla="*/ 792740 w 2468666"/>
              <a:gd name="connsiteY78" fmla="*/ 21282 h 2234569"/>
              <a:gd name="connsiteX79" fmla="*/ 931071 w 2468666"/>
              <a:gd name="connsiteY79" fmla="*/ 10641 h 2234569"/>
              <a:gd name="connsiteX80" fmla="*/ 1096003 w 2468666"/>
              <a:gd name="connsiteY80" fmla="*/ 42563 h 2234569"/>
              <a:gd name="connsiteX81" fmla="*/ 1122605 w 2468666"/>
              <a:gd name="connsiteY81" fmla="*/ 74486 h 2234569"/>
              <a:gd name="connsiteX82" fmla="*/ 1202411 w 2468666"/>
              <a:gd name="connsiteY82" fmla="*/ 106408 h 2234569"/>
              <a:gd name="connsiteX83" fmla="*/ 1234334 w 2468666"/>
              <a:gd name="connsiteY83" fmla="*/ 154292 h 2234569"/>
              <a:gd name="connsiteX84" fmla="*/ 1186450 w 2468666"/>
              <a:gd name="connsiteY84" fmla="*/ 170253 h 2234569"/>
              <a:gd name="connsiteX85" fmla="*/ 1127925 w 2468666"/>
              <a:gd name="connsiteY85" fmla="*/ 260700 h 2234569"/>
              <a:gd name="connsiteX86" fmla="*/ 1159848 w 2468666"/>
              <a:gd name="connsiteY86" fmla="*/ 313904 h 2234569"/>
              <a:gd name="connsiteX87" fmla="*/ 1159848 w 2468666"/>
              <a:gd name="connsiteY87" fmla="*/ 335185 h 2234569"/>
              <a:gd name="connsiteX88" fmla="*/ 1111964 w 2468666"/>
              <a:gd name="connsiteY88" fmla="*/ 367108 h 2234569"/>
              <a:gd name="connsiteX89" fmla="*/ 1127925 w 2468666"/>
              <a:gd name="connsiteY89" fmla="*/ 377749 h 2234569"/>
              <a:gd name="connsiteX90" fmla="*/ 1127925 w 2468666"/>
              <a:gd name="connsiteY90" fmla="*/ 393710 h 2234569"/>
              <a:gd name="connsiteX91" fmla="*/ 1016197 w 2468666"/>
              <a:gd name="connsiteY91" fmla="*/ 489477 h 2234569"/>
              <a:gd name="connsiteX92" fmla="*/ 989595 w 2468666"/>
              <a:gd name="connsiteY92" fmla="*/ 500118 h 2234569"/>
              <a:gd name="connsiteX93" fmla="*/ 893828 w 2468666"/>
              <a:gd name="connsiteY93" fmla="*/ 457555 h 2234569"/>
              <a:gd name="connsiteX94" fmla="*/ 766138 w 2468666"/>
              <a:gd name="connsiteY94" fmla="*/ 537361 h 2234569"/>
              <a:gd name="connsiteX95" fmla="*/ 755497 w 2468666"/>
              <a:gd name="connsiteY95" fmla="*/ 537361 h 2234569"/>
              <a:gd name="connsiteX96" fmla="*/ 744856 w 2468666"/>
              <a:gd name="connsiteY96" fmla="*/ 548002 h 2234569"/>
              <a:gd name="connsiteX97" fmla="*/ 776779 w 2468666"/>
              <a:gd name="connsiteY97" fmla="*/ 649089 h 2234569"/>
              <a:gd name="connsiteX98" fmla="*/ 835303 w 2468666"/>
              <a:gd name="connsiteY98" fmla="*/ 766138 h 2234569"/>
              <a:gd name="connsiteX99" fmla="*/ 867226 w 2468666"/>
              <a:gd name="connsiteY99" fmla="*/ 787420 h 2234569"/>
              <a:gd name="connsiteX100" fmla="*/ 877867 w 2468666"/>
              <a:gd name="connsiteY100" fmla="*/ 776779 h 2234569"/>
              <a:gd name="connsiteX101" fmla="*/ 856585 w 2468666"/>
              <a:gd name="connsiteY101" fmla="*/ 755497 h 2234569"/>
              <a:gd name="connsiteX102" fmla="*/ 851264 w 2468666"/>
              <a:gd name="connsiteY102" fmla="*/ 723575 h 2234569"/>
              <a:gd name="connsiteX103" fmla="*/ 824662 w 2468666"/>
              <a:gd name="connsiteY103" fmla="*/ 617167 h 2234569"/>
              <a:gd name="connsiteX104" fmla="*/ 883187 w 2468666"/>
              <a:gd name="connsiteY104" fmla="*/ 553322 h 2234569"/>
              <a:gd name="connsiteX105" fmla="*/ 947032 w 2468666"/>
              <a:gd name="connsiteY105" fmla="*/ 563963 h 2234569"/>
              <a:gd name="connsiteX106" fmla="*/ 984275 w 2468666"/>
              <a:gd name="connsiteY106" fmla="*/ 617167 h 2234569"/>
              <a:gd name="connsiteX107" fmla="*/ 989595 w 2468666"/>
              <a:gd name="connsiteY107" fmla="*/ 638448 h 2234569"/>
              <a:gd name="connsiteX108" fmla="*/ 978954 w 2468666"/>
              <a:gd name="connsiteY108" fmla="*/ 696973 h 2234569"/>
              <a:gd name="connsiteX109" fmla="*/ 994915 w 2468666"/>
              <a:gd name="connsiteY109" fmla="*/ 718254 h 2234569"/>
              <a:gd name="connsiteX110" fmla="*/ 1074721 w 2468666"/>
              <a:gd name="connsiteY110" fmla="*/ 760818 h 2234569"/>
              <a:gd name="connsiteX111" fmla="*/ 1090683 w 2468666"/>
              <a:gd name="connsiteY111" fmla="*/ 739536 h 2234569"/>
              <a:gd name="connsiteX112" fmla="*/ 1218372 w 2468666"/>
              <a:gd name="connsiteY112" fmla="*/ 739536 h 2234569"/>
              <a:gd name="connsiteX113" fmla="*/ 1244974 w 2468666"/>
              <a:gd name="connsiteY113" fmla="*/ 696973 h 2234569"/>
              <a:gd name="connsiteX114" fmla="*/ 1276897 w 2468666"/>
              <a:gd name="connsiteY114" fmla="*/ 696973 h 2234569"/>
              <a:gd name="connsiteX115" fmla="*/ 1276897 w 2468666"/>
              <a:gd name="connsiteY115" fmla="*/ 723575 h 2234569"/>
              <a:gd name="connsiteX116" fmla="*/ 1287538 w 2468666"/>
              <a:gd name="connsiteY116" fmla="*/ 728895 h 2234569"/>
              <a:gd name="connsiteX117" fmla="*/ 1452470 w 2468666"/>
              <a:gd name="connsiteY117" fmla="*/ 670371 h 2234569"/>
              <a:gd name="connsiteX118" fmla="*/ 1510994 w 2468666"/>
              <a:gd name="connsiteY118" fmla="*/ 611846 h 2234569"/>
              <a:gd name="connsiteX119" fmla="*/ 1510994 w 2468666"/>
              <a:gd name="connsiteY119" fmla="*/ 654410 h 2234569"/>
              <a:gd name="connsiteX120" fmla="*/ 1521635 w 2468666"/>
              <a:gd name="connsiteY120" fmla="*/ 659730 h 2234569"/>
              <a:gd name="connsiteX121" fmla="*/ 1558878 w 2468666"/>
              <a:gd name="connsiteY121" fmla="*/ 643769 h 2234569"/>
              <a:gd name="connsiteX122" fmla="*/ 1585480 w 2468666"/>
              <a:gd name="connsiteY122" fmla="*/ 643769 h 2234569"/>
              <a:gd name="connsiteX123" fmla="*/ 1590801 w 2468666"/>
              <a:gd name="connsiteY123" fmla="*/ 654410 h 2234569"/>
              <a:gd name="connsiteX124" fmla="*/ 1452470 w 2468666"/>
              <a:gd name="connsiteY124" fmla="*/ 723575 h 2234569"/>
              <a:gd name="connsiteX125" fmla="*/ 1346062 w 2468666"/>
              <a:gd name="connsiteY125" fmla="*/ 798061 h 2234569"/>
              <a:gd name="connsiteX126" fmla="*/ 1287538 w 2468666"/>
              <a:gd name="connsiteY126" fmla="*/ 845944 h 2234569"/>
              <a:gd name="connsiteX127" fmla="*/ 1276897 w 2468666"/>
              <a:gd name="connsiteY127" fmla="*/ 861905 h 2234569"/>
              <a:gd name="connsiteX128" fmla="*/ 1250295 w 2468666"/>
              <a:gd name="connsiteY128" fmla="*/ 851265 h 2234569"/>
              <a:gd name="connsiteX129" fmla="*/ 1111964 w 2468666"/>
              <a:gd name="connsiteY129" fmla="*/ 1000236 h 2234569"/>
              <a:gd name="connsiteX130" fmla="*/ 1175809 w 2468666"/>
              <a:gd name="connsiteY130" fmla="*/ 1000236 h 2234569"/>
              <a:gd name="connsiteX131" fmla="*/ 1362023 w 2468666"/>
              <a:gd name="connsiteY131" fmla="*/ 1133246 h 2234569"/>
              <a:gd name="connsiteX132" fmla="*/ 1383305 w 2468666"/>
              <a:gd name="connsiteY132" fmla="*/ 1191770 h 2234569"/>
              <a:gd name="connsiteX133" fmla="*/ 1457790 w 2468666"/>
              <a:gd name="connsiteY133" fmla="*/ 1308819 h 2234569"/>
              <a:gd name="connsiteX134" fmla="*/ 1532276 w 2468666"/>
              <a:gd name="connsiteY134" fmla="*/ 1271576 h 2234569"/>
              <a:gd name="connsiteX135" fmla="*/ 1537596 w 2468666"/>
              <a:gd name="connsiteY135" fmla="*/ 1255615 h 2234569"/>
              <a:gd name="connsiteX136" fmla="*/ 1505674 w 2468666"/>
              <a:gd name="connsiteY136" fmla="*/ 1154528 h 2234569"/>
              <a:gd name="connsiteX137" fmla="*/ 1516315 w 2468666"/>
              <a:gd name="connsiteY137" fmla="*/ 1133246 h 2234569"/>
              <a:gd name="connsiteX138" fmla="*/ 1585480 w 2468666"/>
              <a:gd name="connsiteY138" fmla="*/ 1080042 h 2234569"/>
              <a:gd name="connsiteX139" fmla="*/ 1659966 w 2468666"/>
              <a:gd name="connsiteY139" fmla="*/ 1133246 h 2234569"/>
              <a:gd name="connsiteX140" fmla="*/ 1659966 w 2468666"/>
              <a:gd name="connsiteY140" fmla="*/ 1191770 h 2234569"/>
              <a:gd name="connsiteX141" fmla="*/ 1755733 w 2468666"/>
              <a:gd name="connsiteY141" fmla="*/ 1229013 h 2234569"/>
              <a:gd name="connsiteX142" fmla="*/ 1824898 w 2468666"/>
              <a:gd name="connsiteY142" fmla="*/ 1244974 h 2234569"/>
              <a:gd name="connsiteX143" fmla="*/ 1936627 w 2468666"/>
              <a:gd name="connsiteY143" fmla="*/ 1377985 h 2234569"/>
              <a:gd name="connsiteX144" fmla="*/ 1963229 w 2468666"/>
              <a:gd name="connsiteY144" fmla="*/ 1393946 h 2234569"/>
              <a:gd name="connsiteX145" fmla="*/ 1973870 w 2468666"/>
              <a:gd name="connsiteY145" fmla="*/ 1463111 h 2234569"/>
              <a:gd name="connsiteX146" fmla="*/ 2043035 w 2468666"/>
              <a:gd name="connsiteY146" fmla="*/ 1649325 h 2234569"/>
              <a:gd name="connsiteX147" fmla="*/ 2090918 w 2468666"/>
              <a:gd name="connsiteY147" fmla="*/ 1675927 h 2234569"/>
              <a:gd name="connsiteX148" fmla="*/ 2128161 w 2468666"/>
              <a:gd name="connsiteY148" fmla="*/ 1649325 h 2234569"/>
              <a:gd name="connsiteX149" fmla="*/ 2213288 w 2468666"/>
              <a:gd name="connsiteY149" fmla="*/ 1665286 h 2234569"/>
              <a:gd name="connsiteX150" fmla="*/ 2330337 w 2468666"/>
              <a:gd name="connsiteY150" fmla="*/ 1707850 h 2234569"/>
              <a:gd name="connsiteX151" fmla="*/ 2468667 w 2468666"/>
              <a:gd name="connsiteY151" fmla="*/ 2186686 h 2234569"/>
              <a:gd name="connsiteX152" fmla="*/ 2463347 w 2468666"/>
              <a:gd name="connsiteY152" fmla="*/ 2234570 h 2234569"/>
              <a:gd name="connsiteX153" fmla="*/ 0 w 2468666"/>
              <a:gd name="connsiteY153" fmla="*/ 2229249 h 2234569"/>
              <a:gd name="connsiteX154" fmla="*/ 0 w 2468666"/>
              <a:gd name="connsiteY154" fmla="*/ 2186686 h 2234569"/>
              <a:gd name="connsiteX155" fmla="*/ 15961 w 2468666"/>
              <a:gd name="connsiteY155" fmla="*/ 2138802 h 2234569"/>
              <a:gd name="connsiteX156" fmla="*/ 37243 w 2468666"/>
              <a:gd name="connsiteY156" fmla="*/ 1979190 h 2234569"/>
              <a:gd name="connsiteX157" fmla="*/ 106408 w 2468666"/>
              <a:gd name="connsiteY157" fmla="*/ 1792976 h 2234569"/>
              <a:gd name="connsiteX158" fmla="*/ 117049 w 2468666"/>
              <a:gd name="connsiteY158" fmla="*/ 1734452 h 2234569"/>
              <a:gd name="connsiteX159" fmla="*/ 170253 w 2468666"/>
              <a:gd name="connsiteY159" fmla="*/ 1691888 h 2234569"/>
              <a:gd name="connsiteX160" fmla="*/ 244739 w 2468666"/>
              <a:gd name="connsiteY160" fmla="*/ 1707850 h 2234569"/>
              <a:gd name="connsiteX161" fmla="*/ 319224 w 2468666"/>
              <a:gd name="connsiteY161" fmla="*/ 1681248 h 2234569"/>
              <a:gd name="connsiteX162" fmla="*/ 399030 w 2468666"/>
              <a:gd name="connsiteY162" fmla="*/ 1729131 h 2234569"/>
              <a:gd name="connsiteX163" fmla="*/ 500118 w 2468666"/>
              <a:gd name="connsiteY163" fmla="*/ 1729131 h 2234569"/>
              <a:gd name="connsiteX164" fmla="*/ 505438 w 2468666"/>
              <a:gd name="connsiteY164" fmla="*/ 1713170 h 2234569"/>
              <a:gd name="connsiteX165" fmla="*/ 356467 w 2468666"/>
              <a:gd name="connsiteY165" fmla="*/ 1532276 h 2234569"/>
              <a:gd name="connsiteX166" fmla="*/ 345826 w 2468666"/>
              <a:gd name="connsiteY166" fmla="*/ 1484393 h 2234569"/>
              <a:gd name="connsiteX167" fmla="*/ 436273 w 2468666"/>
              <a:gd name="connsiteY167" fmla="*/ 1314140 h 2234569"/>
              <a:gd name="connsiteX168" fmla="*/ 505438 w 2468666"/>
              <a:gd name="connsiteY168" fmla="*/ 1197091 h 2234569"/>
              <a:gd name="connsiteX169" fmla="*/ 361787 w 2468666"/>
              <a:gd name="connsiteY169" fmla="*/ 1074722 h 2234569"/>
              <a:gd name="connsiteX170" fmla="*/ 303263 w 2468666"/>
              <a:gd name="connsiteY170" fmla="*/ 989595 h 2234569"/>
              <a:gd name="connsiteX171" fmla="*/ 457555 w 2468666"/>
              <a:gd name="connsiteY171" fmla="*/ 893828 h 2234569"/>
              <a:gd name="connsiteX172" fmla="*/ 180894 w 2468666"/>
              <a:gd name="connsiteY172" fmla="*/ 37243 h 2234569"/>
              <a:gd name="connsiteX173" fmla="*/ 180894 w 2468666"/>
              <a:gd name="connsiteY173" fmla="*/ 0 h 2234569"/>
              <a:gd name="connsiteX174" fmla="*/ 207496 w 2468666"/>
              <a:gd name="connsiteY174" fmla="*/ 21282 h 2234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</a:cxnLst>
            <a:rect l="l" t="t" r="r" b="b"/>
            <a:pathLst>
              <a:path w="2468666" h="2234569">
                <a:moveTo>
                  <a:pt x="1202411" y="1601441"/>
                </a:moveTo>
                <a:cubicBezTo>
                  <a:pt x="1218372" y="1622723"/>
                  <a:pt x="1244974" y="1644005"/>
                  <a:pt x="1260936" y="1665286"/>
                </a:cubicBezTo>
                <a:lnTo>
                  <a:pt x="1260936" y="1681248"/>
                </a:lnTo>
                <a:cubicBezTo>
                  <a:pt x="1223693" y="1670607"/>
                  <a:pt x="1186450" y="1665286"/>
                  <a:pt x="1175809" y="1665286"/>
                </a:cubicBezTo>
                <a:cubicBezTo>
                  <a:pt x="1159848" y="1665286"/>
                  <a:pt x="1096003" y="1686568"/>
                  <a:pt x="1080042" y="1686568"/>
                </a:cubicBezTo>
                <a:cubicBezTo>
                  <a:pt x="1069401" y="1686568"/>
                  <a:pt x="1000236" y="1675927"/>
                  <a:pt x="973634" y="1649325"/>
                </a:cubicBezTo>
                <a:cubicBezTo>
                  <a:pt x="952352" y="1628044"/>
                  <a:pt x="947032" y="1574839"/>
                  <a:pt x="947032" y="1564199"/>
                </a:cubicBezTo>
                <a:cubicBezTo>
                  <a:pt x="947032" y="1532276"/>
                  <a:pt x="1122605" y="1495033"/>
                  <a:pt x="1133246" y="1495033"/>
                </a:cubicBezTo>
                <a:cubicBezTo>
                  <a:pt x="1143887" y="1495033"/>
                  <a:pt x="1175809" y="1564199"/>
                  <a:pt x="1202411" y="1601441"/>
                </a:cubicBezTo>
                <a:close/>
                <a:moveTo>
                  <a:pt x="856585" y="1681248"/>
                </a:moveTo>
                <a:cubicBezTo>
                  <a:pt x="835303" y="1681248"/>
                  <a:pt x="803381" y="1686568"/>
                  <a:pt x="787420" y="1686568"/>
                </a:cubicBezTo>
                <a:cubicBezTo>
                  <a:pt x="755497" y="1686568"/>
                  <a:pt x="750177" y="1526956"/>
                  <a:pt x="750177" y="1521635"/>
                </a:cubicBezTo>
                <a:lnTo>
                  <a:pt x="750177" y="1484393"/>
                </a:lnTo>
                <a:cubicBezTo>
                  <a:pt x="755497" y="1489713"/>
                  <a:pt x="755497" y="1521635"/>
                  <a:pt x="798060" y="1558878"/>
                </a:cubicBezTo>
                <a:cubicBezTo>
                  <a:pt x="814022" y="1590801"/>
                  <a:pt x="835303" y="1628044"/>
                  <a:pt x="856585" y="1665286"/>
                </a:cubicBezTo>
                <a:lnTo>
                  <a:pt x="856585" y="1681248"/>
                </a:lnTo>
                <a:close/>
                <a:moveTo>
                  <a:pt x="585244" y="1420548"/>
                </a:moveTo>
                <a:cubicBezTo>
                  <a:pt x="595885" y="1447150"/>
                  <a:pt x="611846" y="1473752"/>
                  <a:pt x="622487" y="1510995"/>
                </a:cubicBezTo>
                <a:cubicBezTo>
                  <a:pt x="649089" y="1585480"/>
                  <a:pt x="675691" y="1675927"/>
                  <a:pt x="702293" y="1766374"/>
                </a:cubicBezTo>
                <a:cubicBezTo>
                  <a:pt x="670371" y="1771694"/>
                  <a:pt x="638448" y="1771694"/>
                  <a:pt x="606526" y="1766374"/>
                </a:cubicBezTo>
                <a:cubicBezTo>
                  <a:pt x="611846" y="1739772"/>
                  <a:pt x="569283" y="1707850"/>
                  <a:pt x="569283" y="1686568"/>
                </a:cubicBezTo>
                <a:cubicBezTo>
                  <a:pt x="558642" y="1638684"/>
                  <a:pt x="553322" y="1553558"/>
                  <a:pt x="489477" y="1516315"/>
                </a:cubicBezTo>
                <a:cubicBezTo>
                  <a:pt x="516079" y="1489713"/>
                  <a:pt x="553322" y="1457791"/>
                  <a:pt x="579924" y="1420548"/>
                </a:cubicBezTo>
                <a:lnTo>
                  <a:pt x="585244" y="1420548"/>
                </a:lnTo>
                <a:close/>
                <a:moveTo>
                  <a:pt x="1872782" y="1441829"/>
                </a:moveTo>
                <a:cubicBezTo>
                  <a:pt x="1872782" y="1457791"/>
                  <a:pt x="1862141" y="1441829"/>
                  <a:pt x="1862141" y="1452470"/>
                </a:cubicBezTo>
                <a:cubicBezTo>
                  <a:pt x="1862141" y="1468431"/>
                  <a:pt x="1894063" y="1489713"/>
                  <a:pt x="1910025" y="1505674"/>
                </a:cubicBezTo>
                <a:cubicBezTo>
                  <a:pt x="1925986" y="1521635"/>
                  <a:pt x="1941947" y="1553558"/>
                  <a:pt x="1963229" y="1580160"/>
                </a:cubicBezTo>
                <a:cubicBezTo>
                  <a:pt x="1957908" y="1585480"/>
                  <a:pt x="1952588" y="1596121"/>
                  <a:pt x="1947268" y="1601441"/>
                </a:cubicBezTo>
                <a:cubicBezTo>
                  <a:pt x="1941947" y="1596121"/>
                  <a:pt x="1925986" y="1590801"/>
                  <a:pt x="1920665" y="1585480"/>
                </a:cubicBezTo>
                <a:cubicBezTo>
                  <a:pt x="1894063" y="1542917"/>
                  <a:pt x="1862141" y="1495033"/>
                  <a:pt x="1830219" y="1457791"/>
                </a:cubicBezTo>
                <a:lnTo>
                  <a:pt x="1835539" y="1415227"/>
                </a:lnTo>
                <a:cubicBezTo>
                  <a:pt x="1846180" y="1420548"/>
                  <a:pt x="1872782" y="1431189"/>
                  <a:pt x="1872782" y="1441829"/>
                </a:cubicBezTo>
                <a:close/>
                <a:moveTo>
                  <a:pt x="1526956" y="1415227"/>
                </a:moveTo>
                <a:cubicBezTo>
                  <a:pt x="1553558" y="1431189"/>
                  <a:pt x="1574839" y="1452470"/>
                  <a:pt x="1596121" y="1468431"/>
                </a:cubicBezTo>
                <a:lnTo>
                  <a:pt x="1596121" y="1489713"/>
                </a:lnTo>
                <a:cubicBezTo>
                  <a:pt x="1590801" y="1484393"/>
                  <a:pt x="1590801" y="1484393"/>
                  <a:pt x="1574839" y="1484393"/>
                </a:cubicBezTo>
                <a:cubicBezTo>
                  <a:pt x="1564199" y="1484393"/>
                  <a:pt x="1548237" y="1495033"/>
                  <a:pt x="1537596" y="1505674"/>
                </a:cubicBezTo>
                <a:cubicBezTo>
                  <a:pt x="1500354" y="1484393"/>
                  <a:pt x="1510994" y="1463111"/>
                  <a:pt x="1510994" y="1441829"/>
                </a:cubicBezTo>
                <a:cubicBezTo>
                  <a:pt x="1510994" y="1436509"/>
                  <a:pt x="1516315" y="1415227"/>
                  <a:pt x="1505674" y="1415227"/>
                </a:cubicBezTo>
                <a:lnTo>
                  <a:pt x="1526956" y="1415227"/>
                </a:lnTo>
                <a:close/>
                <a:moveTo>
                  <a:pt x="1351382" y="1298178"/>
                </a:moveTo>
                <a:lnTo>
                  <a:pt x="1351382" y="1324781"/>
                </a:lnTo>
                <a:cubicBezTo>
                  <a:pt x="1308819" y="1303499"/>
                  <a:pt x="1276897" y="1282217"/>
                  <a:pt x="1244974" y="1260936"/>
                </a:cubicBezTo>
                <a:lnTo>
                  <a:pt x="1244974" y="1244974"/>
                </a:lnTo>
                <a:cubicBezTo>
                  <a:pt x="1250295" y="1239654"/>
                  <a:pt x="1255615" y="1234334"/>
                  <a:pt x="1271576" y="1234334"/>
                </a:cubicBezTo>
                <a:cubicBezTo>
                  <a:pt x="1282217" y="1234334"/>
                  <a:pt x="1324780" y="1271576"/>
                  <a:pt x="1351382" y="1298178"/>
                </a:cubicBezTo>
                <a:close/>
                <a:moveTo>
                  <a:pt x="665050" y="590565"/>
                </a:moveTo>
                <a:cubicBezTo>
                  <a:pt x="670371" y="622487"/>
                  <a:pt x="691652" y="670371"/>
                  <a:pt x="691652" y="681012"/>
                </a:cubicBezTo>
                <a:cubicBezTo>
                  <a:pt x="691652" y="696973"/>
                  <a:pt x="675691" y="696973"/>
                  <a:pt x="675691" y="712934"/>
                </a:cubicBezTo>
                <a:cubicBezTo>
                  <a:pt x="675691" y="739536"/>
                  <a:pt x="702293" y="776779"/>
                  <a:pt x="718254" y="803381"/>
                </a:cubicBezTo>
                <a:cubicBezTo>
                  <a:pt x="750177" y="851265"/>
                  <a:pt x="808701" y="941711"/>
                  <a:pt x="808701" y="957673"/>
                </a:cubicBezTo>
                <a:cubicBezTo>
                  <a:pt x="808701" y="968313"/>
                  <a:pt x="798060" y="978954"/>
                  <a:pt x="798060" y="994915"/>
                </a:cubicBezTo>
                <a:cubicBezTo>
                  <a:pt x="798060" y="1005556"/>
                  <a:pt x="808701" y="1010877"/>
                  <a:pt x="814022" y="1021517"/>
                </a:cubicBezTo>
                <a:cubicBezTo>
                  <a:pt x="814022" y="1037479"/>
                  <a:pt x="824662" y="1064081"/>
                  <a:pt x="824662" y="1080042"/>
                </a:cubicBezTo>
                <a:cubicBezTo>
                  <a:pt x="824662" y="1090683"/>
                  <a:pt x="803381" y="1101324"/>
                  <a:pt x="792740" y="1117285"/>
                </a:cubicBezTo>
                <a:lnTo>
                  <a:pt x="760818" y="1117285"/>
                </a:lnTo>
                <a:cubicBezTo>
                  <a:pt x="760818" y="1037479"/>
                  <a:pt x="712934" y="984275"/>
                  <a:pt x="643769" y="931071"/>
                </a:cubicBezTo>
                <a:cubicBezTo>
                  <a:pt x="633128" y="925750"/>
                  <a:pt x="627808" y="915109"/>
                  <a:pt x="627808" y="899148"/>
                </a:cubicBezTo>
                <a:cubicBezTo>
                  <a:pt x="627808" y="888507"/>
                  <a:pt x="675691" y="835303"/>
                  <a:pt x="675691" y="819342"/>
                </a:cubicBezTo>
                <a:cubicBezTo>
                  <a:pt x="675691" y="750177"/>
                  <a:pt x="595885" y="728895"/>
                  <a:pt x="563963" y="728895"/>
                </a:cubicBezTo>
                <a:cubicBezTo>
                  <a:pt x="553322" y="728895"/>
                  <a:pt x="548002" y="728895"/>
                  <a:pt x="542681" y="734216"/>
                </a:cubicBezTo>
                <a:cubicBezTo>
                  <a:pt x="542681" y="739536"/>
                  <a:pt x="537361" y="750177"/>
                  <a:pt x="532040" y="755497"/>
                </a:cubicBezTo>
                <a:cubicBezTo>
                  <a:pt x="526720" y="760818"/>
                  <a:pt x="510759" y="766138"/>
                  <a:pt x="500118" y="776779"/>
                </a:cubicBezTo>
                <a:cubicBezTo>
                  <a:pt x="505438" y="787420"/>
                  <a:pt x="516079" y="792740"/>
                  <a:pt x="516079" y="808701"/>
                </a:cubicBezTo>
                <a:cubicBezTo>
                  <a:pt x="516079" y="819342"/>
                  <a:pt x="505438" y="819342"/>
                  <a:pt x="505438" y="829983"/>
                </a:cubicBezTo>
                <a:cubicBezTo>
                  <a:pt x="505438" y="845944"/>
                  <a:pt x="516079" y="835303"/>
                  <a:pt x="516079" y="851265"/>
                </a:cubicBezTo>
                <a:lnTo>
                  <a:pt x="516079" y="904469"/>
                </a:lnTo>
                <a:lnTo>
                  <a:pt x="489477" y="904469"/>
                </a:lnTo>
                <a:cubicBezTo>
                  <a:pt x="473516" y="877867"/>
                  <a:pt x="457555" y="829983"/>
                  <a:pt x="457555" y="814022"/>
                </a:cubicBezTo>
                <a:cubicBezTo>
                  <a:pt x="457555" y="744857"/>
                  <a:pt x="574604" y="601206"/>
                  <a:pt x="649089" y="590565"/>
                </a:cubicBezTo>
                <a:lnTo>
                  <a:pt x="665050" y="590565"/>
                </a:lnTo>
                <a:close/>
                <a:moveTo>
                  <a:pt x="207496" y="21282"/>
                </a:moveTo>
                <a:cubicBezTo>
                  <a:pt x="212816" y="31922"/>
                  <a:pt x="223457" y="31922"/>
                  <a:pt x="239418" y="31922"/>
                </a:cubicBezTo>
                <a:cubicBezTo>
                  <a:pt x="250059" y="31922"/>
                  <a:pt x="292622" y="15961"/>
                  <a:pt x="303263" y="15961"/>
                </a:cubicBezTo>
                <a:cubicBezTo>
                  <a:pt x="319224" y="15961"/>
                  <a:pt x="361787" y="47884"/>
                  <a:pt x="399030" y="53204"/>
                </a:cubicBezTo>
                <a:cubicBezTo>
                  <a:pt x="441593" y="63845"/>
                  <a:pt x="532040" y="74486"/>
                  <a:pt x="542681" y="74486"/>
                </a:cubicBezTo>
                <a:cubicBezTo>
                  <a:pt x="558642" y="74486"/>
                  <a:pt x="654410" y="31922"/>
                  <a:pt x="712934" y="21282"/>
                </a:cubicBezTo>
                <a:cubicBezTo>
                  <a:pt x="734216" y="15961"/>
                  <a:pt x="766138" y="21282"/>
                  <a:pt x="792740" y="21282"/>
                </a:cubicBezTo>
                <a:cubicBezTo>
                  <a:pt x="840624" y="21282"/>
                  <a:pt x="920430" y="10641"/>
                  <a:pt x="931071" y="10641"/>
                </a:cubicBezTo>
                <a:cubicBezTo>
                  <a:pt x="947032" y="10641"/>
                  <a:pt x="1042799" y="21282"/>
                  <a:pt x="1096003" y="42563"/>
                </a:cubicBezTo>
                <a:cubicBezTo>
                  <a:pt x="1101323" y="42563"/>
                  <a:pt x="1106644" y="69165"/>
                  <a:pt x="1122605" y="74486"/>
                </a:cubicBezTo>
                <a:cubicBezTo>
                  <a:pt x="1143887" y="90447"/>
                  <a:pt x="1175809" y="90447"/>
                  <a:pt x="1202411" y="106408"/>
                </a:cubicBezTo>
                <a:cubicBezTo>
                  <a:pt x="1218372" y="117049"/>
                  <a:pt x="1223693" y="138330"/>
                  <a:pt x="1234334" y="154292"/>
                </a:cubicBezTo>
                <a:cubicBezTo>
                  <a:pt x="1213052" y="164933"/>
                  <a:pt x="1197091" y="159612"/>
                  <a:pt x="1186450" y="170253"/>
                </a:cubicBezTo>
                <a:cubicBezTo>
                  <a:pt x="1154527" y="196855"/>
                  <a:pt x="1127925" y="234098"/>
                  <a:pt x="1127925" y="260700"/>
                </a:cubicBezTo>
                <a:cubicBezTo>
                  <a:pt x="1127925" y="276661"/>
                  <a:pt x="1149207" y="297943"/>
                  <a:pt x="1159848" y="313904"/>
                </a:cubicBezTo>
                <a:lnTo>
                  <a:pt x="1159848" y="335185"/>
                </a:lnTo>
                <a:cubicBezTo>
                  <a:pt x="1143887" y="335185"/>
                  <a:pt x="1117285" y="356467"/>
                  <a:pt x="1111964" y="367108"/>
                </a:cubicBezTo>
                <a:cubicBezTo>
                  <a:pt x="1111964" y="372428"/>
                  <a:pt x="1122605" y="377749"/>
                  <a:pt x="1127925" y="377749"/>
                </a:cubicBezTo>
                <a:lnTo>
                  <a:pt x="1127925" y="393710"/>
                </a:lnTo>
                <a:lnTo>
                  <a:pt x="1016197" y="489477"/>
                </a:lnTo>
                <a:cubicBezTo>
                  <a:pt x="1010877" y="494798"/>
                  <a:pt x="1005556" y="500118"/>
                  <a:pt x="989595" y="500118"/>
                </a:cubicBezTo>
                <a:cubicBezTo>
                  <a:pt x="978954" y="500118"/>
                  <a:pt x="909789" y="457555"/>
                  <a:pt x="893828" y="457555"/>
                </a:cubicBezTo>
                <a:cubicBezTo>
                  <a:pt x="856585" y="457555"/>
                  <a:pt x="814022" y="537361"/>
                  <a:pt x="766138" y="537361"/>
                </a:cubicBezTo>
                <a:lnTo>
                  <a:pt x="755497" y="537361"/>
                </a:lnTo>
                <a:lnTo>
                  <a:pt x="744856" y="548002"/>
                </a:lnTo>
                <a:cubicBezTo>
                  <a:pt x="755497" y="579924"/>
                  <a:pt x="760818" y="617167"/>
                  <a:pt x="776779" y="649089"/>
                </a:cubicBezTo>
                <a:cubicBezTo>
                  <a:pt x="792740" y="686332"/>
                  <a:pt x="814022" y="728895"/>
                  <a:pt x="835303" y="766138"/>
                </a:cubicBezTo>
                <a:cubicBezTo>
                  <a:pt x="840624" y="776779"/>
                  <a:pt x="856585" y="782099"/>
                  <a:pt x="867226" y="787420"/>
                </a:cubicBezTo>
                <a:lnTo>
                  <a:pt x="877867" y="776779"/>
                </a:lnTo>
                <a:cubicBezTo>
                  <a:pt x="877867" y="771459"/>
                  <a:pt x="867226" y="766138"/>
                  <a:pt x="856585" y="755497"/>
                </a:cubicBezTo>
                <a:cubicBezTo>
                  <a:pt x="856585" y="750177"/>
                  <a:pt x="851264" y="734216"/>
                  <a:pt x="851264" y="723575"/>
                </a:cubicBezTo>
                <a:cubicBezTo>
                  <a:pt x="851264" y="707614"/>
                  <a:pt x="824662" y="627808"/>
                  <a:pt x="824662" y="617167"/>
                </a:cubicBezTo>
                <a:cubicBezTo>
                  <a:pt x="824662" y="585244"/>
                  <a:pt x="877867" y="553322"/>
                  <a:pt x="883187" y="553322"/>
                </a:cubicBezTo>
                <a:cubicBezTo>
                  <a:pt x="899148" y="553322"/>
                  <a:pt x="925750" y="553322"/>
                  <a:pt x="947032" y="563963"/>
                </a:cubicBezTo>
                <a:cubicBezTo>
                  <a:pt x="962993" y="569283"/>
                  <a:pt x="978954" y="601206"/>
                  <a:pt x="984275" y="617167"/>
                </a:cubicBezTo>
                <a:cubicBezTo>
                  <a:pt x="989595" y="617167"/>
                  <a:pt x="989595" y="627808"/>
                  <a:pt x="989595" y="638448"/>
                </a:cubicBezTo>
                <a:cubicBezTo>
                  <a:pt x="989595" y="654410"/>
                  <a:pt x="978954" y="681012"/>
                  <a:pt x="978954" y="696973"/>
                </a:cubicBezTo>
                <a:cubicBezTo>
                  <a:pt x="978954" y="696973"/>
                  <a:pt x="973634" y="739536"/>
                  <a:pt x="994915" y="718254"/>
                </a:cubicBezTo>
                <a:cubicBezTo>
                  <a:pt x="1016197" y="755497"/>
                  <a:pt x="1048119" y="739536"/>
                  <a:pt x="1074721" y="760818"/>
                </a:cubicBezTo>
                <a:cubicBezTo>
                  <a:pt x="1080042" y="755497"/>
                  <a:pt x="1085362" y="744857"/>
                  <a:pt x="1090683" y="739536"/>
                </a:cubicBezTo>
                <a:lnTo>
                  <a:pt x="1218372" y="739536"/>
                </a:lnTo>
                <a:cubicBezTo>
                  <a:pt x="1234334" y="728895"/>
                  <a:pt x="1234334" y="707614"/>
                  <a:pt x="1244974" y="696973"/>
                </a:cubicBezTo>
                <a:lnTo>
                  <a:pt x="1276897" y="696973"/>
                </a:lnTo>
                <a:lnTo>
                  <a:pt x="1276897" y="723575"/>
                </a:lnTo>
                <a:cubicBezTo>
                  <a:pt x="1282217" y="728895"/>
                  <a:pt x="1276897" y="728895"/>
                  <a:pt x="1287538" y="728895"/>
                </a:cubicBezTo>
                <a:cubicBezTo>
                  <a:pt x="1303499" y="728895"/>
                  <a:pt x="1399266" y="702293"/>
                  <a:pt x="1452470" y="670371"/>
                </a:cubicBezTo>
                <a:cubicBezTo>
                  <a:pt x="1468431" y="659730"/>
                  <a:pt x="1495033" y="627808"/>
                  <a:pt x="1510994" y="611846"/>
                </a:cubicBezTo>
                <a:lnTo>
                  <a:pt x="1510994" y="654410"/>
                </a:lnTo>
                <a:cubicBezTo>
                  <a:pt x="1510994" y="654410"/>
                  <a:pt x="1505674" y="659730"/>
                  <a:pt x="1521635" y="659730"/>
                </a:cubicBezTo>
                <a:cubicBezTo>
                  <a:pt x="1532276" y="659730"/>
                  <a:pt x="1542917" y="643769"/>
                  <a:pt x="1558878" y="643769"/>
                </a:cubicBezTo>
                <a:lnTo>
                  <a:pt x="1585480" y="643769"/>
                </a:lnTo>
                <a:cubicBezTo>
                  <a:pt x="1585480" y="643769"/>
                  <a:pt x="1590801" y="638448"/>
                  <a:pt x="1590801" y="654410"/>
                </a:cubicBezTo>
                <a:cubicBezTo>
                  <a:pt x="1590801" y="681012"/>
                  <a:pt x="1452470" y="718254"/>
                  <a:pt x="1452470" y="723575"/>
                </a:cubicBezTo>
                <a:cubicBezTo>
                  <a:pt x="1420548" y="739536"/>
                  <a:pt x="1383305" y="776779"/>
                  <a:pt x="1346062" y="798061"/>
                </a:cubicBezTo>
                <a:cubicBezTo>
                  <a:pt x="1314140" y="814022"/>
                  <a:pt x="1308819" y="792740"/>
                  <a:pt x="1287538" y="845944"/>
                </a:cubicBezTo>
                <a:cubicBezTo>
                  <a:pt x="1287538" y="851265"/>
                  <a:pt x="1282217" y="856585"/>
                  <a:pt x="1276897" y="861905"/>
                </a:cubicBezTo>
                <a:cubicBezTo>
                  <a:pt x="1271576" y="861905"/>
                  <a:pt x="1260936" y="851265"/>
                  <a:pt x="1250295" y="851265"/>
                </a:cubicBezTo>
                <a:cubicBezTo>
                  <a:pt x="1186450" y="851265"/>
                  <a:pt x="1106644" y="957673"/>
                  <a:pt x="1111964" y="1000236"/>
                </a:cubicBezTo>
                <a:cubicBezTo>
                  <a:pt x="1133246" y="1000236"/>
                  <a:pt x="1154527" y="989595"/>
                  <a:pt x="1175809" y="1000236"/>
                </a:cubicBezTo>
                <a:cubicBezTo>
                  <a:pt x="1239654" y="1032158"/>
                  <a:pt x="1314140" y="1085362"/>
                  <a:pt x="1362023" y="1133246"/>
                </a:cubicBezTo>
                <a:cubicBezTo>
                  <a:pt x="1393946" y="1165168"/>
                  <a:pt x="1383305" y="1165168"/>
                  <a:pt x="1383305" y="1191770"/>
                </a:cubicBezTo>
                <a:cubicBezTo>
                  <a:pt x="1383305" y="1202411"/>
                  <a:pt x="1431188" y="1266256"/>
                  <a:pt x="1457790" y="1308819"/>
                </a:cubicBezTo>
                <a:cubicBezTo>
                  <a:pt x="1473752" y="1276897"/>
                  <a:pt x="1505674" y="1282217"/>
                  <a:pt x="1532276" y="1271576"/>
                </a:cubicBezTo>
                <a:cubicBezTo>
                  <a:pt x="1537596" y="1266256"/>
                  <a:pt x="1537596" y="1271576"/>
                  <a:pt x="1537596" y="1255615"/>
                </a:cubicBezTo>
                <a:cubicBezTo>
                  <a:pt x="1537596" y="1244974"/>
                  <a:pt x="1505674" y="1165168"/>
                  <a:pt x="1505674" y="1154528"/>
                </a:cubicBezTo>
                <a:cubicBezTo>
                  <a:pt x="1505674" y="1138566"/>
                  <a:pt x="1516315" y="1138566"/>
                  <a:pt x="1516315" y="1133246"/>
                </a:cubicBezTo>
                <a:cubicBezTo>
                  <a:pt x="1537596" y="1074722"/>
                  <a:pt x="1553558" y="1080042"/>
                  <a:pt x="1585480" y="1080042"/>
                </a:cubicBezTo>
                <a:cubicBezTo>
                  <a:pt x="1622723" y="1080042"/>
                  <a:pt x="1644005" y="1069401"/>
                  <a:pt x="1659966" y="1133246"/>
                </a:cubicBezTo>
                <a:cubicBezTo>
                  <a:pt x="1665286" y="1143887"/>
                  <a:pt x="1649325" y="1170489"/>
                  <a:pt x="1659966" y="1191770"/>
                </a:cubicBezTo>
                <a:cubicBezTo>
                  <a:pt x="1675927" y="1229013"/>
                  <a:pt x="1734451" y="1218372"/>
                  <a:pt x="1755733" y="1229013"/>
                </a:cubicBezTo>
                <a:cubicBezTo>
                  <a:pt x="1777015" y="1234334"/>
                  <a:pt x="1808937" y="1229013"/>
                  <a:pt x="1824898" y="1244974"/>
                </a:cubicBezTo>
                <a:cubicBezTo>
                  <a:pt x="1867461" y="1282217"/>
                  <a:pt x="1904704" y="1340742"/>
                  <a:pt x="1936627" y="1377985"/>
                </a:cubicBezTo>
                <a:cubicBezTo>
                  <a:pt x="1941947" y="1388625"/>
                  <a:pt x="1957908" y="1388625"/>
                  <a:pt x="1963229" y="1393946"/>
                </a:cubicBezTo>
                <a:cubicBezTo>
                  <a:pt x="1973870" y="1415227"/>
                  <a:pt x="1963229" y="1441829"/>
                  <a:pt x="1973870" y="1463111"/>
                </a:cubicBezTo>
                <a:cubicBezTo>
                  <a:pt x="1995151" y="1516315"/>
                  <a:pt x="2032394" y="1585480"/>
                  <a:pt x="2043035" y="1649325"/>
                </a:cubicBezTo>
                <a:cubicBezTo>
                  <a:pt x="2058996" y="1659966"/>
                  <a:pt x="2074957" y="1675927"/>
                  <a:pt x="2090918" y="1675927"/>
                </a:cubicBezTo>
                <a:cubicBezTo>
                  <a:pt x="2101559" y="1675927"/>
                  <a:pt x="2117520" y="1649325"/>
                  <a:pt x="2128161" y="1649325"/>
                </a:cubicBezTo>
                <a:cubicBezTo>
                  <a:pt x="2160084" y="1649325"/>
                  <a:pt x="2197327" y="1649325"/>
                  <a:pt x="2213288" y="1665286"/>
                </a:cubicBezTo>
                <a:cubicBezTo>
                  <a:pt x="2245210" y="1659966"/>
                  <a:pt x="2293094" y="1686568"/>
                  <a:pt x="2330337" y="1707850"/>
                </a:cubicBezTo>
                <a:cubicBezTo>
                  <a:pt x="2335657" y="1968549"/>
                  <a:pt x="2468667" y="1984511"/>
                  <a:pt x="2468667" y="2186686"/>
                </a:cubicBezTo>
                <a:cubicBezTo>
                  <a:pt x="2468667" y="2202647"/>
                  <a:pt x="2463347" y="2218608"/>
                  <a:pt x="2463347" y="2234570"/>
                </a:cubicBezTo>
                <a:lnTo>
                  <a:pt x="0" y="2229249"/>
                </a:lnTo>
                <a:lnTo>
                  <a:pt x="0" y="2186686"/>
                </a:lnTo>
                <a:cubicBezTo>
                  <a:pt x="10641" y="2170725"/>
                  <a:pt x="15961" y="2154764"/>
                  <a:pt x="15961" y="2138802"/>
                </a:cubicBezTo>
                <a:cubicBezTo>
                  <a:pt x="21282" y="2085598"/>
                  <a:pt x="31922" y="2032394"/>
                  <a:pt x="37243" y="1979190"/>
                </a:cubicBezTo>
                <a:cubicBezTo>
                  <a:pt x="31922" y="1920666"/>
                  <a:pt x="117049" y="1851500"/>
                  <a:pt x="106408" y="1792976"/>
                </a:cubicBezTo>
                <a:cubicBezTo>
                  <a:pt x="106408" y="1771694"/>
                  <a:pt x="117049" y="1755733"/>
                  <a:pt x="117049" y="1734452"/>
                </a:cubicBezTo>
                <a:cubicBezTo>
                  <a:pt x="117049" y="1718490"/>
                  <a:pt x="148971" y="1691888"/>
                  <a:pt x="170253" y="1691888"/>
                </a:cubicBezTo>
                <a:cubicBezTo>
                  <a:pt x="180894" y="1691888"/>
                  <a:pt x="234098" y="1707850"/>
                  <a:pt x="244739" y="1707850"/>
                </a:cubicBezTo>
                <a:cubicBezTo>
                  <a:pt x="297943" y="1707850"/>
                  <a:pt x="281981" y="1681248"/>
                  <a:pt x="319224" y="1681248"/>
                </a:cubicBezTo>
                <a:cubicBezTo>
                  <a:pt x="335185" y="1681248"/>
                  <a:pt x="383069" y="1729131"/>
                  <a:pt x="399030" y="1729131"/>
                </a:cubicBezTo>
                <a:lnTo>
                  <a:pt x="500118" y="1729131"/>
                </a:lnTo>
                <a:cubicBezTo>
                  <a:pt x="505438" y="1723811"/>
                  <a:pt x="505438" y="1729131"/>
                  <a:pt x="505438" y="1713170"/>
                </a:cubicBezTo>
                <a:cubicBezTo>
                  <a:pt x="505438" y="1702529"/>
                  <a:pt x="404351" y="1596121"/>
                  <a:pt x="356467" y="1532276"/>
                </a:cubicBezTo>
                <a:cubicBezTo>
                  <a:pt x="345826" y="1516315"/>
                  <a:pt x="345826" y="1495033"/>
                  <a:pt x="345826" y="1484393"/>
                </a:cubicBezTo>
                <a:cubicBezTo>
                  <a:pt x="345826" y="1431189"/>
                  <a:pt x="409671" y="1372664"/>
                  <a:pt x="436273" y="1314140"/>
                </a:cubicBezTo>
                <a:cubicBezTo>
                  <a:pt x="452234" y="1282217"/>
                  <a:pt x="478836" y="1223693"/>
                  <a:pt x="505438" y="1197091"/>
                </a:cubicBezTo>
                <a:cubicBezTo>
                  <a:pt x="462875" y="1154528"/>
                  <a:pt x="393710" y="1101324"/>
                  <a:pt x="361787" y="1074722"/>
                </a:cubicBezTo>
                <a:cubicBezTo>
                  <a:pt x="351147" y="1016197"/>
                  <a:pt x="303263" y="1016197"/>
                  <a:pt x="303263" y="989595"/>
                </a:cubicBezTo>
                <a:cubicBezTo>
                  <a:pt x="303263" y="904469"/>
                  <a:pt x="441593" y="957673"/>
                  <a:pt x="457555" y="893828"/>
                </a:cubicBezTo>
                <a:lnTo>
                  <a:pt x="180894" y="37243"/>
                </a:lnTo>
                <a:lnTo>
                  <a:pt x="180894" y="0"/>
                </a:lnTo>
                <a:cubicBezTo>
                  <a:pt x="191535" y="5320"/>
                  <a:pt x="196855" y="15961"/>
                  <a:pt x="207496" y="2128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60000"/>
                  <a:lumOff val="40000"/>
                </a:schemeClr>
              </a:gs>
              <a:gs pos="46800">
                <a:srgbClr val="F9CFA5">
                  <a:alpha val="55000"/>
                </a:srgbClr>
              </a:gs>
              <a:gs pos="83000">
                <a:schemeClr val="accent4">
                  <a:lumMod val="20000"/>
                  <a:lumOff val="80000"/>
                  <a:alpha val="0"/>
                </a:schemeClr>
              </a:gs>
            </a:gsLst>
            <a:lin ang="6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pic>
        <p:nvPicPr>
          <p:cNvPr id="45" name="图片 44"/>
          <p:cNvPicPr>
            <a:picLocks noChangeAspect="1"/>
          </p:cNvPicPr>
          <p:nvPr/>
        </p:nvPicPr>
        <p:blipFill>
          <a:blip r:embed="rId5" cstate="screen"/>
          <a:stretch>
            <a:fillRect/>
          </a:stretch>
        </p:blipFill>
        <p:spPr>
          <a:xfrm>
            <a:off x="0" y="5050185"/>
            <a:ext cx="12192000" cy="1806605"/>
          </a:xfrm>
          <a:prstGeom prst="rect">
            <a:avLst/>
          </a:prstGeom>
        </p:spPr>
      </p:pic>
      <p:sp>
        <p:nvSpPr>
          <p:cNvPr id="46" name="任意多边形: 形状 45"/>
          <p:cNvSpPr/>
          <p:nvPr/>
        </p:nvSpPr>
        <p:spPr>
          <a:xfrm>
            <a:off x="9928352" y="284075"/>
            <a:ext cx="1728270" cy="925600"/>
          </a:xfrm>
          <a:custGeom>
            <a:avLst/>
            <a:gdLst>
              <a:gd name="connsiteX0" fmla="*/ 12010160 w 12417137"/>
              <a:gd name="connsiteY0" fmla="*/ 5775614 h 6650181"/>
              <a:gd name="connsiteX1" fmla="*/ 12321887 w 12417137"/>
              <a:gd name="connsiteY1" fmla="*/ 5723659 h 6650181"/>
              <a:gd name="connsiteX2" fmla="*/ 12356524 w 12417137"/>
              <a:gd name="connsiteY2" fmla="*/ 5732318 h 6650181"/>
              <a:gd name="connsiteX3" fmla="*/ 12417137 w 12417137"/>
              <a:gd name="connsiteY3" fmla="*/ 5844887 h 6650181"/>
              <a:gd name="connsiteX4" fmla="*/ 12399819 w 12417137"/>
              <a:gd name="connsiteY4" fmla="*/ 5896841 h 6650181"/>
              <a:gd name="connsiteX5" fmla="*/ 12417137 w 12417137"/>
              <a:gd name="connsiteY5" fmla="*/ 5974773 h 6650181"/>
              <a:gd name="connsiteX6" fmla="*/ 12399819 w 12417137"/>
              <a:gd name="connsiteY6" fmla="*/ 6044046 h 6650181"/>
              <a:gd name="connsiteX7" fmla="*/ 12373842 w 12417137"/>
              <a:gd name="connsiteY7" fmla="*/ 6070023 h 6650181"/>
              <a:gd name="connsiteX8" fmla="*/ 12391160 w 12417137"/>
              <a:gd name="connsiteY8" fmla="*/ 6096000 h 6650181"/>
              <a:gd name="connsiteX9" fmla="*/ 12365183 w 12417137"/>
              <a:gd name="connsiteY9" fmla="*/ 6096000 h 6650181"/>
              <a:gd name="connsiteX10" fmla="*/ 12365183 w 12417137"/>
              <a:gd name="connsiteY10" fmla="*/ 6139296 h 6650181"/>
              <a:gd name="connsiteX11" fmla="*/ 12321887 w 12417137"/>
              <a:gd name="connsiteY11" fmla="*/ 6217228 h 6650181"/>
              <a:gd name="connsiteX12" fmla="*/ 12278592 w 12417137"/>
              <a:gd name="connsiteY12" fmla="*/ 6269182 h 6650181"/>
              <a:gd name="connsiteX13" fmla="*/ 12226637 w 12417137"/>
              <a:gd name="connsiteY13" fmla="*/ 6286500 h 6650181"/>
              <a:gd name="connsiteX14" fmla="*/ 12183342 w 12417137"/>
              <a:gd name="connsiteY14" fmla="*/ 6312478 h 6650181"/>
              <a:gd name="connsiteX15" fmla="*/ 11906251 w 12417137"/>
              <a:gd name="connsiteY15" fmla="*/ 6018068 h 6650181"/>
              <a:gd name="connsiteX16" fmla="*/ 11776364 w 12417137"/>
              <a:gd name="connsiteY16" fmla="*/ 6009409 h 6650181"/>
              <a:gd name="connsiteX17" fmla="*/ 11750387 w 12417137"/>
              <a:gd name="connsiteY17" fmla="*/ 6026728 h 6650181"/>
              <a:gd name="connsiteX18" fmla="*/ 11845637 w 12417137"/>
              <a:gd name="connsiteY18" fmla="*/ 6087341 h 6650181"/>
              <a:gd name="connsiteX19" fmla="*/ 11836978 w 12417137"/>
              <a:gd name="connsiteY19" fmla="*/ 6130637 h 6650181"/>
              <a:gd name="connsiteX20" fmla="*/ 11802342 w 12417137"/>
              <a:gd name="connsiteY20" fmla="*/ 6191250 h 6650181"/>
              <a:gd name="connsiteX21" fmla="*/ 11759046 w 12417137"/>
              <a:gd name="connsiteY21" fmla="*/ 6208568 h 6650181"/>
              <a:gd name="connsiteX22" fmla="*/ 11793683 w 12417137"/>
              <a:gd name="connsiteY22" fmla="*/ 6234546 h 6650181"/>
              <a:gd name="connsiteX23" fmla="*/ 11759046 w 12417137"/>
              <a:gd name="connsiteY23" fmla="*/ 6260523 h 6650181"/>
              <a:gd name="connsiteX24" fmla="*/ 11750387 w 12417137"/>
              <a:gd name="connsiteY24" fmla="*/ 6295159 h 6650181"/>
              <a:gd name="connsiteX25" fmla="*/ 11620501 w 12417137"/>
              <a:gd name="connsiteY25" fmla="*/ 6390409 h 6650181"/>
              <a:gd name="connsiteX26" fmla="*/ 11551228 w 12417137"/>
              <a:gd name="connsiteY26" fmla="*/ 6373091 h 6650181"/>
              <a:gd name="connsiteX27" fmla="*/ 11551228 w 12417137"/>
              <a:gd name="connsiteY27" fmla="*/ 6416387 h 6650181"/>
              <a:gd name="connsiteX28" fmla="*/ 11499274 w 12417137"/>
              <a:gd name="connsiteY28" fmla="*/ 6468341 h 6650181"/>
              <a:gd name="connsiteX29" fmla="*/ 11464637 w 12417137"/>
              <a:gd name="connsiteY29" fmla="*/ 6451023 h 6650181"/>
              <a:gd name="connsiteX30" fmla="*/ 11412683 w 12417137"/>
              <a:gd name="connsiteY30" fmla="*/ 6485659 h 6650181"/>
              <a:gd name="connsiteX31" fmla="*/ 11369387 w 12417137"/>
              <a:gd name="connsiteY31" fmla="*/ 6494318 h 6650181"/>
              <a:gd name="connsiteX32" fmla="*/ 11326092 w 12417137"/>
              <a:gd name="connsiteY32" fmla="*/ 6528955 h 6650181"/>
              <a:gd name="connsiteX33" fmla="*/ 11274137 w 12417137"/>
              <a:gd name="connsiteY33" fmla="*/ 6528955 h 6650181"/>
              <a:gd name="connsiteX34" fmla="*/ 11213523 w 12417137"/>
              <a:gd name="connsiteY34" fmla="*/ 6580909 h 6650181"/>
              <a:gd name="connsiteX35" fmla="*/ 11170228 w 12417137"/>
              <a:gd name="connsiteY35" fmla="*/ 6554932 h 6650181"/>
              <a:gd name="connsiteX36" fmla="*/ 11126933 w 12417137"/>
              <a:gd name="connsiteY36" fmla="*/ 6598228 h 6650181"/>
              <a:gd name="connsiteX37" fmla="*/ 11083637 w 12417137"/>
              <a:gd name="connsiteY37" fmla="*/ 6520296 h 6650181"/>
              <a:gd name="connsiteX38" fmla="*/ 11014364 w 12417137"/>
              <a:gd name="connsiteY38" fmla="*/ 6615546 h 6650181"/>
              <a:gd name="connsiteX39" fmla="*/ 10953751 w 12417137"/>
              <a:gd name="connsiteY39" fmla="*/ 6650182 h 6650181"/>
              <a:gd name="connsiteX40" fmla="*/ 10945092 w 12417137"/>
              <a:gd name="connsiteY40" fmla="*/ 6598228 h 6650181"/>
              <a:gd name="connsiteX41" fmla="*/ 10884478 w 12417137"/>
              <a:gd name="connsiteY41" fmla="*/ 6641523 h 6650181"/>
              <a:gd name="connsiteX42" fmla="*/ 10849842 w 12417137"/>
              <a:gd name="connsiteY42" fmla="*/ 6641523 h 6650181"/>
              <a:gd name="connsiteX43" fmla="*/ 10841183 w 12417137"/>
              <a:gd name="connsiteY43" fmla="*/ 6598228 h 6650181"/>
              <a:gd name="connsiteX44" fmla="*/ 10780569 w 12417137"/>
              <a:gd name="connsiteY44" fmla="*/ 6580909 h 6650181"/>
              <a:gd name="connsiteX45" fmla="*/ 10728614 w 12417137"/>
              <a:gd name="connsiteY45" fmla="*/ 6615546 h 6650181"/>
              <a:gd name="connsiteX46" fmla="*/ 10728614 w 12417137"/>
              <a:gd name="connsiteY46" fmla="*/ 6598228 h 6650181"/>
              <a:gd name="connsiteX47" fmla="*/ 10719955 w 12417137"/>
              <a:gd name="connsiteY47" fmla="*/ 6502978 h 6650181"/>
              <a:gd name="connsiteX48" fmla="*/ 11144251 w 12417137"/>
              <a:gd name="connsiteY48" fmla="*/ 6018068 h 6650181"/>
              <a:gd name="connsiteX49" fmla="*/ 11378046 w 12417137"/>
              <a:gd name="connsiteY49" fmla="*/ 5905500 h 6650181"/>
              <a:gd name="connsiteX50" fmla="*/ 11118273 w 12417137"/>
              <a:gd name="connsiteY50" fmla="*/ 5732318 h 6650181"/>
              <a:gd name="connsiteX51" fmla="*/ 11222183 w 12417137"/>
              <a:gd name="connsiteY51" fmla="*/ 5628409 h 6650181"/>
              <a:gd name="connsiteX52" fmla="*/ 11308774 w 12417137"/>
              <a:gd name="connsiteY52" fmla="*/ 5654387 h 6650181"/>
              <a:gd name="connsiteX53" fmla="*/ 11516592 w 12417137"/>
              <a:gd name="connsiteY53" fmla="*/ 5585114 h 6650181"/>
              <a:gd name="connsiteX54" fmla="*/ 12010160 w 12417137"/>
              <a:gd name="connsiteY54" fmla="*/ 5775614 h 6650181"/>
              <a:gd name="connsiteX55" fmla="*/ 4113069 w 12417137"/>
              <a:gd name="connsiteY55" fmla="*/ 3827318 h 6650181"/>
              <a:gd name="connsiteX56" fmla="*/ 4017819 w 12417137"/>
              <a:gd name="connsiteY56" fmla="*/ 3957205 h 6650181"/>
              <a:gd name="connsiteX57" fmla="*/ 4026478 w 12417137"/>
              <a:gd name="connsiteY57" fmla="*/ 3983182 h 6650181"/>
              <a:gd name="connsiteX58" fmla="*/ 4130387 w 12417137"/>
              <a:gd name="connsiteY58" fmla="*/ 3931227 h 6650181"/>
              <a:gd name="connsiteX59" fmla="*/ 4139046 w 12417137"/>
              <a:gd name="connsiteY59" fmla="*/ 3948546 h 6650181"/>
              <a:gd name="connsiteX60" fmla="*/ 4095750 w 12417137"/>
              <a:gd name="connsiteY60" fmla="*/ 4035136 h 6650181"/>
              <a:gd name="connsiteX61" fmla="*/ 4113069 w 12417137"/>
              <a:gd name="connsiteY61" fmla="*/ 4052455 h 6650181"/>
              <a:gd name="connsiteX62" fmla="*/ 4165023 w 12417137"/>
              <a:gd name="connsiteY62" fmla="*/ 4035136 h 6650181"/>
              <a:gd name="connsiteX63" fmla="*/ 4173682 w 12417137"/>
              <a:gd name="connsiteY63" fmla="*/ 4078432 h 6650181"/>
              <a:gd name="connsiteX64" fmla="*/ 4156364 w 12417137"/>
              <a:gd name="connsiteY64" fmla="*/ 4147705 h 6650181"/>
              <a:gd name="connsiteX65" fmla="*/ 4173682 w 12417137"/>
              <a:gd name="connsiteY65" fmla="*/ 4165023 h 6650181"/>
              <a:gd name="connsiteX66" fmla="*/ 4199660 w 12417137"/>
              <a:gd name="connsiteY66" fmla="*/ 4139046 h 6650181"/>
              <a:gd name="connsiteX67" fmla="*/ 4225637 w 12417137"/>
              <a:gd name="connsiteY67" fmla="*/ 4139046 h 6650181"/>
              <a:gd name="connsiteX68" fmla="*/ 4242955 w 12417137"/>
              <a:gd name="connsiteY68" fmla="*/ 4182341 h 6650181"/>
              <a:gd name="connsiteX69" fmla="*/ 4234296 w 12417137"/>
              <a:gd name="connsiteY69" fmla="*/ 4242955 h 6650181"/>
              <a:gd name="connsiteX70" fmla="*/ 4294910 w 12417137"/>
              <a:gd name="connsiteY70" fmla="*/ 4225637 h 6650181"/>
              <a:gd name="connsiteX71" fmla="*/ 4294910 w 12417137"/>
              <a:gd name="connsiteY71" fmla="*/ 4329546 h 6650181"/>
              <a:gd name="connsiteX72" fmla="*/ 4338205 w 12417137"/>
              <a:gd name="connsiteY72" fmla="*/ 4416137 h 6650181"/>
              <a:gd name="connsiteX73" fmla="*/ 4381501 w 12417137"/>
              <a:gd name="connsiteY73" fmla="*/ 4502728 h 6650181"/>
              <a:gd name="connsiteX74" fmla="*/ 4329546 w 12417137"/>
              <a:gd name="connsiteY74" fmla="*/ 4580659 h 6650181"/>
              <a:gd name="connsiteX75" fmla="*/ 4424796 w 12417137"/>
              <a:gd name="connsiteY75" fmla="*/ 4658591 h 6650181"/>
              <a:gd name="connsiteX76" fmla="*/ 4381501 w 12417137"/>
              <a:gd name="connsiteY76" fmla="*/ 4693228 h 6650181"/>
              <a:gd name="connsiteX77" fmla="*/ 4424796 w 12417137"/>
              <a:gd name="connsiteY77" fmla="*/ 4736523 h 6650181"/>
              <a:gd name="connsiteX78" fmla="*/ 4381501 w 12417137"/>
              <a:gd name="connsiteY78" fmla="*/ 4779818 h 6650181"/>
              <a:gd name="connsiteX79" fmla="*/ 4433455 w 12417137"/>
              <a:gd name="connsiteY79" fmla="*/ 4849091 h 6650181"/>
              <a:gd name="connsiteX80" fmla="*/ 4390160 w 12417137"/>
              <a:gd name="connsiteY80" fmla="*/ 4892387 h 6650181"/>
              <a:gd name="connsiteX81" fmla="*/ 4390160 w 12417137"/>
              <a:gd name="connsiteY81" fmla="*/ 5004955 h 6650181"/>
              <a:gd name="connsiteX82" fmla="*/ 4260273 w 12417137"/>
              <a:gd name="connsiteY82" fmla="*/ 5152159 h 6650181"/>
              <a:gd name="connsiteX83" fmla="*/ 4303569 w 12417137"/>
              <a:gd name="connsiteY83" fmla="*/ 5195455 h 6650181"/>
              <a:gd name="connsiteX84" fmla="*/ 4719205 w 12417137"/>
              <a:gd name="connsiteY84" fmla="*/ 5437909 h 6650181"/>
              <a:gd name="connsiteX85" fmla="*/ 4693228 w 12417137"/>
              <a:gd name="connsiteY85" fmla="*/ 5541818 h 6650181"/>
              <a:gd name="connsiteX86" fmla="*/ 4658591 w 12417137"/>
              <a:gd name="connsiteY86" fmla="*/ 5593773 h 6650181"/>
              <a:gd name="connsiteX87" fmla="*/ 4632614 w 12417137"/>
              <a:gd name="connsiteY87" fmla="*/ 5689023 h 6650181"/>
              <a:gd name="connsiteX88" fmla="*/ 4416137 w 12417137"/>
              <a:gd name="connsiteY88" fmla="*/ 5870864 h 6650181"/>
              <a:gd name="connsiteX89" fmla="*/ 4277591 w 12417137"/>
              <a:gd name="connsiteY89" fmla="*/ 5706341 h 6650181"/>
              <a:gd name="connsiteX90" fmla="*/ 4191000 w 12417137"/>
              <a:gd name="connsiteY90" fmla="*/ 5481205 h 6650181"/>
              <a:gd name="connsiteX91" fmla="*/ 4130387 w 12417137"/>
              <a:gd name="connsiteY91" fmla="*/ 5437909 h 6650181"/>
              <a:gd name="connsiteX92" fmla="*/ 4069773 w 12417137"/>
              <a:gd name="connsiteY92" fmla="*/ 5550478 h 6650181"/>
              <a:gd name="connsiteX93" fmla="*/ 3965864 w 12417137"/>
              <a:gd name="connsiteY93" fmla="*/ 5671705 h 6650181"/>
              <a:gd name="connsiteX94" fmla="*/ 3550228 w 12417137"/>
              <a:gd name="connsiteY94" fmla="*/ 5888182 h 6650181"/>
              <a:gd name="connsiteX95" fmla="*/ 3446319 w 12417137"/>
              <a:gd name="connsiteY95" fmla="*/ 5896841 h 6650181"/>
              <a:gd name="connsiteX96" fmla="*/ 3290455 w 12417137"/>
              <a:gd name="connsiteY96" fmla="*/ 5931478 h 6650181"/>
              <a:gd name="connsiteX97" fmla="*/ 3212523 w 12417137"/>
              <a:gd name="connsiteY97" fmla="*/ 5931478 h 6650181"/>
              <a:gd name="connsiteX98" fmla="*/ 3056659 w 12417137"/>
              <a:gd name="connsiteY98" fmla="*/ 5992091 h 6650181"/>
              <a:gd name="connsiteX99" fmla="*/ 2883478 w 12417137"/>
              <a:gd name="connsiteY99" fmla="*/ 6035387 h 6650181"/>
              <a:gd name="connsiteX100" fmla="*/ 2944091 w 12417137"/>
              <a:gd name="connsiteY100" fmla="*/ 5931478 h 6650181"/>
              <a:gd name="connsiteX101" fmla="*/ 2918114 w 12417137"/>
              <a:gd name="connsiteY101" fmla="*/ 5922818 h 6650181"/>
              <a:gd name="connsiteX102" fmla="*/ 2788228 w 12417137"/>
              <a:gd name="connsiteY102" fmla="*/ 5966114 h 6650181"/>
              <a:gd name="connsiteX103" fmla="*/ 2744932 w 12417137"/>
              <a:gd name="connsiteY103" fmla="*/ 5966114 h 6650181"/>
              <a:gd name="connsiteX104" fmla="*/ 2779568 w 12417137"/>
              <a:gd name="connsiteY104" fmla="*/ 5957455 h 6650181"/>
              <a:gd name="connsiteX105" fmla="*/ 2796887 w 12417137"/>
              <a:gd name="connsiteY105" fmla="*/ 5931478 h 6650181"/>
              <a:gd name="connsiteX106" fmla="*/ 2770909 w 12417137"/>
              <a:gd name="connsiteY106" fmla="*/ 5922818 h 6650181"/>
              <a:gd name="connsiteX107" fmla="*/ 2727614 w 12417137"/>
              <a:gd name="connsiteY107" fmla="*/ 5940137 h 6650181"/>
              <a:gd name="connsiteX108" fmla="*/ 2692978 w 12417137"/>
              <a:gd name="connsiteY108" fmla="*/ 5940137 h 6650181"/>
              <a:gd name="connsiteX109" fmla="*/ 2770909 w 12417137"/>
              <a:gd name="connsiteY109" fmla="*/ 5888182 h 6650181"/>
              <a:gd name="connsiteX110" fmla="*/ 2667000 w 12417137"/>
              <a:gd name="connsiteY110" fmla="*/ 5879523 h 6650181"/>
              <a:gd name="connsiteX111" fmla="*/ 3203864 w 12417137"/>
              <a:gd name="connsiteY111" fmla="*/ 5524500 h 6650181"/>
              <a:gd name="connsiteX112" fmla="*/ 3342409 w 12417137"/>
              <a:gd name="connsiteY112" fmla="*/ 5394614 h 6650181"/>
              <a:gd name="connsiteX113" fmla="*/ 3645478 w 12417137"/>
              <a:gd name="connsiteY113" fmla="*/ 5160818 h 6650181"/>
              <a:gd name="connsiteX114" fmla="*/ 3472296 w 12417137"/>
              <a:gd name="connsiteY114" fmla="*/ 4927023 h 6650181"/>
              <a:gd name="connsiteX115" fmla="*/ 3377046 w 12417137"/>
              <a:gd name="connsiteY115" fmla="*/ 4901046 h 6650181"/>
              <a:gd name="connsiteX116" fmla="*/ 3532909 w 12417137"/>
              <a:gd name="connsiteY116" fmla="*/ 4823114 h 6650181"/>
              <a:gd name="connsiteX117" fmla="*/ 3740728 w 12417137"/>
              <a:gd name="connsiteY117" fmla="*/ 4901046 h 6650181"/>
              <a:gd name="connsiteX118" fmla="*/ 3801341 w 12417137"/>
              <a:gd name="connsiteY118" fmla="*/ 4849091 h 6650181"/>
              <a:gd name="connsiteX119" fmla="*/ 3732069 w 12417137"/>
              <a:gd name="connsiteY119" fmla="*/ 4684568 h 6650181"/>
              <a:gd name="connsiteX120" fmla="*/ 3697432 w 12417137"/>
              <a:gd name="connsiteY120" fmla="*/ 4372841 h 6650181"/>
              <a:gd name="connsiteX121" fmla="*/ 3688773 w 12417137"/>
              <a:gd name="connsiteY121" fmla="*/ 4147705 h 6650181"/>
              <a:gd name="connsiteX122" fmla="*/ 3931228 w 12417137"/>
              <a:gd name="connsiteY122" fmla="*/ 3835977 h 6650181"/>
              <a:gd name="connsiteX123" fmla="*/ 3957205 w 12417137"/>
              <a:gd name="connsiteY123" fmla="*/ 3835977 h 6650181"/>
              <a:gd name="connsiteX124" fmla="*/ 3957205 w 12417137"/>
              <a:gd name="connsiteY124" fmla="*/ 3879273 h 6650181"/>
              <a:gd name="connsiteX125" fmla="*/ 4104409 w 12417137"/>
              <a:gd name="connsiteY125" fmla="*/ 3810000 h 6650181"/>
              <a:gd name="connsiteX126" fmla="*/ 4113069 w 12417137"/>
              <a:gd name="connsiteY126" fmla="*/ 3827318 h 6650181"/>
              <a:gd name="connsiteX127" fmla="*/ 7749887 w 12417137"/>
              <a:gd name="connsiteY127" fmla="*/ 1402773 h 6650181"/>
              <a:gd name="connsiteX128" fmla="*/ 7749887 w 12417137"/>
              <a:gd name="connsiteY128" fmla="*/ 1463386 h 6650181"/>
              <a:gd name="connsiteX129" fmla="*/ 7663296 w 12417137"/>
              <a:gd name="connsiteY129" fmla="*/ 1688523 h 6650181"/>
              <a:gd name="connsiteX130" fmla="*/ 7801842 w 12417137"/>
              <a:gd name="connsiteY130" fmla="*/ 1567296 h 6650181"/>
              <a:gd name="connsiteX131" fmla="*/ 7845137 w 12417137"/>
              <a:gd name="connsiteY131" fmla="*/ 1584614 h 6650181"/>
              <a:gd name="connsiteX132" fmla="*/ 7810501 w 12417137"/>
              <a:gd name="connsiteY132" fmla="*/ 1757796 h 6650181"/>
              <a:gd name="connsiteX133" fmla="*/ 7888433 w 12417137"/>
              <a:gd name="connsiteY133" fmla="*/ 1714500 h 6650181"/>
              <a:gd name="connsiteX134" fmla="*/ 7914410 w 12417137"/>
              <a:gd name="connsiteY134" fmla="*/ 1714500 h 6650181"/>
              <a:gd name="connsiteX135" fmla="*/ 7940387 w 12417137"/>
              <a:gd name="connsiteY135" fmla="*/ 1887682 h 6650181"/>
              <a:gd name="connsiteX136" fmla="*/ 7957705 w 12417137"/>
              <a:gd name="connsiteY136" fmla="*/ 1896341 h 6650181"/>
              <a:gd name="connsiteX137" fmla="*/ 8026978 w 12417137"/>
              <a:gd name="connsiteY137" fmla="*/ 1835727 h 6650181"/>
              <a:gd name="connsiteX138" fmla="*/ 8070274 w 12417137"/>
              <a:gd name="connsiteY138" fmla="*/ 1982932 h 6650181"/>
              <a:gd name="connsiteX139" fmla="*/ 8087592 w 12417137"/>
              <a:gd name="connsiteY139" fmla="*/ 1991591 h 6650181"/>
              <a:gd name="connsiteX140" fmla="*/ 8148205 w 12417137"/>
              <a:gd name="connsiteY140" fmla="*/ 1939636 h 6650181"/>
              <a:gd name="connsiteX141" fmla="*/ 8200160 w 12417137"/>
              <a:gd name="connsiteY141" fmla="*/ 2034886 h 6650181"/>
              <a:gd name="connsiteX142" fmla="*/ 8200160 w 12417137"/>
              <a:gd name="connsiteY142" fmla="*/ 2078182 h 6650181"/>
              <a:gd name="connsiteX143" fmla="*/ 8278092 w 12417137"/>
              <a:gd name="connsiteY143" fmla="*/ 2112818 h 6650181"/>
              <a:gd name="connsiteX144" fmla="*/ 8321387 w 12417137"/>
              <a:gd name="connsiteY144" fmla="*/ 2242705 h 6650181"/>
              <a:gd name="connsiteX145" fmla="*/ 8347364 w 12417137"/>
              <a:gd name="connsiteY145" fmla="*/ 2251364 h 6650181"/>
              <a:gd name="connsiteX146" fmla="*/ 8399319 w 12417137"/>
              <a:gd name="connsiteY146" fmla="*/ 2329296 h 6650181"/>
              <a:gd name="connsiteX147" fmla="*/ 8407978 w 12417137"/>
              <a:gd name="connsiteY147" fmla="*/ 2363932 h 6650181"/>
              <a:gd name="connsiteX148" fmla="*/ 8356024 w 12417137"/>
              <a:gd name="connsiteY148" fmla="*/ 2459182 h 6650181"/>
              <a:gd name="connsiteX149" fmla="*/ 8356024 w 12417137"/>
              <a:gd name="connsiteY149" fmla="*/ 2485159 h 6650181"/>
              <a:gd name="connsiteX150" fmla="*/ 8529205 w 12417137"/>
              <a:gd name="connsiteY150" fmla="*/ 2545773 h 6650181"/>
              <a:gd name="connsiteX151" fmla="*/ 8477251 w 12417137"/>
              <a:gd name="connsiteY151" fmla="*/ 2589068 h 6650181"/>
              <a:gd name="connsiteX152" fmla="*/ 8555182 w 12417137"/>
              <a:gd name="connsiteY152" fmla="*/ 2675659 h 6650181"/>
              <a:gd name="connsiteX153" fmla="*/ 8503228 w 12417137"/>
              <a:gd name="connsiteY153" fmla="*/ 2727614 h 6650181"/>
              <a:gd name="connsiteX154" fmla="*/ 8615796 w 12417137"/>
              <a:gd name="connsiteY154" fmla="*/ 2831523 h 6650181"/>
              <a:gd name="connsiteX155" fmla="*/ 8563841 w 12417137"/>
              <a:gd name="connsiteY155" fmla="*/ 2892136 h 6650181"/>
              <a:gd name="connsiteX156" fmla="*/ 8589819 w 12417137"/>
              <a:gd name="connsiteY156" fmla="*/ 2952750 h 6650181"/>
              <a:gd name="connsiteX157" fmla="*/ 8572501 w 12417137"/>
              <a:gd name="connsiteY157" fmla="*/ 3004705 h 6650181"/>
              <a:gd name="connsiteX158" fmla="*/ 8615796 w 12417137"/>
              <a:gd name="connsiteY158" fmla="*/ 3091296 h 6650181"/>
              <a:gd name="connsiteX159" fmla="*/ 8589819 w 12417137"/>
              <a:gd name="connsiteY159" fmla="*/ 3117273 h 6650181"/>
              <a:gd name="connsiteX160" fmla="*/ 8520546 w 12417137"/>
              <a:gd name="connsiteY160" fmla="*/ 3229841 h 6650181"/>
              <a:gd name="connsiteX161" fmla="*/ 8459932 w 12417137"/>
              <a:gd name="connsiteY161" fmla="*/ 3351068 h 6650181"/>
              <a:gd name="connsiteX162" fmla="*/ 8650432 w 12417137"/>
              <a:gd name="connsiteY162" fmla="*/ 3429000 h 6650181"/>
              <a:gd name="connsiteX163" fmla="*/ 8901546 w 12417137"/>
              <a:gd name="connsiteY163" fmla="*/ 3454977 h 6650181"/>
              <a:gd name="connsiteX164" fmla="*/ 9074728 w 12417137"/>
              <a:gd name="connsiteY164" fmla="*/ 3454977 h 6650181"/>
              <a:gd name="connsiteX165" fmla="*/ 9230592 w 12417137"/>
              <a:gd name="connsiteY165" fmla="*/ 3532909 h 6650181"/>
              <a:gd name="connsiteX166" fmla="*/ 9273887 w 12417137"/>
              <a:gd name="connsiteY166" fmla="*/ 3680114 h 6650181"/>
              <a:gd name="connsiteX167" fmla="*/ 9256569 w 12417137"/>
              <a:gd name="connsiteY167" fmla="*/ 3784023 h 6650181"/>
              <a:gd name="connsiteX168" fmla="*/ 9230592 w 12417137"/>
              <a:gd name="connsiteY168" fmla="*/ 3818659 h 6650181"/>
              <a:gd name="connsiteX169" fmla="*/ 9230592 w 12417137"/>
              <a:gd name="connsiteY169" fmla="*/ 3991841 h 6650181"/>
              <a:gd name="connsiteX170" fmla="*/ 9187296 w 12417137"/>
              <a:gd name="connsiteY170" fmla="*/ 4069773 h 6650181"/>
              <a:gd name="connsiteX171" fmla="*/ 9109364 w 12417137"/>
              <a:gd name="connsiteY171" fmla="*/ 4225637 h 6650181"/>
              <a:gd name="connsiteX172" fmla="*/ 8936182 w 12417137"/>
              <a:gd name="connsiteY172" fmla="*/ 4346864 h 6650181"/>
              <a:gd name="connsiteX173" fmla="*/ 8485910 w 12417137"/>
              <a:gd name="connsiteY173" fmla="*/ 3844636 h 6650181"/>
              <a:gd name="connsiteX174" fmla="*/ 8407978 w 12417137"/>
              <a:gd name="connsiteY174" fmla="*/ 3818659 h 6650181"/>
              <a:gd name="connsiteX175" fmla="*/ 8364683 w 12417137"/>
              <a:gd name="connsiteY175" fmla="*/ 3818659 h 6650181"/>
              <a:gd name="connsiteX176" fmla="*/ 8321387 w 12417137"/>
              <a:gd name="connsiteY176" fmla="*/ 4043796 h 6650181"/>
              <a:gd name="connsiteX177" fmla="*/ 8304069 w 12417137"/>
              <a:gd name="connsiteY177" fmla="*/ 4113068 h 6650181"/>
              <a:gd name="connsiteX178" fmla="*/ 8252114 w 12417137"/>
              <a:gd name="connsiteY178" fmla="*/ 4182341 h 6650181"/>
              <a:gd name="connsiteX179" fmla="*/ 8113569 w 12417137"/>
              <a:gd name="connsiteY179" fmla="*/ 4372841 h 6650181"/>
              <a:gd name="connsiteX180" fmla="*/ 8096251 w 12417137"/>
              <a:gd name="connsiteY180" fmla="*/ 4407478 h 6650181"/>
              <a:gd name="connsiteX181" fmla="*/ 8018319 w 12417137"/>
              <a:gd name="connsiteY181" fmla="*/ 4468091 h 6650181"/>
              <a:gd name="connsiteX182" fmla="*/ 7637319 w 12417137"/>
              <a:gd name="connsiteY182" fmla="*/ 4736523 h 6650181"/>
              <a:gd name="connsiteX183" fmla="*/ 7550728 w 12417137"/>
              <a:gd name="connsiteY183" fmla="*/ 4753841 h 6650181"/>
              <a:gd name="connsiteX184" fmla="*/ 7290955 w 12417137"/>
              <a:gd name="connsiteY184" fmla="*/ 4883728 h 6650181"/>
              <a:gd name="connsiteX185" fmla="*/ 7230342 w 12417137"/>
              <a:gd name="connsiteY185" fmla="*/ 4883728 h 6650181"/>
              <a:gd name="connsiteX186" fmla="*/ 7083137 w 12417137"/>
              <a:gd name="connsiteY186" fmla="*/ 4961659 h 6650181"/>
              <a:gd name="connsiteX187" fmla="*/ 7013864 w 12417137"/>
              <a:gd name="connsiteY187" fmla="*/ 5030932 h 6650181"/>
              <a:gd name="connsiteX188" fmla="*/ 6736773 w 12417137"/>
              <a:gd name="connsiteY188" fmla="*/ 5160818 h 6650181"/>
              <a:gd name="connsiteX189" fmla="*/ 6806046 w 12417137"/>
              <a:gd name="connsiteY189" fmla="*/ 4996296 h 6650181"/>
              <a:gd name="connsiteX190" fmla="*/ 6780069 w 12417137"/>
              <a:gd name="connsiteY190" fmla="*/ 4987637 h 6650181"/>
              <a:gd name="connsiteX191" fmla="*/ 6598228 w 12417137"/>
              <a:gd name="connsiteY191" fmla="*/ 5091546 h 6650181"/>
              <a:gd name="connsiteX192" fmla="*/ 6502978 w 12417137"/>
              <a:gd name="connsiteY192" fmla="*/ 5126182 h 6650181"/>
              <a:gd name="connsiteX193" fmla="*/ 6589569 w 12417137"/>
              <a:gd name="connsiteY193" fmla="*/ 5022273 h 6650181"/>
              <a:gd name="connsiteX194" fmla="*/ 6442364 w 12417137"/>
              <a:gd name="connsiteY194" fmla="*/ 5100205 h 6650181"/>
              <a:gd name="connsiteX195" fmla="*/ 6416387 w 12417137"/>
              <a:gd name="connsiteY195" fmla="*/ 5100205 h 6650181"/>
              <a:gd name="connsiteX196" fmla="*/ 6537614 w 12417137"/>
              <a:gd name="connsiteY196" fmla="*/ 4987637 h 6650181"/>
              <a:gd name="connsiteX197" fmla="*/ 6520296 w 12417137"/>
              <a:gd name="connsiteY197" fmla="*/ 4978978 h 6650181"/>
              <a:gd name="connsiteX198" fmla="*/ 6347114 w 12417137"/>
              <a:gd name="connsiteY198" fmla="*/ 5030932 h 6650181"/>
              <a:gd name="connsiteX199" fmla="*/ 6961910 w 12417137"/>
              <a:gd name="connsiteY199" fmla="*/ 4381500 h 6650181"/>
              <a:gd name="connsiteX200" fmla="*/ 7083137 w 12417137"/>
              <a:gd name="connsiteY200" fmla="*/ 4191000 h 6650181"/>
              <a:gd name="connsiteX201" fmla="*/ 7498773 w 12417137"/>
              <a:gd name="connsiteY201" fmla="*/ 3688773 h 6650181"/>
              <a:gd name="connsiteX202" fmla="*/ 7559387 w 12417137"/>
              <a:gd name="connsiteY202" fmla="*/ 3584864 h 6650181"/>
              <a:gd name="connsiteX203" fmla="*/ 7334251 w 12417137"/>
              <a:gd name="connsiteY203" fmla="*/ 3359727 h 6650181"/>
              <a:gd name="connsiteX204" fmla="*/ 7221683 w 12417137"/>
              <a:gd name="connsiteY204" fmla="*/ 3307773 h 6650181"/>
              <a:gd name="connsiteX205" fmla="*/ 7135092 w 12417137"/>
              <a:gd name="connsiteY205" fmla="*/ 3290455 h 6650181"/>
              <a:gd name="connsiteX206" fmla="*/ 7074478 w 12417137"/>
              <a:gd name="connsiteY206" fmla="*/ 3307773 h 6650181"/>
              <a:gd name="connsiteX207" fmla="*/ 7057160 w 12417137"/>
              <a:gd name="connsiteY207" fmla="*/ 3299114 h 6650181"/>
              <a:gd name="connsiteX208" fmla="*/ 7308273 w 12417137"/>
              <a:gd name="connsiteY208" fmla="*/ 3117273 h 6650181"/>
              <a:gd name="connsiteX209" fmla="*/ 7542069 w 12417137"/>
              <a:gd name="connsiteY209" fmla="*/ 3169227 h 6650181"/>
              <a:gd name="connsiteX210" fmla="*/ 7689274 w 12417137"/>
              <a:gd name="connsiteY210" fmla="*/ 3117273 h 6650181"/>
              <a:gd name="connsiteX211" fmla="*/ 7568046 w 12417137"/>
              <a:gd name="connsiteY211" fmla="*/ 2900796 h 6650181"/>
              <a:gd name="connsiteX212" fmla="*/ 7498773 w 12417137"/>
              <a:gd name="connsiteY212" fmla="*/ 2831523 h 6650181"/>
              <a:gd name="connsiteX213" fmla="*/ 7221683 w 12417137"/>
              <a:gd name="connsiteY213" fmla="*/ 1905000 h 6650181"/>
              <a:gd name="connsiteX214" fmla="*/ 7507433 w 12417137"/>
              <a:gd name="connsiteY214" fmla="*/ 1489364 h 6650181"/>
              <a:gd name="connsiteX215" fmla="*/ 7516092 w 12417137"/>
              <a:gd name="connsiteY215" fmla="*/ 1549977 h 6650181"/>
              <a:gd name="connsiteX216" fmla="*/ 7533410 w 12417137"/>
              <a:gd name="connsiteY216" fmla="*/ 1558636 h 6650181"/>
              <a:gd name="connsiteX217" fmla="*/ 7715251 w 12417137"/>
              <a:gd name="connsiteY217" fmla="*/ 1402773 h 6650181"/>
              <a:gd name="connsiteX218" fmla="*/ 7749887 w 12417137"/>
              <a:gd name="connsiteY218" fmla="*/ 1402773 h 6650181"/>
              <a:gd name="connsiteX219" fmla="*/ 2060864 w 12417137"/>
              <a:gd name="connsiteY219" fmla="*/ 0 h 6650181"/>
              <a:gd name="connsiteX220" fmla="*/ 2043546 w 12417137"/>
              <a:gd name="connsiteY220" fmla="*/ 25977 h 6650181"/>
              <a:gd name="connsiteX221" fmla="*/ 2208068 w 12417137"/>
              <a:gd name="connsiteY221" fmla="*/ 43295 h 6650181"/>
              <a:gd name="connsiteX222" fmla="*/ 2052205 w 12417137"/>
              <a:gd name="connsiteY222" fmla="*/ 155864 h 6650181"/>
              <a:gd name="connsiteX223" fmla="*/ 2182091 w 12417137"/>
              <a:gd name="connsiteY223" fmla="*/ 173182 h 6650181"/>
              <a:gd name="connsiteX224" fmla="*/ 2104159 w 12417137"/>
              <a:gd name="connsiteY224" fmla="*/ 242455 h 6650181"/>
              <a:gd name="connsiteX225" fmla="*/ 2104159 w 12417137"/>
              <a:gd name="connsiteY225" fmla="*/ 268432 h 6650181"/>
              <a:gd name="connsiteX226" fmla="*/ 2164773 w 12417137"/>
              <a:gd name="connsiteY226" fmla="*/ 268432 h 6650181"/>
              <a:gd name="connsiteX227" fmla="*/ 2104159 w 12417137"/>
              <a:gd name="connsiteY227" fmla="*/ 389659 h 6650181"/>
              <a:gd name="connsiteX228" fmla="*/ 2173432 w 12417137"/>
              <a:gd name="connsiteY228" fmla="*/ 389659 h 6650181"/>
              <a:gd name="connsiteX229" fmla="*/ 2173432 w 12417137"/>
              <a:gd name="connsiteY229" fmla="*/ 432955 h 6650181"/>
              <a:gd name="connsiteX230" fmla="*/ 2130137 w 12417137"/>
              <a:gd name="connsiteY230" fmla="*/ 493568 h 6650181"/>
              <a:gd name="connsiteX231" fmla="*/ 2190750 w 12417137"/>
              <a:gd name="connsiteY231" fmla="*/ 493568 h 6650181"/>
              <a:gd name="connsiteX232" fmla="*/ 2147455 w 12417137"/>
              <a:gd name="connsiteY232" fmla="*/ 588818 h 6650181"/>
              <a:gd name="connsiteX233" fmla="*/ 2182091 w 12417137"/>
              <a:gd name="connsiteY233" fmla="*/ 640773 h 6650181"/>
              <a:gd name="connsiteX234" fmla="*/ 2147455 w 12417137"/>
              <a:gd name="connsiteY234" fmla="*/ 701386 h 6650181"/>
              <a:gd name="connsiteX235" fmla="*/ 2156114 w 12417137"/>
              <a:gd name="connsiteY235" fmla="*/ 753341 h 6650181"/>
              <a:gd name="connsiteX236" fmla="*/ 2060864 w 12417137"/>
              <a:gd name="connsiteY236" fmla="*/ 839932 h 6650181"/>
              <a:gd name="connsiteX237" fmla="*/ 2112818 w 12417137"/>
              <a:gd name="connsiteY237" fmla="*/ 917864 h 6650181"/>
              <a:gd name="connsiteX238" fmla="*/ 2112818 w 12417137"/>
              <a:gd name="connsiteY238" fmla="*/ 952500 h 6650181"/>
              <a:gd name="connsiteX239" fmla="*/ 2078182 w 12417137"/>
              <a:gd name="connsiteY239" fmla="*/ 952500 h 6650181"/>
              <a:gd name="connsiteX240" fmla="*/ 2078182 w 12417137"/>
              <a:gd name="connsiteY240" fmla="*/ 1030432 h 6650181"/>
              <a:gd name="connsiteX241" fmla="*/ 2034887 w 12417137"/>
              <a:gd name="connsiteY241" fmla="*/ 1030432 h 6650181"/>
              <a:gd name="connsiteX242" fmla="*/ 2026227 w 12417137"/>
              <a:gd name="connsiteY242" fmla="*/ 1047750 h 6650181"/>
              <a:gd name="connsiteX243" fmla="*/ 2043546 w 12417137"/>
              <a:gd name="connsiteY243" fmla="*/ 1125682 h 6650181"/>
              <a:gd name="connsiteX244" fmla="*/ 2000250 w 12417137"/>
              <a:gd name="connsiteY244" fmla="*/ 1134341 h 6650181"/>
              <a:gd name="connsiteX245" fmla="*/ 1974273 w 12417137"/>
              <a:gd name="connsiteY245" fmla="*/ 1177636 h 6650181"/>
              <a:gd name="connsiteX246" fmla="*/ 1930977 w 12417137"/>
              <a:gd name="connsiteY246" fmla="*/ 1246909 h 6650181"/>
              <a:gd name="connsiteX247" fmla="*/ 1749137 w 12417137"/>
              <a:gd name="connsiteY247" fmla="*/ 1333500 h 6650181"/>
              <a:gd name="connsiteX248" fmla="*/ 1792432 w 12417137"/>
              <a:gd name="connsiteY248" fmla="*/ 1428750 h 6650181"/>
              <a:gd name="connsiteX249" fmla="*/ 2052205 w 12417137"/>
              <a:gd name="connsiteY249" fmla="*/ 1723159 h 6650181"/>
              <a:gd name="connsiteX250" fmla="*/ 2043546 w 12417137"/>
              <a:gd name="connsiteY250" fmla="*/ 1757796 h 6650181"/>
              <a:gd name="connsiteX251" fmla="*/ 2008909 w 12417137"/>
              <a:gd name="connsiteY251" fmla="*/ 1818409 h 6650181"/>
              <a:gd name="connsiteX252" fmla="*/ 1930977 w 12417137"/>
              <a:gd name="connsiteY252" fmla="*/ 1879023 h 6650181"/>
              <a:gd name="connsiteX253" fmla="*/ 1835727 w 12417137"/>
              <a:gd name="connsiteY253" fmla="*/ 1974273 h 6650181"/>
              <a:gd name="connsiteX254" fmla="*/ 1645227 w 12417137"/>
              <a:gd name="connsiteY254" fmla="*/ 2034886 h 6650181"/>
              <a:gd name="connsiteX255" fmla="*/ 1524000 w 12417137"/>
              <a:gd name="connsiteY255" fmla="*/ 1913659 h 6650181"/>
              <a:gd name="connsiteX256" fmla="*/ 1558637 w 12417137"/>
              <a:gd name="connsiteY256" fmla="*/ 1575955 h 6650181"/>
              <a:gd name="connsiteX257" fmla="*/ 1498023 w 12417137"/>
              <a:gd name="connsiteY257" fmla="*/ 1515341 h 6650181"/>
              <a:gd name="connsiteX258" fmla="*/ 1385455 w 12417137"/>
              <a:gd name="connsiteY258" fmla="*/ 1601932 h 6650181"/>
              <a:gd name="connsiteX259" fmla="*/ 1091046 w 12417137"/>
              <a:gd name="connsiteY259" fmla="*/ 1697182 h 6650181"/>
              <a:gd name="connsiteX260" fmla="*/ 744682 w 12417137"/>
              <a:gd name="connsiteY260" fmla="*/ 1653886 h 6650181"/>
              <a:gd name="connsiteX261" fmla="*/ 692727 w 12417137"/>
              <a:gd name="connsiteY261" fmla="*/ 1627909 h 6650181"/>
              <a:gd name="connsiteX262" fmla="*/ 519546 w 12417137"/>
              <a:gd name="connsiteY262" fmla="*/ 1584614 h 6650181"/>
              <a:gd name="connsiteX263" fmla="*/ 476250 w 12417137"/>
              <a:gd name="connsiteY263" fmla="*/ 1558636 h 6650181"/>
              <a:gd name="connsiteX264" fmla="*/ 129886 w 12417137"/>
              <a:gd name="connsiteY264" fmla="*/ 1498023 h 6650181"/>
              <a:gd name="connsiteX265" fmla="*/ 225136 w 12417137"/>
              <a:gd name="connsiteY265" fmla="*/ 1437409 h 6650181"/>
              <a:gd name="connsiteX266" fmla="*/ 34636 w 12417137"/>
              <a:gd name="connsiteY266" fmla="*/ 1376796 h 6650181"/>
              <a:gd name="connsiteX267" fmla="*/ 95250 w 12417137"/>
              <a:gd name="connsiteY267" fmla="*/ 1350818 h 6650181"/>
              <a:gd name="connsiteX268" fmla="*/ 0 w 12417137"/>
              <a:gd name="connsiteY268" fmla="*/ 1333500 h 6650181"/>
              <a:gd name="connsiteX269" fmla="*/ 77932 w 12417137"/>
              <a:gd name="connsiteY269" fmla="*/ 1333500 h 6650181"/>
              <a:gd name="connsiteX270" fmla="*/ 95250 w 12417137"/>
              <a:gd name="connsiteY270" fmla="*/ 1316182 h 6650181"/>
              <a:gd name="connsiteX271" fmla="*/ 0 w 12417137"/>
              <a:gd name="connsiteY271" fmla="*/ 1264227 h 6650181"/>
              <a:gd name="connsiteX272" fmla="*/ 129886 w 12417137"/>
              <a:gd name="connsiteY272" fmla="*/ 1290205 h 6650181"/>
              <a:gd name="connsiteX273" fmla="*/ 753341 w 12417137"/>
              <a:gd name="connsiteY273" fmla="*/ 1143000 h 6650181"/>
              <a:gd name="connsiteX274" fmla="*/ 1065068 w 12417137"/>
              <a:gd name="connsiteY274" fmla="*/ 1099705 h 6650181"/>
              <a:gd name="connsiteX275" fmla="*/ 1203614 w 12417137"/>
              <a:gd name="connsiteY275" fmla="*/ 1039091 h 6650181"/>
              <a:gd name="connsiteX276" fmla="*/ 1073727 w 12417137"/>
              <a:gd name="connsiteY276" fmla="*/ 701386 h 6650181"/>
              <a:gd name="connsiteX277" fmla="*/ 1203614 w 12417137"/>
              <a:gd name="connsiteY277" fmla="*/ 692727 h 6650181"/>
              <a:gd name="connsiteX278" fmla="*/ 1446068 w 12417137"/>
              <a:gd name="connsiteY278" fmla="*/ 883227 h 6650181"/>
              <a:gd name="connsiteX279" fmla="*/ 1489364 w 12417137"/>
              <a:gd name="connsiteY279" fmla="*/ 666750 h 6650181"/>
              <a:gd name="connsiteX280" fmla="*/ 1549977 w 12417137"/>
              <a:gd name="connsiteY280" fmla="*/ 484909 h 6650181"/>
              <a:gd name="connsiteX281" fmla="*/ 1775114 w 12417137"/>
              <a:gd name="connsiteY281" fmla="*/ 43295 h 6650181"/>
              <a:gd name="connsiteX282" fmla="*/ 1930977 w 12417137"/>
              <a:gd name="connsiteY282" fmla="*/ 0 h 6650181"/>
              <a:gd name="connsiteX283" fmla="*/ 2060864 w 12417137"/>
              <a:gd name="connsiteY283" fmla="*/ 0 h 6650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</a:cxnLst>
            <a:rect l="l" t="t" r="r" b="b"/>
            <a:pathLst>
              <a:path w="12417137" h="6650181">
                <a:moveTo>
                  <a:pt x="12010160" y="5775614"/>
                </a:moveTo>
                <a:cubicBezTo>
                  <a:pt x="12027478" y="5775614"/>
                  <a:pt x="12295910" y="5723659"/>
                  <a:pt x="12321887" y="5723659"/>
                </a:cubicBezTo>
                <a:cubicBezTo>
                  <a:pt x="12339205" y="5723659"/>
                  <a:pt x="12347864" y="5723659"/>
                  <a:pt x="12356524" y="5732318"/>
                </a:cubicBezTo>
                <a:cubicBezTo>
                  <a:pt x="12382501" y="5766955"/>
                  <a:pt x="12417137" y="5827568"/>
                  <a:pt x="12417137" y="5844887"/>
                </a:cubicBezTo>
                <a:cubicBezTo>
                  <a:pt x="12417137" y="5870864"/>
                  <a:pt x="12399819" y="5879523"/>
                  <a:pt x="12399819" y="5896841"/>
                </a:cubicBezTo>
                <a:cubicBezTo>
                  <a:pt x="12399819" y="5922818"/>
                  <a:pt x="12417137" y="5957455"/>
                  <a:pt x="12417137" y="5974773"/>
                </a:cubicBezTo>
                <a:cubicBezTo>
                  <a:pt x="12417137" y="6000750"/>
                  <a:pt x="12417137" y="6026728"/>
                  <a:pt x="12399819" y="6044046"/>
                </a:cubicBezTo>
                <a:cubicBezTo>
                  <a:pt x="12399819" y="6052705"/>
                  <a:pt x="12373842" y="6044046"/>
                  <a:pt x="12373842" y="6070023"/>
                </a:cubicBezTo>
                <a:cubicBezTo>
                  <a:pt x="12373842" y="6087341"/>
                  <a:pt x="12382501" y="6087341"/>
                  <a:pt x="12391160" y="6096000"/>
                </a:cubicBezTo>
                <a:lnTo>
                  <a:pt x="12365183" y="6096000"/>
                </a:lnTo>
                <a:cubicBezTo>
                  <a:pt x="12356524" y="6104659"/>
                  <a:pt x="12365183" y="6113318"/>
                  <a:pt x="12365183" y="6139296"/>
                </a:cubicBezTo>
                <a:cubicBezTo>
                  <a:pt x="12365183" y="6165273"/>
                  <a:pt x="12347864" y="6182591"/>
                  <a:pt x="12321887" y="6217228"/>
                </a:cubicBezTo>
                <a:cubicBezTo>
                  <a:pt x="12304569" y="6225887"/>
                  <a:pt x="12295910" y="6260523"/>
                  <a:pt x="12278592" y="6269182"/>
                </a:cubicBezTo>
                <a:cubicBezTo>
                  <a:pt x="12261274" y="6277841"/>
                  <a:pt x="12235296" y="6277841"/>
                  <a:pt x="12226637" y="6286500"/>
                </a:cubicBezTo>
                <a:cubicBezTo>
                  <a:pt x="12209319" y="6286500"/>
                  <a:pt x="12209319" y="6312478"/>
                  <a:pt x="12183342" y="6312478"/>
                </a:cubicBezTo>
                <a:cubicBezTo>
                  <a:pt x="12114069" y="6312478"/>
                  <a:pt x="11949546" y="6026728"/>
                  <a:pt x="11906251" y="6018068"/>
                </a:cubicBezTo>
                <a:cubicBezTo>
                  <a:pt x="11862955" y="6009409"/>
                  <a:pt x="11793683" y="6009409"/>
                  <a:pt x="11776364" y="6009409"/>
                </a:cubicBezTo>
                <a:cubicBezTo>
                  <a:pt x="11750387" y="6009409"/>
                  <a:pt x="11759046" y="6018068"/>
                  <a:pt x="11750387" y="6026728"/>
                </a:cubicBezTo>
                <a:cubicBezTo>
                  <a:pt x="11776364" y="6044046"/>
                  <a:pt x="11845637" y="6044046"/>
                  <a:pt x="11845637" y="6087341"/>
                </a:cubicBezTo>
                <a:cubicBezTo>
                  <a:pt x="11845637" y="6113318"/>
                  <a:pt x="11836978" y="6104659"/>
                  <a:pt x="11836978" y="6130637"/>
                </a:cubicBezTo>
                <a:cubicBezTo>
                  <a:pt x="11836978" y="6147955"/>
                  <a:pt x="11819660" y="6173932"/>
                  <a:pt x="11802342" y="6191250"/>
                </a:cubicBezTo>
                <a:cubicBezTo>
                  <a:pt x="11793683" y="6199909"/>
                  <a:pt x="11776364" y="6199909"/>
                  <a:pt x="11759046" y="6208568"/>
                </a:cubicBezTo>
                <a:cubicBezTo>
                  <a:pt x="11767705" y="6217228"/>
                  <a:pt x="11785024" y="6234546"/>
                  <a:pt x="11793683" y="6234546"/>
                </a:cubicBezTo>
                <a:cubicBezTo>
                  <a:pt x="11793683" y="6243205"/>
                  <a:pt x="11767705" y="6243205"/>
                  <a:pt x="11759046" y="6260523"/>
                </a:cubicBezTo>
                <a:cubicBezTo>
                  <a:pt x="11750387" y="6260523"/>
                  <a:pt x="11759046" y="6286500"/>
                  <a:pt x="11750387" y="6295159"/>
                </a:cubicBezTo>
                <a:cubicBezTo>
                  <a:pt x="11655137" y="6364432"/>
                  <a:pt x="11681114" y="6390409"/>
                  <a:pt x="11620501" y="6390409"/>
                </a:cubicBezTo>
                <a:cubicBezTo>
                  <a:pt x="11603183" y="6390409"/>
                  <a:pt x="11577205" y="6381750"/>
                  <a:pt x="11551228" y="6373091"/>
                </a:cubicBezTo>
                <a:cubicBezTo>
                  <a:pt x="11542569" y="6390409"/>
                  <a:pt x="11551228" y="6399068"/>
                  <a:pt x="11551228" y="6416387"/>
                </a:cubicBezTo>
                <a:cubicBezTo>
                  <a:pt x="11551228" y="6433705"/>
                  <a:pt x="11499274" y="6468341"/>
                  <a:pt x="11499274" y="6468341"/>
                </a:cubicBezTo>
                <a:cubicBezTo>
                  <a:pt x="11473296" y="6468341"/>
                  <a:pt x="11481955" y="6451023"/>
                  <a:pt x="11464637" y="6451023"/>
                </a:cubicBezTo>
                <a:cubicBezTo>
                  <a:pt x="11438660" y="6451023"/>
                  <a:pt x="11430001" y="6477000"/>
                  <a:pt x="11412683" y="6485659"/>
                </a:cubicBezTo>
                <a:cubicBezTo>
                  <a:pt x="11404024" y="6494318"/>
                  <a:pt x="11378046" y="6485659"/>
                  <a:pt x="11369387" y="6494318"/>
                </a:cubicBezTo>
                <a:cubicBezTo>
                  <a:pt x="11343410" y="6502978"/>
                  <a:pt x="11343410" y="6520296"/>
                  <a:pt x="11326092" y="6528955"/>
                </a:cubicBezTo>
                <a:cubicBezTo>
                  <a:pt x="11308774" y="6537614"/>
                  <a:pt x="11291455" y="6528955"/>
                  <a:pt x="11274137" y="6528955"/>
                </a:cubicBezTo>
                <a:cubicBezTo>
                  <a:pt x="11265478" y="6546273"/>
                  <a:pt x="11239501" y="6580909"/>
                  <a:pt x="11213523" y="6580909"/>
                </a:cubicBezTo>
                <a:cubicBezTo>
                  <a:pt x="11196205" y="6580909"/>
                  <a:pt x="11187546" y="6554932"/>
                  <a:pt x="11170228" y="6554932"/>
                </a:cubicBezTo>
                <a:cubicBezTo>
                  <a:pt x="11161569" y="6572250"/>
                  <a:pt x="11152910" y="6598228"/>
                  <a:pt x="11126933" y="6598228"/>
                </a:cubicBezTo>
                <a:cubicBezTo>
                  <a:pt x="11074978" y="6598228"/>
                  <a:pt x="11109614" y="6546273"/>
                  <a:pt x="11083637" y="6520296"/>
                </a:cubicBezTo>
                <a:cubicBezTo>
                  <a:pt x="11066319" y="6554932"/>
                  <a:pt x="11040342" y="6589568"/>
                  <a:pt x="11014364" y="6615546"/>
                </a:cubicBezTo>
                <a:cubicBezTo>
                  <a:pt x="10997046" y="6632864"/>
                  <a:pt x="10971069" y="6641523"/>
                  <a:pt x="10953751" y="6650182"/>
                </a:cubicBezTo>
                <a:cubicBezTo>
                  <a:pt x="10945092" y="6641523"/>
                  <a:pt x="10953751" y="6606887"/>
                  <a:pt x="10945092" y="6598228"/>
                </a:cubicBezTo>
                <a:cubicBezTo>
                  <a:pt x="10927773" y="6606887"/>
                  <a:pt x="10901796" y="6632864"/>
                  <a:pt x="10884478" y="6641523"/>
                </a:cubicBezTo>
                <a:lnTo>
                  <a:pt x="10849842" y="6641523"/>
                </a:lnTo>
                <a:cubicBezTo>
                  <a:pt x="10841183" y="6632864"/>
                  <a:pt x="10841183" y="6615546"/>
                  <a:pt x="10841183" y="6598228"/>
                </a:cubicBezTo>
                <a:cubicBezTo>
                  <a:pt x="10823864" y="6589568"/>
                  <a:pt x="10806546" y="6580909"/>
                  <a:pt x="10780569" y="6580909"/>
                </a:cubicBezTo>
                <a:cubicBezTo>
                  <a:pt x="10763251" y="6580909"/>
                  <a:pt x="10745933" y="6615546"/>
                  <a:pt x="10728614" y="6615546"/>
                </a:cubicBezTo>
                <a:lnTo>
                  <a:pt x="10728614" y="6598228"/>
                </a:lnTo>
                <a:cubicBezTo>
                  <a:pt x="10737273" y="6537614"/>
                  <a:pt x="10719955" y="6520296"/>
                  <a:pt x="10719955" y="6502978"/>
                </a:cubicBezTo>
                <a:cubicBezTo>
                  <a:pt x="10719955" y="6329796"/>
                  <a:pt x="10997046" y="6104659"/>
                  <a:pt x="11144251" y="6018068"/>
                </a:cubicBezTo>
                <a:cubicBezTo>
                  <a:pt x="11213523" y="5974773"/>
                  <a:pt x="11300114" y="5966114"/>
                  <a:pt x="11378046" y="5905500"/>
                </a:cubicBezTo>
                <a:cubicBezTo>
                  <a:pt x="11308774" y="5792932"/>
                  <a:pt x="11213523" y="5715000"/>
                  <a:pt x="11118273" y="5732318"/>
                </a:cubicBezTo>
                <a:cubicBezTo>
                  <a:pt x="11161569" y="5671705"/>
                  <a:pt x="11152910" y="5628409"/>
                  <a:pt x="11222183" y="5628409"/>
                </a:cubicBezTo>
                <a:cubicBezTo>
                  <a:pt x="11248160" y="5628409"/>
                  <a:pt x="11282796" y="5654387"/>
                  <a:pt x="11308774" y="5654387"/>
                </a:cubicBezTo>
                <a:cubicBezTo>
                  <a:pt x="11360728" y="5654387"/>
                  <a:pt x="11386705" y="5585114"/>
                  <a:pt x="11516592" y="5585114"/>
                </a:cubicBezTo>
                <a:cubicBezTo>
                  <a:pt x="11698433" y="5585114"/>
                  <a:pt x="11984183" y="5775614"/>
                  <a:pt x="12010160" y="5775614"/>
                </a:cubicBezTo>
                <a:close/>
                <a:moveTo>
                  <a:pt x="4113069" y="3827318"/>
                </a:moveTo>
                <a:cubicBezTo>
                  <a:pt x="4113069" y="3844636"/>
                  <a:pt x="4043796" y="3913909"/>
                  <a:pt x="4017819" y="3957205"/>
                </a:cubicBezTo>
                <a:cubicBezTo>
                  <a:pt x="4017819" y="3965864"/>
                  <a:pt x="4017819" y="3974523"/>
                  <a:pt x="4026478" y="3983182"/>
                </a:cubicBezTo>
                <a:lnTo>
                  <a:pt x="4130387" y="3931227"/>
                </a:lnTo>
                <a:cubicBezTo>
                  <a:pt x="4130387" y="3931227"/>
                  <a:pt x="4139046" y="3922568"/>
                  <a:pt x="4139046" y="3948546"/>
                </a:cubicBezTo>
                <a:cubicBezTo>
                  <a:pt x="4139046" y="3965864"/>
                  <a:pt x="4113069" y="4009159"/>
                  <a:pt x="4095750" y="4035136"/>
                </a:cubicBezTo>
                <a:lnTo>
                  <a:pt x="4113069" y="4052455"/>
                </a:lnTo>
                <a:cubicBezTo>
                  <a:pt x="4130387" y="4043796"/>
                  <a:pt x="4147705" y="4035136"/>
                  <a:pt x="4165023" y="4035136"/>
                </a:cubicBezTo>
                <a:cubicBezTo>
                  <a:pt x="4173682" y="4043796"/>
                  <a:pt x="4173682" y="4052455"/>
                  <a:pt x="4173682" y="4078432"/>
                </a:cubicBezTo>
                <a:cubicBezTo>
                  <a:pt x="4173682" y="4095750"/>
                  <a:pt x="4165023" y="4121727"/>
                  <a:pt x="4156364" y="4147705"/>
                </a:cubicBezTo>
                <a:lnTo>
                  <a:pt x="4173682" y="4165023"/>
                </a:lnTo>
                <a:lnTo>
                  <a:pt x="4199660" y="4139046"/>
                </a:lnTo>
                <a:lnTo>
                  <a:pt x="4225637" y="4139046"/>
                </a:lnTo>
                <a:cubicBezTo>
                  <a:pt x="4234296" y="4156364"/>
                  <a:pt x="4242955" y="4165023"/>
                  <a:pt x="4242955" y="4182341"/>
                </a:cubicBezTo>
                <a:cubicBezTo>
                  <a:pt x="4242955" y="4191000"/>
                  <a:pt x="4225637" y="4208318"/>
                  <a:pt x="4234296" y="4242955"/>
                </a:cubicBezTo>
                <a:cubicBezTo>
                  <a:pt x="4251614" y="4234296"/>
                  <a:pt x="4268932" y="4225637"/>
                  <a:pt x="4294910" y="4225637"/>
                </a:cubicBezTo>
                <a:cubicBezTo>
                  <a:pt x="4294910" y="4260273"/>
                  <a:pt x="4303569" y="4294909"/>
                  <a:pt x="4294910" y="4329546"/>
                </a:cubicBezTo>
                <a:cubicBezTo>
                  <a:pt x="4381501" y="4346864"/>
                  <a:pt x="4338205" y="4390159"/>
                  <a:pt x="4338205" y="4416137"/>
                </a:cubicBezTo>
                <a:cubicBezTo>
                  <a:pt x="4338205" y="4442114"/>
                  <a:pt x="4381501" y="4485409"/>
                  <a:pt x="4381501" y="4502728"/>
                </a:cubicBezTo>
                <a:cubicBezTo>
                  <a:pt x="4381501" y="4537364"/>
                  <a:pt x="4346864" y="4563341"/>
                  <a:pt x="4329546" y="4580659"/>
                </a:cubicBezTo>
                <a:cubicBezTo>
                  <a:pt x="4355523" y="4606637"/>
                  <a:pt x="4390160" y="4623955"/>
                  <a:pt x="4424796" y="4658591"/>
                </a:cubicBezTo>
                <a:cubicBezTo>
                  <a:pt x="4416137" y="4667250"/>
                  <a:pt x="4398819" y="4675909"/>
                  <a:pt x="4381501" y="4693228"/>
                </a:cubicBezTo>
                <a:lnTo>
                  <a:pt x="4424796" y="4736523"/>
                </a:lnTo>
                <a:cubicBezTo>
                  <a:pt x="4416137" y="4753841"/>
                  <a:pt x="4381501" y="4753841"/>
                  <a:pt x="4381501" y="4779818"/>
                </a:cubicBezTo>
                <a:cubicBezTo>
                  <a:pt x="4381501" y="4797137"/>
                  <a:pt x="4433455" y="4823114"/>
                  <a:pt x="4433455" y="4849091"/>
                </a:cubicBezTo>
                <a:cubicBezTo>
                  <a:pt x="4433455" y="4866409"/>
                  <a:pt x="4407478" y="4875068"/>
                  <a:pt x="4390160" y="4892387"/>
                </a:cubicBezTo>
                <a:cubicBezTo>
                  <a:pt x="4398819" y="4927023"/>
                  <a:pt x="4390160" y="4987637"/>
                  <a:pt x="4390160" y="5004955"/>
                </a:cubicBezTo>
                <a:cubicBezTo>
                  <a:pt x="4390160" y="5030932"/>
                  <a:pt x="4260273" y="5134841"/>
                  <a:pt x="4260273" y="5152159"/>
                </a:cubicBezTo>
                <a:cubicBezTo>
                  <a:pt x="4260273" y="5178137"/>
                  <a:pt x="4286251" y="5178137"/>
                  <a:pt x="4303569" y="5195455"/>
                </a:cubicBezTo>
                <a:cubicBezTo>
                  <a:pt x="4398819" y="5299364"/>
                  <a:pt x="4719205" y="5273387"/>
                  <a:pt x="4719205" y="5437909"/>
                </a:cubicBezTo>
                <a:cubicBezTo>
                  <a:pt x="4719205" y="5455228"/>
                  <a:pt x="4701887" y="5507182"/>
                  <a:pt x="4693228" y="5541818"/>
                </a:cubicBezTo>
                <a:cubicBezTo>
                  <a:pt x="4693228" y="5550478"/>
                  <a:pt x="4667251" y="5567796"/>
                  <a:pt x="4658591" y="5593773"/>
                </a:cubicBezTo>
                <a:cubicBezTo>
                  <a:pt x="4649932" y="5611091"/>
                  <a:pt x="4649932" y="5654387"/>
                  <a:pt x="4632614" y="5689023"/>
                </a:cubicBezTo>
                <a:cubicBezTo>
                  <a:pt x="4623955" y="5715000"/>
                  <a:pt x="4485410" y="5870864"/>
                  <a:pt x="4416137" y="5870864"/>
                </a:cubicBezTo>
                <a:cubicBezTo>
                  <a:pt x="4338205" y="5870864"/>
                  <a:pt x="4303569" y="5740978"/>
                  <a:pt x="4277591" y="5706341"/>
                </a:cubicBezTo>
                <a:cubicBezTo>
                  <a:pt x="4242955" y="5637068"/>
                  <a:pt x="4225637" y="5550478"/>
                  <a:pt x="4191000" y="5481205"/>
                </a:cubicBezTo>
                <a:cubicBezTo>
                  <a:pt x="4182341" y="5455228"/>
                  <a:pt x="4147705" y="5437909"/>
                  <a:pt x="4130387" y="5437909"/>
                </a:cubicBezTo>
                <a:cubicBezTo>
                  <a:pt x="4095750" y="5437909"/>
                  <a:pt x="4069773" y="5533159"/>
                  <a:pt x="4069773" y="5550478"/>
                </a:cubicBezTo>
                <a:cubicBezTo>
                  <a:pt x="4069773" y="5576455"/>
                  <a:pt x="3974523" y="5663046"/>
                  <a:pt x="3965864" y="5671705"/>
                </a:cubicBezTo>
                <a:cubicBezTo>
                  <a:pt x="3827319" y="5810250"/>
                  <a:pt x="3688773" y="5827568"/>
                  <a:pt x="3550228" y="5888182"/>
                </a:cubicBezTo>
                <a:cubicBezTo>
                  <a:pt x="3515591" y="5905500"/>
                  <a:pt x="3480955" y="5888182"/>
                  <a:pt x="3446319" y="5896841"/>
                </a:cubicBezTo>
                <a:cubicBezTo>
                  <a:pt x="3385705" y="5896841"/>
                  <a:pt x="3342409" y="5922818"/>
                  <a:pt x="3290455" y="5931478"/>
                </a:cubicBezTo>
                <a:cubicBezTo>
                  <a:pt x="3264478" y="5940137"/>
                  <a:pt x="3229841" y="5922818"/>
                  <a:pt x="3212523" y="5931478"/>
                </a:cubicBezTo>
                <a:cubicBezTo>
                  <a:pt x="3160569" y="5940137"/>
                  <a:pt x="3117273" y="5966114"/>
                  <a:pt x="3056659" y="5992091"/>
                </a:cubicBezTo>
                <a:cubicBezTo>
                  <a:pt x="3004705" y="6009409"/>
                  <a:pt x="2944091" y="6018068"/>
                  <a:pt x="2883478" y="6035387"/>
                </a:cubicBezTo>
                <a:cubicBezTo>
                  <a:pt x="2900796" y="6009409"/>
                  <a:pt x="2926773" y="5966114"/>
                  <a:pt x="2944091" y="5931478"/>
                </a:cubicBezTo>
                <a:cubicBezTo>
                  <a:pt x="2935432" y="5922818"/>
                  <a:pt x="2935432" y="5922818"/>
                  <a:pt x="2918114" y="5922818"/>
                </a:cubicBezTo>
                <a:cubicBezTo>
                  <a:pt x="2892137" y="5922818"/>
                  <a:pt x="2814205" y="5966114"/>
                  <a:pt x="2788228" y="5966114"/>
                </a:cubicBezTo>
                <a:lnTo>
                  <a:pt x="2744932" y="5966114"/>
                </a:lnTo>
                <a:cubicBezTo>
                  <a:pt x="2744932" y="5957455"/>
                  <a:pt x="2762250" y="5957455"/>
                  <a:pt x="2779568" y="5957455"/>
                </a:cubicBezTo>
                <a:cubicBezTo>
                  <a:pt x="2779568" y="5948796"/>
                  <a:pt x="2788228" y="5940137"/>
                  <a:pt x="2796887" y="5931478"/>
                </a:cubicBezTo>
                <a:cubicBezTo>
                  <a:pt x="2788228" y="5922818"/>
                  <a:pt x="2796887" y="5922818"/>
                  <a:pt x="2770909" y="5922818"/>
                </a:cubicBezTo>
                <a:cubicBezTo>
                  <a:pt x="2753591" y="5922818"/>
                  <a:pt x="2753591" y="5940137"/>
                  <a:pt x="2727614" y="5940137"/>
                </a:cubicBezTo>
                <a:lnTo>
                  <a:pt x="2692978" y="5940137"/>
                </a:lnTo>
                <a:cubicBezTo>
                  <a:pt x="2710296" y="5931478"/>
                  <a:pt x="2744932" y="5905500"/>
                  <a:pt x="2770909" y="5888182"/>
                </a:cubicBezTo>
                <a:cubicBezTo>
                  <a:pt x="2736273" y="5879523"/>
                  <a:pt x="2701637" y="5888182"/>
                  <a:pt x="2667000" y="5879523"/>
                </a:cubicBezTo>
                <a:cubicBezTo>
                  <a:pt x="2831523" y="5879523"/>
                  <a:pt x="3030682" y="5654387"/>
                  <a:pt x="3203864" y="5524500"/>
                </a:cubicBezTo>
                <a:cubicBezTo>
                  <a:pt x="3247159" y="5489864"/>
                  <a:pt x="3290455" y="5429250"/>
                  <a:pt x="3342409" y="5394614"/>
                </a:cubicBezTo>
                <a:cubicBezTo>
                  <a:pt x="3342409" y="5385955"/>
                  <a:pt x="3645478" y="5212773"/>
                  <a:pt x="3645478" y="5160818"/>
                </a:cubicBezTo>
                <a:cubicBezTo>
                  <a:pt x="3645478" y="5134841"/>
                  <a:pt x="3532909" y="4961659"/>
                  <a:pt x="3472296" y="4927023"/>
                </a:cubicBezTo>
                <a:cubicBezTo>
                  <a:pt x="3446319" y="4909705"/>
                  <a:pt x="3411682" y="4909705"/>
                  <a:pt x="3377046" y="4901046"/>
                </a:cubicBezTo>
                <a:cubicBezTo>
                  <a:pt x="3429000" y="4875068"/>
                  <a:pt x="3506932" y="4823114"/>
                  <a:pt x="3532909" y="4823114"/>
                </a:cubicBezTo>
                <a:cubicBezTo>
                  <a:pt x="3610841" y="4823114"/>
                  <a:pt x="3645478" y="4901046"/>
                  <a:pt x="3740728" y="4901046"/>
                </a:cubicBezTo>
                <a:cubicBezTo>
                  <a:pt x="3792682" y="4901046"/>
                  <a:pt x="3801341" y="4892387"/>
                  <a:pt x="3801341" y="4849091"/>
                </a:cubicBezTo>
                <a:cubicBezTo>
                  <a:pt x="3801341" y="4805796"/>
                  <a:pt x="3740728" y="4736523"/>
                  <a:pt x="3732069" y="4684568"/>
                </a:cubicBezTo>
                <a:cubicBezTo>
                  <a:pt x="3706091" y="4580659"/>
                  <a:pt x="3697432" y="4476750"/>
                  <a:pt x="3697432" y="4372841"/>
                </a:cubicBezTo>
                <a:cubicBezTo>
                  <a:pt x="3680114" y="4208318"/>
                  <a:pt x="3688773" y="4173682"/>
                  <a:pt x="3688773" y="4147705"/>
                </a:cubicBezTo>
                <a:cubicBezTo>
                  <a:pt x="3688773" y="4000500"/>
                  <a:pt x="3732069" y="3939886"/>
                  <a:pt x="3931228" y="3835977"/>
                </a:cubicBezTo>
                <a:lnTo>
                  <a:pt x="3957205" y="3835977"/>
                </a:lnTo>
                <a:cubicBezTo>
                  <a:pt x="3957205" y="3844636"/>
                  <a:pt x="3939887" y="3879273"/>
                  <a:pt x="3957205" y="3879273"/>
                </a:cubicBezTo>
                <a:cubicBezTo>
                  <a:pt x="3983182" y="3879273"/>
                  <a:pt x="4061114" y="3835977"/>
                  <a:pt x="4104409" y="3810000"/>
                </a:cubicBezTo>
                <a:cubicBezTo>
                  <a:pt x="4104409" y="3810000"/>
                  <a:pt x="4113069" y="3801341"/>
                  <a:pt x="4113069" y="3827318"/>
                </a:cubicBezTo>
                <a:close/>
                <a:moveTo>
                  <a:pt x="7749887" y="1402773"/>
                </a:moveTo>
                <a:lnTo>
                  <a:pt x="7749887" y="1463386"/>
                </a:lnTo>
                <a:cubicBezTo>
                  <a:pt x="7689274" y="1524000"/>
                  <a:pt x="7663296" y="1610591"/>
                  <a:pt x="7663296" y="1688523"/>
                </a:cubicBezTo>
                <a:cubicBezTo>
                  <a:pt x="7706592" y="1662546"/>
                  <a:pt x="7758546" y="1619250"/>
                  <a:pt x="7801842" y="1567296"/>
                </a:cubicBezTo>
                <a:cubicBezTo>
                  <a:pt x="7819160" y="1567296"/>
                  <a:pt x="7827819" y="1584614"/>
                  <a:pt x="7845137" y="1584614"/>
                </a:cubicBezTo>
                <a:cubicBezTo>
                  <a:pt x="7819160" y="1636568"/>
                  <a:pt x="7801842" y="1705841"/>
                  <a:pt x="7810501" y="1757796"/>
                </a:cubicBezTo>
                <a:cubicBezTo>
                  <a:pt x="7836478" y="1749136"/>
                  <a:pt x="7862455" y="1731818"/>
                  <a:pt x="7888433" y="1714500"/>
                </a:cubicBezTo>
                <a:lnTo>
                  <a:pt x="7914410" y="1714500"/>
                </a:lnTo>
                <a:cubicBezTo>
                  <a:pt x="7949046" y="1757796"/>
                  <a:pt x="7957705" y="1827068"/>
                  <a:pt x="7940387" y="1887682"/>
                </a:cubicBezTo>
                <a:cubicBezTo>
                  <a:pt x="7940387" y="1887682"/>
                  <a:pt x="7931728" y="1896341"/>
                  <a:pt x="7957705" y="1896341"/>
                </a:cubicBezTo>
                <a:cubicBezTo>
                  <a:pt x="7975024" y="1896341"/>
                  <a:pt x="8001001" y="1853046"/>
                  <a:pt x="8026978" y="1835727"/>
                </a:cubicBezTo>
                <a:cubicBezTo>
                  <a:pt x="8061614" y="1870364"/>
                  <a:pt x="8087592" y="1930977"/>
                  <a:pt x="8070274" y="1982932"/>
                </a:cubicBezTo>
                <a:cubicBezTo>
                  <a:pt x="8070274" y="1982932"/>
                  <a:pt x="8061614" y="1991591"/>
                  <a:pt x="8087592" y="1991591"/>
                </a:cubicBezTo>
                <a:cubicBezTo>
                  <a:pt x="8104910" y="1991591"/>
                  <a:pt x="8130887" y="1956955"/>
                  <a:pt x="8148205" y="1939636"/>
                </a:cubicBezTo>
                <a:cubicBezTo>
                  <a:pt x="8174183" y="1965614"/>
                  <a:pt x="8182842" y="1991591"/>
                  <a:pt x="8200160" y="2034886"/>
                </a:cubicBezTo>
                <a:cubicBezTo>
                  <a:pt x="8208819" y="2034886"/>
                  <a:pt x="8200160" y="2052205"/>
                  <a:pt x="8200160" y="2078182"/>
                </a:cubicBezTo>
                <a:cubicBezTo>
                  <a:pt x="8200160" y="2112818"/>
                  <a:pt x="8252114" y="2095500"/>
                  <a:pt x="8278092" y="2112818"/>
                </a:cubicBezTo>
                <a:cubicBezTo>
                  <a:pt x="8321387" y="2138796"/>
                  <a:pt x="8304069" y="2199409"/>
                  <a:pt x="8321387" y="2242705"/>
                </a:cubicBezTo>
                <a:cubicBezTo>
                  <a:pt x="8330046" y="2251364"/>
                  <a:pt x="8338705" y="2251364"/>
                  <a:pt x="8347364" y="2251364"/>
                </a:cubicBezTo>
                <a:cubicBezTo>
                  <a:pt x="8373342" y="2277341"/>
                  <a:pt x="8390660" y="2303318"/>
                  <a:pt x="8399319" y="2329296"/>
                </a:cubicBezTo>
                <a:cubicBezTo>
                  <a:pt x="8407978" y="2337955"/>
                  <a:pt x="8407978" y="2337955"/>
                  <a:pt x="8407978" y="2363932"/>
                </a:cubicBezTo>
                <a:cubicBezTo>
                  <a:pt x="8407978" y="2389909"/>
                  <a:pt x="8416637" y="2398568"/>
                  <a:pt x="8356024" y="2459182"/>
                </a:cubicBezTo>
                <a:lnTo>
                  <a:pt x="8356024" y="2485159"/>
                </a:lnTo>
                <a:cubicBezTo>
                  <a:pt x="8399319" y="2476500"/>
                  <a:pt x="8468591" y="2493818"/>
                  <a:pt x="8529205" y="2545773"/>
                </a:cubicBezTo>
                <a:cubicBezTo>
                  <a:pt x="8520546" y="2563091"/>
                  <a:pt x="8494569" y="2580409"/>
                  <a:pt x="8477251" y="2589068"/>
                </a:cubicBezTo>
                <a:cubicBezTo>
                  <a:pt x="8494569" y="2615046"/>
                  <a:pt x="8555182" y="2658341"/>
                  <a:pt x="8555182" y="2675659"/>
                </a:cubicBezTo>
                <a:cubicBezTo>
                  <a:pt x="8555182" y="2701636"/>
                  <a:pt x="8520546" y="2718955"/>
                  <a:pt x="8503228" y="2727614"/>
                </a:cubicBezTo>
                <a:cubicBezTo>
                  <a:pt x="8537864" y="2762250"/>
                  <a:pt x="8615796" y="2814205"/>
                  <a:pt x="8615796" y="2831523"/>
                </a:cubicBezTo>
                <a:cubicBezTo>
                  <a:pt x="8615796" y="2857500"/>
                  <a:pt x="8581160" y="2874818"/>
                  <a:pt x="8563841" y="2892136"/>
                </a:cubicBezTo>
                <a:cubicBezTo>
                  <a:pt x="8572501" y="2909455"/>
                  <a:pt x="8589819" y="2935432"/>
                  <a:pt x="8589819" y="2952750"/>
                </a:cubicBezTo>
                <a:cubicBezTo>
                  <a:pt x="8589819" y="2978727"/>
                  <a:pt x="8572501" y="2987386"/>
                  <a:pt x="8572501" y="3004705"/>
                </a:cubicBezTo>
                <a:cubicBezTo>
                  <a:pt x="8572501" y="3030682"/>
                  <a:pt x="8615796" y="3065318"/>
                  <a:pt x="8615796" y="3091296"/>
                </a:cubicBezTo>
                <a:cubicBezTo>
                  <a:pt x="8615796" y="3108614"/>
                  <a:pt x="8598478" y="3108614"/>
                  <a:pt x="8589819" y="3117273"/>
                </a:cubicBezTo>
                <a:cubicBezTo>
                  <a:pt x="8563841" y="3195205"/>
                  <a:pt x="8589819" y="3134591"/>
                  <a:pt x="8520546" y="3229841"/>
                </a:cubicBezTo>
                <a:cubicBezTo>
                  <a:pt x="8485910" y="3264477"/>
                  <a:pt x="8477251" y="3307773"/>
                  <a:pt x="8459932" y="3351068"/>
                </a:cubicBezTo>
                <a:cubicBezTo>
                  <a:pt x="8520546" y="3377046"/>
                  <a:pt x="8581160" y="3411682"/>
                  <a:pt x="8650432" y="3429000"/>
                </a:cubicBezTo>
                <a:cubicBezTo>
                  <a:pt x="8719705" y="3446318"/>
                  <a:pt x="8875569" y="3454977"/>
                  <a:pt x="8901546" y="3454977"/>
                </a:cubicBezTo>
                <a:lnTo>
                  <a:pt x="9074728" y="3454977"/>
                </a:lnTo>
                <a:cubicBezTo>
                  <a:pt x="9126682" y="3472296"/>
                  <a:pt x="9195955" y="3463636"/>
                  <a:pt x="9230592" y="3532909"/>
                </a:cubicBezTo>
                <a:cubicBezTo>
                  <a:pt x="9256569" y="3567546"/>
                  <a:pt x="9273887" y="3654136"/>
                  <a:pt x="9273887" y="3680114"/>
                </a:cubicBezTo>
                <a:cubicBezTo>
                  <a:pt x="9273887" y="3697432"/>
                  <a:pt x="9265228" y="3749386"/>
                  <a:pt x="9256569" y="3784023"/>
                </a:cubicBezTo>
                <a:cubicBezTo>
                  <a:pt x="9256569" y="3792682"/>
                  <a:pt x="9230592" y="3801341"/>
                  <a:pt x="9230592" y="3818659"/>
                </a:cubicBezTo>
                <a:cubicBezTo>
                  <a:pt x="9213273" y="3861955"/>
                  <a:pt x="9247910" y="3931227"/>
                  <a:pt x="9230592" y="3991841"/>
                </a:cubicBezTo>
                <a:cubicBezTo>
                  <a:pt x="9230592" y="4017818"/>
                  <a:pt x="9204614" y="4035136"/>
                  <a:pt x="9187296" y="4069773"/>
                </a:cubicBezTo>
                <a:cubicBezTo>
                  <a:pt x="9161319" y="4113068"/>
                  <a:pt x="9144001" y="4182341"/>
                  <a:pt x="9109364" y="4225637"/>
                </a:cubicBezTo>
                <a:cubicBezTo>
                  <a:pt x="9040092" y="4294909"/>
                  <a:pt x="9005455" y="4346864"/>
                  <a:pt x="8936182" y="4346864"/>
                </a:cubicBezTo>
                <a:cubicBezTo>
                  <a:pt x="8780319" y="4346864"/>
                  <a:pt x="8520546" y="3887932"/>
                  <a:pt x="8485910" y="3844636"/>
                </a:cubicBezTo>
                <a:cubicBezTo>
                  <a:pt x="8468591" y="3818659"/>
                  <a:pt x="8416637" y="3818659"/>
                  <a:pt x="8407978" y="3818659"/>
                </a:cubicBezTo>
                <a:lnTo>
                  <a:pt x="8364683" y="3818659"/>
                </a:lnTo>
                <a:cubicBezTo>
                  <a:pt x="8312728" y="3896591"/>
                  <a:pt x="8338705" y="3974523"/>
                  <a:pt x="8321387" y="4043796"/>
                </a:cubicBezTo>
                <a:cubicBezTo>
                  <a:pt x="8312728" y="4087091"/>
                  <a:pt x="8304069" y="4087091"/>
                  <a:pt x="8304069" y="4113068"/>
                </a:cubicBezTo>
                <a:cubicBezTo>
                  <a:pt x="8304069" y="4130386"/>
                  <a:pt x="8269433" y="4147705"/>
                  <a:pt x="8252114" y="4182341"/>
                </a:cubicBezTo>
                <a:cubicBezTo>
                  <a:pt x="8226137" y="4225637"/>
                  <a:pt x="8174183" y="4320887"/>
                  <a:pt x="8113569" y="4372841"/>
                </a:cubicBezTo>
                <a:cubicBezTo>
                  <a:pt x="8113569" y="4381500"/>
                  <a:pt x="8104910" y="4398818"/>
                  <a:pt x="8096251" y="4407478"/>
                </a:cubicBezTo>
                <a:cubicBezTo>
                  <a:pt x="8078933" y="4433455"/>
                  <a:pt x="8035637" y="4450773"/>
                  <a:pt x="8018319" y="4468091"/>
                </a:cubicBezTo>
                <a:cubicBezTo>
                  <a:pt x="7888433" y="4546023"/>
                  <a:pt x="7767205" y="4641273"/>
                  <a:pt x="7637319" y="4736523"/>
                </a:cubicBezTo>
                <a:cubicBezTo>
                  <a:pt x="7611342" y="4753841"/>
                  <a:pt x="7568046" y="4745182"/>
                  <a:pt x="7550728" y="4753841"/>
                </a:cubicBezTo>
                <a:cubicBezTo>
                  <a:pt x="7455478" y="4797137"/>
                  <a:pt x="7377546" y="4840432"/>
                  <a:pt x="7290955" y="4883728"/>
                </a:cubicBezTo>
                <a:cubicBezTo>
                  <a:pt x="7273637" y="4892387"/>
                  <a:pt x="7247660" y="4892387"/>
                  <a:pt x="7230342" y="4883728"/>
                </a:cubicBezTo>
                <a:cubicBezTo>
                  <a:pt x="7187046" y="4918364"/>
                  <a:pt x="7126433" y="4935682"/>
                  <a:pt x="7083137" y="4961659"/>
                </a:cubicBezTo>
                <a:cubicBezTo>
                  <a:pt x="7048501" y="4978978"/>
                  <a:pt x="7039842" y="5013614"/>
                  <a:pt x="7013864" y="5030932"/>
                </a:cubicBezTo>
                <a:cubicBezTo>
                  <a:pt x="6935933" y="5091546"/>
                  <a:pt x="6788728" y="5143500"/>
                  <a:pt x="6736773" y="5160818"/>
                </a:cubicBezTo>
                <a:cubicBezTo>
                  <a:pt x="6788728" y="5117523"/>
                  <a:pt x="6788728" y="5030932"/>
                  <a:pt x="6806046" y="4996296"/>
                </a:cubicBezTo>
                <a:cubicBezTo>
                  <a:pt x="6797387" y="4987637"/>
                  <a:pt x="6806046" y="4987637"/>
                  <a:pt x="6780069" y="4987637"/>
                </a:cubicBezTo>
                <a:cubicBezTo>
                  <a:pt x="6762751" y="4987637"/>
                  <a:pt x="6658842" y="5056909"/>
                  <a:pt x="6598228" y="5091546"/>
                </a:cubicBezTo>
                <a:cubicBezTo>
                  <a:pt x="6572251" y="5108864"/>
                  <a:pt x="6537614" y="5117523"/>
                  <a:pt x="6502978" y="5126182"/>
                </a:cubicBezTo>
                <a:cubicBezTo>
                  <a:pt x="6546273" y="5065568"/>
                  <a:pt x="6589569" y="5082887"/>
                  <a:pt x="6589569" y="5022273"/>
                </a:cubicBezTo>
                <a:cubicBezTo>
                  <a:pt x="6546273" y="5048250"/>
                  <a:pt x="6494319" y="5074228"/>
                  <a:pt x="6442364" y="5100205"/>
                </a:cubicBezTo>
                <a:lnTo>
                  <a:pt x="6416387" y="5100205"/>
                </a:lnTo>
                <a:cubicBezTo>
                  <a:pt x="6459683" y="5065568"/>
                  <a:pt x="6502978" y="5030932"/>
                  <a:pt x="6537614" y="4987637"/>
                </a:cubicBezTo>
                <a:cubicBezTo>
                  <a:pt x="6537614" y="4987637"/>
                  <a:pt x="6537614" y="4978978"/>
                  <a:pt x="6520296" y="4978978"/>
                </a:cubicBezTo>
                <a:cubicBezTo>
                  <a:pt x="6494319" y="4978978"/>
                  <a:pt x="6407728" y="5022273"/>
                  <a:pt x="6347114" y="5030932"/>
                </a:cubicBezTo>
                <a:cubicBezTo>
                  <a:pt x="6598228" y="4970318"/>
                  <a:pt x="6780069" y="4597978"/>
                  <a:pt x="6961910" y="4381500"/>
                </a:cubicBezTo>
                <a:cubicBezTo>
                  <a:pt x="7013864" y="4320887"/>
                  <a:pt x="7039842" y="4242955"/>
                  <a:pt x="7083137" y="4191000"/>
                </a:cubicBezTo>
                <a:cubicBezTo>
                  <a:pt x="7187046" y="4026477"/>
                  <a:pt x="7412183" y="3861955"/>
                  <a:pt x="7498773" y="3688773"/>
                </a:cubicBezTo>
                <a:cubicBezTo>
                  <a:pt x="7516092" y="3645477"/>
                  <a:pt x="7559387" y="3610841"/>
                  <a:pt x="7559387" y="3584864"/>
                </a:cubicBezTo>
                <a:cubicBezTo>
                  <a:pt x="7559387" y="3567546"/>
                  <a:pt x="7412183" y="3429000"/>
                  <a:pt x="7334251" y="3359727"/>
                </a:cubicBezTo>
                <a:cubicBezTo>
                  <a:pt x="7299614" y="3333750"/>
                  <a:pt x="7256319" y="3316432"/>
                  <a:pt x="7221683" y="3307773"/>
                </a:cubicBezTo>
                <a:cubicBezTo>
                  <a:pt x="7195705" y="3299114"/>
                  <a:pt x="7152410" y="3290455"/>
                  <a:pt x="7135092" y="3290455"/>
                </a:cubicBezTo>
                <a:cubicBezTo>
                  <a:pt x="7109114" y="3290455"/>
                  <a:pt x="7091796" y="3299114"/>
                  <a:pt x="7074478" y="3307773"/>
                </a:cubicBezTo>
                <a:cubicBezTo>
                  <a:pt x="7074478" y="3307773"/>
                  <a:pt x="7065819" y="3299114"/>
                  <a:pt x="7057160" y="3299114"/>
                </a:cubicBezTo>
                <a:cubicBezTo>
                  <a:pt x="7230342" y="3151909"/>
                  <a:pt x="7169728" y="3117273"/>
                  <a:pt x="7308273" y="3117273"/>
                </a:cubicBezTo>
                <a:cubicBezTo>
                  <a:pt x="7325592" y="3117273"/>
                  <a:pt x="7524751" y="3169227"/>
                  <a:pt x="7542069" y="3169227"/>
                </a:cubicBezTo>
                <a:cubicBezTo>
                  <a:pt x="7594023" y="3169227"/>
                  <a:pt x="7628660" y="3160568"/>
                  <a:pt x="7689274" y="3117273"/>
                </a:cubicBezTo>
                <a:cubicBezTo>
                  <a:pt x="7663296" y="3048000"/>
                  <a:pt x="7628660" y="2961409"/>
                  <a:pt x="7568046" y="2900796"/>
                </a:cubicBezTo>
                <a:cubicBezTo>
                  <a:pt x="7550728" y="2874818"/>
                  <a:pt x="7516092" y="2857500"/>
                  <a:pt x="7498773" y="2831523"/>
                </a:cubicBezTo>
                <a:cubicBezTo>
                  <a:pt x="7481455" y="2796886"/>
                  <a:pt x="7221683" y="2121477"/>
                  <a:pt x="7221683" y="1905000"/>
                </a:cubicBezTo>
                <a:cubicBezTo>
                  <a:pt x="7221683" y="1775114"/>
                  <a:pt x="7351569" y="1601932"/>
                  <a:pt x="7507433" y="1489364"/>
                </a:cubicBezTo>
                <a:cubicBezTo>
                  <a:pt x="7516092" y="1515341"/>
                  <a:pt x="7533410" y="1524000"/>
                  <a:pt x="7516092" y="1549977"/>
                </a:cubicBezTo>
                <a:cubicBezTo>
                  <a:pt x="7516092" y="1549977"/>
                  <a:pt x="7507433" y="1558636"/>
                  <a:pt x="7533410" y="1558636"/>
                </a:cubicBezTo>
                <a:cubicBezTo>
                  <a:pt x="7568046" y="1558636"/>
                  <a:pt x="7706592" y="1428750"/>
                  <a:pt x="7715251" y="1402773"/>
                </a:cubicBezTo>
                <a:lnTo>
                  <a:pt x="7749887" y="1402773"/>
                </a:lnTo>
                <a:close/>
                <a:moveTo>
                  <a:pt x="2060864" y="0"/>
                </a:moveTo>
                <a:cubicBezTo>
                  <a:pt x="2060864" y="8659"/>
                  <a:pt x="2052205" y="17318"/>
                  <a:pt x="2043546" y="25977"/>
                </a:cubicBezTo>
                <a:cubicBezTo>
                  <a:pt x="2078182" y="69273"/>
                  <a:pt x="2121478" y="43295"/>
                  <a:pt x="2208068" y="43295"/>
                </a:cubicBezTo>
                <a:cubicBezTo>
                  <a:pt x="2190750" y="95250"/>
                  <a:pt x="2112818" y="95250"/>
                  <a:pt x="2052205" y="155864"/>
                </a:cubicBezTo>
                <a:cubicBezTo>
                  <a:pt x="2095500" y="164523"/>
                  <a:pt x="2138796" y="164523"/>
                  <a:pt x="2182091" y="173182"/>
                </a:cubicBezTo>
                <a:cubicBezTo>
                  <a:pt x="2164773" y="199159"/>
                  <a:pt x="2130137" y="225136"/>
                  <a:pt x="2104159" y="242455"/>
                </a:cubicBezTo>
                <a:lnTo>
                  <a:pt x="2104159" y="268432"/>
                </a:lnTo>
                <a:lnTo>
                  <a:pt x="2164773" y="268432"/>
                </a:lnTo>
                <a:cubicBezTo>
                  <a:pt x="2138796" y="337705"/>
                  <a:pt x="2121478" y="337705"/>
                  <a:pt x="2104159" y="389659"/>
                </a:cubicBezTo>
                <a:lnTo>
                  <a:pt x="2173432" y="389659"/>
                </a:lnTo>
                <a:lnTo>
                  <a:pt x="2173432" y="432955"/>
                </a:lnTo>
                <a:cubicBezTo>
                  <a:pt x="2164773" y="450273"/>
                  <a:pt x="2138796" y="467591"/>
                  <a:pt x="2130137" y="493568"/>
                </a:cubicBezTo>
                <a:lnTo>
                  <a:pt x="2190750" y="493568"/>
                </a:lnTo>
                <a:cubicBezTo>
                  <a:pt x="2182091" y="528205"/>
                  <a:pt x="2147455" y="571500"/>
                  <a:pt x="2147455" y="588818"/>
                </a:cubicBezTo>
                <a:cubicBezTo>
                  <a:pt x="2147455" y="614795"/>
                  <a:pt x="2182091" y="614795"/>
                  <a:pt x="2182091" y="640773"/>
                </a:cubicBezTo>
                <a:cubicBezTo>
                  <a:pt x="2182091" y="658091"/>
                  <a:pt x="2147455" y="675409"/>
                  <a:pt x="2147455" y="701386"/>
                </a:cubicBezTo>
                <a:cubicBezTo>
                  <a:pt x="2138796" y="718705"/>
                  <a:pt x="2156114" y="727364"/>
                  <a:pt x="2156114" y="753341"/>
                </a:cubicBezTo>
                <a:cubicBezTo>
                  <a:pt x="2156114" y="787977"/>
                  <a:pt x="2112818" y="848591"/>
                  <a:pt x="2060864" y="839932"/>
                </a:cubicBezTo>
                <a:lnTo>
                  <a:pt x="2112818" y="917864"/>
                </a:lnTo>
                <a:lnTo>
                  <a:pt x="2112818" y="952500"/>
                </a:lnTo>
                <a:lnTo>
                  <a:pt x="2078182" y="952500"/>
                </a:lnTo>
                <a:cubicBezTo>
                  <a:pt x="2069523" y="978477"/>
                  <a:pt x="2078182" y="1004455"/>
                  <a:pt x="2078182" y="1030432"/>
                </a:cubicBezTo>
                <a:lnTo>
                  <a:pt x="2034887" y="1030432"/>
                </a:lnTo>
                <a:cubicBezTo>
                  <a:pt x="2034887" y="1030432"/>
                  <a:pt x="2026227" y="1021773"/>
                  <a:pt x="2026227" y="1047750"/>
                </a:cubicBezTo>
                <a:cubicBezTo>
                  <a:pt x="2026227" y="1065068"/>
                  <a:pt x="2034887" y="1091046"/>
                  <a:pt x="2043546" y="1125682"/>
                </a:cubicBezTo>
                <a:cubicBezTo>
                  <a:pt x="2034887" y="1134341"/>
                  <a:pt x="2017568" y="1134341"/>
                  <a:pt x="2000250" y="1134341"/>
                </a:cubicBezTo>
                <a:cubicBezTo>
                  <a:pt x="1991591" y="1143000"/>
                  <a:pt x="1982932" y="1160318"/>
                  <a:pt x="1974273" y="1177636"/>
                </a:cubicBezTo>
                <a:cubicBezTo>
                  <a:pt x="1974273" y="1186296"/>
                  <a:pt x="1930977" y="1229591"/>
                  <a:pt x="1930977" y="1246909"/>
                </a:cubicBezTo>
                <a:cubicBezTo>
                  <a:pt x="1844387" y="1316182"/>
                  <a:pt x="1749137" y="1264227"/>
                  <a:pt x="1749137" y="1333500"/>
                </a:cubicBezTo>
                <a:cubicBezTo>
                  <a:pt x="1749137" y="1350818"/>
                  <a:pt x="1766455" y="1394114"/>
                  <a:pt x="1792432" y="1428750"/>
                </a:cubicBezTo>
                <a:cubicBezTo>
                  <a:pt x="1870364" y="1532659"/>
                  <a:pt x="2052205" y="1619250"/>
                  <a:pt x="2052205" y="1723159"/>
                </a:cubicBezTo>
                <a:cubicBezTo>
                  <a:pt x="2052205" y="1749136"/>
                  <a:pt x="2052205" y="1749136"/>
                  <a:pt x="2043546" y="1757796"/>
                </a:cubicBezTo>
                <a:cubicBezTo>
                  <a:pt x="2034887" y="1775114"/>
                  <a:pt x="2026227" y="1801091"/>
                  <a:pt x="2008909" y="1818409"/>
                </a:cubicBezTo>
                <a:cubicBezTo>
                  <a:pt x="1982932" y="1853046"/>
                  <a:pt x="1939637" y="1861705"/>
                  <a:pt x="1930977" y="1879023"/>
                </a:cubicBezTo>
                <a:cubicBezTo>
                  <a:pt x="1896341" y="1905000"/>
                  <a:pt x="1870364" y="1965614"/>
                  <a:pt x="1835727" y="1974273"/>
                </a:cubicBezTo>
                <a:cubicBezTo>
                  <a:pt x="1740477" y="2000250"/>
                  <a:pt x="1705841" y="2034886"/>
                  <a:pt x="1645227" y="2034886"/>
                </a:cubicBezTo>
                <a:cubicBezTo>
                  <a:pt x="1549977" y="2034886"/>
                  <a:pt x="1524000" y="1982932"/>
                  <a:pt x="1524000" y="1913659"/>
                </a:cubicBezTo>
                <a:cubicBezTo>
                  <a:pt x="1524000" y="1887682"/>
                  <a:pt x="1558637" y="1601932"/>
                  <a:pt x="1558637" y="1575955"/>
                </a:cubicBezTo>
                <a:cubicBezTo>
                  <a:pt x="1558637" y="1558636"/>
                  <a:pt x="1515341" y="1515341"/>
                  <a:pt x="1498023" y="1515341"/>
                </a:cubicBezTo>
                <a:cubicBezTo>
                  <a:pt x="1472046" y="1515341"/>
                  <a:pt x="1420091" y="1567296"/>
                  <a:pt x="1385455" y="1601932"/>
                </a:cubicBezTo>
                <a:cubicBezTo>
                  <a:pt x="1350818" y="1627909"/>
                  <a:pt x="1151659" y="1697182"/>
                  <a:pt x="1091046" y="1697182"/>
                </a:cubicBezTo>
                <a:cubicBezTo>
                  <a:pt x="1073727" y="1697182"/>
                  <a:pt x="848591" y="1671205"/>
                  <a:pt x="744682" y="1653886"/>
                </a:cubicBezTo>
                <a:cubicBezTo>
                  <a:pt x="727364" y="1653886"/>
                  <a:pt x="710046" y="1627909"/>
                  <a:pt x="692727" y="1627909"/>
                </a:cubicBezTo>
                <a:cubicBezTo>
                  <a:pt x="640773" y="1610591"/>
                  <a:pt x="580159" y="1601932"/>
                  <a:pt x="519546" y="1584614"/>
                </a:cubicBezTo>
                <a:cubicBezTo>
                  <a:pt x="510886" y="1584614"/>
                  <a:pt x="493568" y="1558636"/>
                  <a:pt x="476250" y="1558636"/>
                </a:cubicBezTo>
                <a:cubicBezTo>
                  <a:pt x="363682" y="1532659"/>
                  <a:pt x="225136" y="1541318"/>
                  <a:pt x="129886" y="1498023"/>
                </a:cubicBezTo>
                <a:cubicBezTo>
                  <a:pt x="147205" y="1480705"/>
                  <a:pt x="190500" y="1480705"/>
                  <a:pt x="225136" y="1437409"/>
                </a:cubicBezTo>
                <a:cubicBezTo>
                  <a:pt x="181841" y="1385455"/>
                  <a:pt x="95250" y="1420091"/>
                  <a:pt x="34636" y="1376796"/>
                </a:cubicBezTo>
                <a:cubicBezTo>
                  <a:pt x="60614" y="1368136"/>
                  <a:pt x="60614" y="1402773"/>
                  <a:pt x="95250" y="1350818"/>
                </a:cubicBezTo>
                <a:cubicBezTo>
                  <a:pt x="69273" y="1350818"/>
                  <a:pt x="34636" y="1350818"/>
                  <a:pt x="0" y="1333500"/>
                </a:cubicBezTo>
                <a:cubicBezTo>
                  <a:pt x="25977" y="1324841"/>
                  <a:pt x="51955" y="1324841"/>
                  <a:pt x="77932" y="1333500"/>
                </a:cubicBezTo>
                <a:lnTo>
                  <a:pt x="95250" y="1316182"/>
                </a:lnTo>
                <a:cubicBezTo>
                  <a:pt x="60614" y="1290205"/>
                  <a:pt x="25977" y="1281546"/>
                  <a:pt x="0" y="1264227"/>
                </a:cubicBezTo>
                <a:cubicBezTo>
                  <a:pt x="43295" y="1272886"/>
                  <a:pt x="112568" y="1290205"/>
                  <a:pt x="129886" y="1290205"/>
                </a:cubicBezTo>
                <a:cubicBezTo>
                  <a:pt x="268432" y="1290205"/>
                  <a:pt x="675409" y="1151659"/>
                  <a:pt x="753341" y="1143000"/>
                </a:cubicBezTo>
                <a:cubicBezTo>
                  <a:pt x="848591" y="1125682"/>
                  <a:pt x="961159" y="1125682"/>
                  <a:pt x="1065068" y="1099705"/>
                </a:cubicBezTo>
                <a:cubicBezTo>
                  <a:pt x="1091046" y="1091046"/>
                  <a:pt x="1203614" y="1065068"/>
                  <a:pt x="1203614" y="1039091"/>
                </a:cubicBezTo>
                <a:cubicBezTo>
                  <a:pt x="1203614" y="943841"/>
                  <a:pt x="1186296" y="762000"/>
                  <a:pt x="1073727" y="701386"/>
                </a:cubicBezTo>
                <a:cubicBezTo>
                  <a:pt x="1117023" y="701386"/>
                  <a:pt x="1186296" y="692727"/>
                  <a:pt x="1203614" y="692727"/>
                </a:cubicBezTo>
                <a:cubicBezTo>
                  <a:pt x="1333500" y="692727"/>
                  <a:pt x="1324841" y="891886"/>
                  <a:pt x="1446068" y="883227"/>
                </a:cubicBezTo>
                <a:cubicBezTo>
                  <a:pt x="1532659" y="796636"/>
                  <a:pt x="1489364" y="727364"/>
                  <a:pt x="1489364" y="666750"/>
                </a:cubicBezTo>
                <a:cubicBezTo>
                  <a:pt x="1489364" y="649432"/>
                  <a:pt x="1532659" y="536864"/>
                  <a:pt x="1549977" y="484909"/>
                </a:cubicBezTo>
                <a:cubicBezTo>
                  <a:pt x="1610591" y="329045"/>
                  <a:pt x="1619250" y="173182"/>
                  <a:pt x="1775114" y="43295"/>
                </a:cubicBezTo>
                <a:cubicBezTo>
                  <a:pt x="1809750" y="8659"/>
                  <a:pt x="1879023" y="8659"/>
                  <a:pt x="1930977" y="0"/>
                </a:cubicBezTo>
                <a:lnTo>
                  <a:pt x="2060864" y="0"/>
                </a:lnTo>
                <a:close/>
              </a:path>
            </a:pathLst>
          </a:custGeom>
          <a:gradFill>
            <a:gsLst>
              <a:gs pos="3670">
                <a:schemeClr val="accent2">
                  <a:lumMod val="40000"/>
                  <a:lumOff val="60000"/>
                </a:schemeClr>
              </a:gs>
              <a:gs pos="34000">
                <a:schemeClr val="accent4">
                  <a:lumMod val="20000"/>
                  <a:lumOff val="80000"/>
                </a:schemeClr>
              </a:gs>
              <a:gs pos="100000">
                <a:schemeClr val="accent2">
                  <a:lumMod val="40000"/>
                  <a:lumOff val="60000"/>
                  <a:alpha val="13000"/>
                </a:schemeClr>
              </a:gs>
            </a:gsLst>
            <a:lin ang="5400000" scaled="1"/>
          </a:gradFill>
          <a:ln w="8653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63" name="任意多边形: 形状 62" descr="D:\51PPT模板网\51pptmoban.com\图片.jpg"/>
          <p:cNvSpPr/>
          <p:nvPr/>
        </p:nvSpPr>
        <p:spPr>
          <a:xfrm rot="21434675">
            <a:off x="-5651" y="5016908"/>
            <a:ext cx="10520963" cy="1522924"/>
          </a:xfrm>
          <a:custGeom>
            <a:avLst/>
            <a:gdLst>
              <a:gd name="connsiteX0" fmla="*/ 36217 w 10520963"/>
              <a:gd name="connsiteY0" fmla="*/ 0 h 1522924"/>
              <a:gd name="connsiteX1" fmla="*/ 811324 w 10520963"/>
              <a:gd name="connsiteY1" fmla="*/ 263020 h 1522924"/>
              <a:gd name="connsiteX2" fmla="*/ 3873281 w 10520963"/>
              <a:gd name="connsiteY2" fmla="*/ 1114414 h 1522924"/>
              <a:gd name="connsiteX3" fmla="*/ 7310391 w 10520963"/>
              <a:gd name="connsiteY3" fmla="*/ 1292550 h 1522924"/>
              <a:gd name="connsiteX4" fmla="*/ 10491624 w 10520963"/>
              <a:gd name="connsiteY4" fmla="*/ 975214 h 1522924"/>
              <a:gd name="connsiteX5" fmla="*/ 10520963 w 10520963"/>
              <a:gd name="connsiteY5" fmla="*/ 994907 h 1522924"/>
              <a:gd name="connsiteX6" fmla="*/ 9835178 w 10520963"/>
              <a:gd name="connsiteY6" fmla="*/ 1110494 h 1522924"/>
              <a:gd name="connsiteX7" fmla="*/ 7167761 w 10520963"/>
              <a:gd name="connsiteY7" fmla="*/ 1434641 h 1522924"/>
              <a:gd name="connsiteX8" fmla="*/ 3323505 w 10520963"/>
              <a:gd name="connsiteY8" fmla="*/ 1421941 h 1522924"/>
              <a:gd name="connsiteX9" fmla="*/ 764350 w 10520963"/>
              <a:gd name="connsiteY9" fmla="*/ 939173 h 1522924"/>
              <a:gd name="connsiteX10" fmla="*/ 0 w 10520963"/>
              <a:gd name="connsiteY10" fmla="*/ 752514 h 152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520963" h="1522924">
                <a:moveTo>
                  <a:pt x="36217" y="0"/>
                </a:moveTo>
                <a:lnTo>
                  <a:pt x="811324" y="263020"/>
                </a:lnTo>
                <a:cubicBezTo>
                  <a:pt x="1881209" y="619814"/>
                  <a:pt x="2926478" y="940110"/>
                  <a:pt x="3873281" y="1114414"/>
                </a:cubicBezTo>
                <a:cubicBezTo>
                  <a:pt x="5135685" y="1346819"/>
                  <a:pt x="6207333" y="1315750"/>
                  <a:pt x="7310391" y="1292550"/>
                </a:cubicBezTo>
                <a:cubicBezTo>
                  <a:pt x="8413449" y="1269350"/>
                  <a:pt x="9452536" y="1122282"/>
                  <a:pt x="10491624" y="975214"/>
                </a:cubicBezTo>
                <a:lnTo>
                  <a:pt x="10520963" y="994907"/>
                </a:lnTo>
                <a:lnTo>
                  <a:pt x="9835178" y="1110494"/>
                </a:lnTo>
                <a:cubicBezTo>
                  <a:pt x="8967982" y="1252476"/>
                  <a:pt x="8089815" y="1377492"/>
                  <a:pt x="7167761" y="1434641"/>
                </a:cubicBezTo>
                <a:cubicBezTo>
                  <a:pt x="5938355" y="1510842"/>
                  <a:pt x="4744414" y="1593391"/>
                  <a:pt x="3323505" y="1421941"/>
                </a:cubicBezTo>
                <a:cubicBezTo>
                  <a:pt x="2524244" y="1325500"/>
                  <a:pt x="1658779" y="1149697"/>
                  <a:pt x="764350" y="939173"/>
                </a:cubicBezTo>
                <a:lnTo>
                  <a:pt x="0" y="752514"/>
                </a:lnTo>
                <a:close/>
              </a:path>
            </a:pathLst>
          </a:custGeom>
          <a:gradFill flip="none" rotWithShape="1">
            <a:gsLst>
              <a:gs pos="30000">
                <a:schemeClr val="accent2">
                  <a:lumMod val="40000"/>
                  <a:lumOff val="60000"/>
                </a:schemeClr>
              </a:gs>
              <a:gs pos="0">
                <a:schemeClr val="accent2">
                  <a:lumMod val="60000"/>
                  <a:lumOff val="40000"/>
                </a:schemeClr>
              </a:gs>
              <a:gs pos="70000">
                <a:schemeClr val="accent4">
                  <a:lumMod val="20000"/>
                  <a:lumOff val="80000"/>
                </a:schemeClr>
              </a:gs>
              <a:gs pos="100000">
                <a:schemeClr val="accent2">
                  <a:lumMod val="40000"/>
                  <a:lumOff val="60000"/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1" name="任意多边形: 形状 70"/>
          <p:cNvSpPr/>
          <p:nvPr/>
        </p:nvSpPr>
        <p:spPr>
          <a:xfrm rot="184763">
            <a:off x="7401863" y="5183133"/>
            <a:ext cx="4765609" cy="1804173"/>
          </a:xfrm>
          <a:custGeom>
            <a:avLst/>
            <a:gdLst>
              <a:gd name="connsiteX0" fmla="*/ 4745089 w 4765609"/>
              <a:gd name="connsiteY0" fmla="*/ 0 h 1804173"/>
              <a:gd name="connsiteX1" fmla="*/ 4765609 w 4765609"/>
              <a:gd name="connsiteY1" fmla="*/ 381433 h 1804173"/>
              <a:gd name="connsiteX2" fmla="*/ 4368932 w 4765609"/>
              <a:gd name="connsiteY2" fmla="*/ 458478 h 1804173"/>
              <a:gd name="connsiteX3" fmla="*/ 3504744 w 4765609"/>
              <a:gd name="connsiteY3" fmla="*/ 654082 h 1804173"/>
              <a:gd name="connsiteX4" fmla="*/ 647260 w 4765609"/>
              <a:gd name="connsiteY4" fmla="*/ 1607178 h 1804173"/>
              <a:gd name="connsiteX5" fmla="*/ 173594 w 4765609"/>
              <a:gd name="connsiteY5" fmla="*/ 1794834 h 1804173"/>
              <a:gd name="connsiteX6" fmla="*/ 0 w 4765609"/>
              <a:gd name="connsiteY6" fmla="*/ 1804173 h 1804173"/>
              <a:gd name="connsiteX7" fmla="*/ 655941 w 4765609"/>
              <a:gd name="connsiteY7" fmla="*/ 1489677 h 1804173"/>
              <a:gd name="connsiteX8" fmla="*/ 3328970 w 4765609"/>
              <a:gd name="connsiteY8" fmla="*/ 391402 h 1804173"/>
              <a:gd name="connsiteX9" fmla="*/ 4621057 w 4765609"/>
              <a:gd name="connsiteY9" fmla="*/ 27880 h 1804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65609" h="1804173">
                <a:moveTo>
                  <a:pt x="4745089" y="0"/>
                </a:moveTo>
                <a:lnTo>
                  <a:pt x="4765609" y="381433"/>
                </a:lnTo>
                <a:lnTo>
                  <a:pt x="4368932" y="458478"/>
                </a:lnTo>
                <a:cubicBezTo>
                  <a:pt x="4060082" y="522760"/>
                  <a:pt x="3765034" y="591739"/>
                  <a:pt x="3504744" y="654082"/>
                </a:cubicBezTo>
                <a:cubicBezTo>
                  <a:pt x="2543676" y="884270"/>
                  <a:pt x="1601937" y="1232330"/>
                  <a:pt x="647260" y="1607178"/>
                </a:cubicBezTo>
                <a:lnTo>
                  <a:pt x="173594" y="1794834"/>
                </a:lnTo>
                <a:lnTo>
                  <a:pt x="0" y="1804173"/>
                </a:lnTo>
                <a:lnTo>
                  <a:pt x="655941" y="1489677"/>
                </a:lnTo>
                <a:cubicBezTo>
                  <a:pt x="1545961" y="1066406"/>
                  <a:pt x="2425086" y="670549"/>
                  <a:pt x="3328970" y="391402"/>
                </a:cubicBezTo>
                <a:cubicBezTo>
                  <a:pt x="3705589" y="275091"/>
                  <a:pt x="4159798" y="138872"/>
                  <a:pt x="4621057" y="2788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56000">
                <a:schemeClr val="accent2">
                  <a:lumMod val="60000"/>
                  <a:lumOff val="4000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4178247" y="928651"/>
            <a:ext cx="3285471" cy="709650"/>
            <a:chOff x="4525476" y="536137"/>
            <a:chExt cx="3190210" cy="689074"/>
          </a:xfrm>
        </p:grpSpPr>
        <p:pic>
          <p:nvPicPr>
            <p:cNvPr id="3" name="图片 2" descr="7b0a202020202266696c746572223a20223135220a7d0a"/>
            <p:cNvPicPr>
              <a:picLocks noChangeAspect="1"/>
            </p:cNvPicPr>
            <p:nvPr>
              <p:custDataLst>
                <p:tags r:id="rId1"/>
              </p:custDataLst>
            </p:nvPr>
          </p:nvPicPr>
          <p:blipFill>
            <a:blip r:embed="rId6">
              <a:duotone>
                <a:schemeClr val="accent3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850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5268611" y="604368"/>
              <a:ext cx="2447075" cy="592263"/>
            </a:xfrm>
            <a:prstGeom prst="rect">
              <a:avLst/>
            </a:prstGeom>
          </p:spPr>
        </p:pic>
        <p:pic>
          <p:nvPicPr>
            <p:cNvPr id="20" name="PA-图片 147" descr="徽标&#10;&#10;描述已自动生成"/>
            <p:cNvPicPr>
              <a:picLocks noChangeAspect="1"/>
            </p:cNvPicPr>
            <p:nvPr>
              <p:custDataLst>
                <p:tags r:id="rId2"/>
              </p:custDataLst>
            </p:nvPr>
          </p:nvPicPr>
          <p:blipFill>
            <a:blip r:embed="rId8" cstate="screen"/>
            <a:stretch>
              <a:fillRect/>
            </a:stretch>
          </p:blipFill>
          <p:spPr>
            <a:xfrm>
              <a:off x="4525476" y="536137"/>
              <a:ext cx="648983" cy="689074"/>
            </a:xfrm>
            <a:prstGeom prst="rect">
              <a:avLst/>
            </a:prstGeom>
          </p:spPr>
        </p:pic>
      </p:grpSp>
      <p:sp>
        <p:nvSpPr>
          <p:cNvPr id="28" name="文本框 27"/>
          <p:cNvSpPr txBox="1"/>
          <p:nvPr/>
        </p:nvSpPr>
        <p:spPr>
          <a:xfrm>
            <a:off x="4536401" y="4071778"/>
            <a:ext cx="2973891" cy="59894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lnSpc>
                <a:spcPct val="120000"/>
              </a:lnSpc>
              <a:defRPr/>
            </a:pPr>
            <a:r>
              <a:rPr lang="en-US" altLang="zh-CN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2026</a:t>
            </a:r>
            <a:r>
              <a:rPr lang="zh-CN" altLang="en-US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年 </a:t>
            </a:r>
            <a:r>
              <a:rPr lang="en-US" altLang="zh-CN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6</a:t>
            </a:r>
            <a:r>
              <a:rPr lang="zh-CN" altLang="en-US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月 </a:t>
            </a:r>
            <a:r>
              <a:rPr lang="en-US" altLang="zh-CN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9</a:t>
            </a:r>
            <a:r>
              <a:rPr lang="zh-CN" altLang="en-US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日</a:t>
            </a:r>
          </a:p>
        </p:txBody>
      </p:sp>
      <p:sp>
        <p:nvSpPr>
          <p:cNvPr id="29" name="文本框 28"/>
          <p:cNvSpPr txBox="1"/>
          <p:nvPr/>
        </p:nvSpPr>
        <p:spPr>
          <a:xfrm>
            <a:off x="2617009" y="1844148"/>
            <a:ext cx="6801862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教师教育学院</a:t>
            </a:r>
            <a:endParaRPr lang="en-US" altLang="zh-CN" sz="6600" spc="-150" dirty="0">
              <a:gradFill>
                <a:gsLst>
                  <a:gs pos="3670">
                    <a:schemeClr val="accent2">
                      <a:lumMod val="40000"/>
                      <a:lumOff val="60000"/>
                    </a:schemeClr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100000">
                    <a:schemeClr val="accent2">
                      <a:lumMod val="40000"/>
                      <a:lumOff val="60000"/>
                    </a:schemeClr>
                  </a:gs>
                </a:gsLst>
                <a:lin ang="5400000" scaled="1"/>
              </a:gradFill>
              <a:latin typeface="STXinwei" panose="02010800040101010101" pitchFamily="2" charset="-122"/>
              <a:ea typeface="STXinwei" panose="02010800040101010101" pitchFamily="2" charset="-122"/>
              <a:cs typeface="Times New Roman" panose="02020603050405020304" pitchFamily="18" charset="0"/>
            </a:endParaRPr>
          </a:p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毕业生党员座谈会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图形 4"/>
          <p:cNvGrpSpPr/>
          <p:nvPr/>
        </p:nvGrpSpPr>
        <p:grpSpPr>
          <a:xfrm>
            <a:off x="1600194" y="2731849"/>
            <a:ext cx="925830" cy="337751"/>
            <a:chOff x="643174" y="2890066"/>
            <a:chExt cx="424579" cy="154890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10800000" scaled="1"/>
            <a:tileRect/>
          </a:gradFill>
        </p:grpSpPr>
        <p:sp>
          <p:nvSpPr>
            <p:cNvPr id="40" name="任意多边形: 形状 39"/>
            <p:cNvSpPr/>
            <p:nvPr/>
          </p:nvSpPr>
          <p:spPr>
            <a:xfrm>
              <a:off x="643174" y="2968980"/>
              <a:ext cx="413973" cy="75976"/>
            </a:xfrm>
            <a:custGeom>
              <a:avLst/>
              <a:gdLst>
                <a:gd name="connsiteX0" fmla="*/ 401905 w 413973"/>
                <a:gd name="connsiteY0" fmla="*/ 75280 h 75976"/>
                <a:gd name="connsiteX1" fmla="*/ 35779 w 413973"/>
                <a:gd name="connsiteY1" fmla="*/ 71471 h 75976"/>
                <a:gd name="connsiteX2" fmla="*/ 1967 w 413973"/>
                <a:gd name="connsiteY2" fmla="*/ 57420 h 75976"/>
                <a:gd name="connsiteX3" fmla="*/ 16017 w 413973"/>
                <a:gd name="connsiteY3" fmla="*/ 23608 h 75976"/>
                <a:gd name="connsiteX4" fmla="*/ 18149 w 413973"/>
                <a:gd name="connsiteY4" fmla="*/ 22832 h 75976"/>
                <a:gd name="connsiteX5" fmla="*/ 18326 w 413973"/>
                <a:gd name="connsiteY5" fmla="*/ 22776 h 75976"/>
                <a:gd name="connsiteX6" fmla="*/ 219320 w 413973"/>
                <a:gd name="connsiteY6" fmla="*/ 2419 h 75976"/>
                <a:gd name="connsiteX7" fmla="*/ 409442 w 413973"/>
                <a:gd name="connsiteY7" fmla="*/ 59748 h 75976"/>
                <a:gd name="connsiteX8" fmla="*/ 412933 w 413973"/>
                <a:gd name="connsiteY8" fmla="*/ 71452 h 75976"/>
                <a:gd name="connsiteX9" fmla="*/ 401905 w 413973"/>
                <a:gd name="connsiteY9" fmla="*/ 75280 h 7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973" h="75976">
                  <a:moveTo>
                    <a:pt x="401905" y="75280"/>
                  </a:moveTo>
                  <a:cubicBezTo>
                    <a:pt x="284755" y="24794"/>
                    <a:pt x="149253" y="24613"/>
                    <a:pt x="35779" y="71471"/>
                  </a:cubicBezTo>
                  <a:cubicBezTo>
                    <a:pt x="22564" y="76927"/>
                    <a:pt x="7423" y="70639"/>
                    <a:pt x="1967" y="57420"/>
                  </a:cubicBezTo>
                  <a:cubicBezTo>
                    <a:pt x="-3490" y="44205"/>
                    <a:pt x="2798" y="29065"/>
                    <a:pt x="16017" y="23608"/>
                  </a:cubicBezTo>
                  <a:cubicBezTo>
                    <a:pt x="16723" y="23316"/>
                    <a:pt x="17432" y="23057"/>
                    <a:pt x="18149" y="22832"/>
                  </a:cubicBezTo>
                  <a:lnTo>
                    <a:pt x="18326" y="22776"/>
                  </a:lnTo>
                  <a:cubicBezTo>
                    <a:pt x="83771" y="2371"/>
                    <a:pt x="152508" y="-4053"/>
                    <a:pt x="219320" y="2419"/>
                  </a:cubicBezTo>
                  <a:cubicBezTo>
                    <a:pt x="286136" y="8889"/>
                    <a:pt x="351242" y="28304"/>
                    <a:pt x="409442" y="59748"/>
                  </a:cubicBezTo>
                  <a:cubicBezTo>
                    <a:pt x="413639" y="62016"/>
                    <a:pt x="415202" y="67255"/>
                    <a:pt x="412933" y="71452"/>
                  </a:cubicBezTo>
                  <a:cubicBezTo>
                    <a:pt x="410794" y="75420"/>
                    <a:pt x="405965" y="77016"/>
                    <a:pt x="401905" y="752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905794" y="2890066"/>
              <a:ext cx="161959" cy="90132"/>
            </a:xfrm>
            <a:custGeom>
              <a:avLst/>
              <a:gdLst>
                <a:gd name="connsiteX0" fmla="*/ 147691 w 161959"/>
                <a:gd name="connsiteY0" fmla="*/ 88099 h 90132"/>
                <a:gd name="connsiteX1" fmla="*/ 29099 w 161959"/>
                <a:gd name="connsiteY1" fmla="*/ 52099 h 90132"/>
                <a:gd name="connsiteX2" fmla="*/ 171 w 161959"/>
                <a:gd name="connsiteY2" fmla="*/ 29100 h 90132"/>
                <a:gd name="connsiteX3" fmla="*/ 23170 w 161959"/>
                <a:gd name="connsiteY3" fmla="*/ 172 h 90132"/>
                <a:gd name="connsiteX4" fmla="*/ 29676 w 161959"/>
                <a:gd name="connsiteY4" fmla="*/ 239 h 90132"/>
                <a:gd name="connsiteX5" fmla="*/ 30788 w 161959"/>
                <a:gd name="connsiteY5" fmla="*/ 401 h 90132"/>
                <a:gd name="connsiteX6" fmla="*/ 160241 w 161959"/>
                <a:gd name="connsiteY6" fmla="*/ 76258 h 90132"/>
                <a:gd name="connsiteX7" fmla="*/ 158460 w 161959"/>
                <a:gd name="connsiteY7" fmla="*/ 88413 h 90132"/>
                <a:gd name="connsiteX8" fmla="*/ 147776 w 161959"/>
                <a:gd name="connsiteY8" fmla="*/ 88173 h 90132"/>
                <a:gd name="connsiteX9" fmla="*/ 147691 w 161959"/>
                <a:gd name="connsiteY9" fmla="*/ 88099 h 9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59" h="90132">
                  <a:moveTo>
                    <a:pt x="147691" y="88099"/>
                  </a:moveTo>
                  <a:cubicBezTo>
                    <a:pt x="113209" y="59876"/>
                    <a:pt x="68746" y="47569"/>
                    <a:pt x="29099" y="52099"/>
                  </a:cubicBezTo>
                  <a:cubicBezTo>
                    <a:pt x="14761" y="53736"/>
                    <a:pt x="1808" y="43439"/>
                    <a:pt x="171" y="29100"/>
                  </a:cubicBezTo>
                  <a:cubicBezTo>
                    <a:pt x="-1466" y="14762"/>
                    <a:pt x="8831" y="1809"/>
                    <a:pt x="23170" y="172"/>
                  </a:cubicBezTo>
                  <a:cubicBezTo>
                    <a:pt x="25383" y="-83"/>
                    <a:pt x="27566" y="-50"/>
                    <a:pt x="29676" y="239"/>
                  </a:cubicBezTo>
                  <a:lnTo>
                    <a:pt x="30788" y="401"/>
                  </a:lnTo>
                  <a:cubicBezTo>
                    <a:pt x="84174" y="7982"/>
                    <a:pt x="130847" y="36774"/>
                    <a:pt x="160241" y="76258"/>
                  </a:cubicBezTo>
                  <a:cubicBezTo>
                    <a:pt x="163104" y="80107"/>
                    <a:pt x="162310" y="85549"/>
                    <a:pt x="158460" y="88413"/>
                  </a:cubicBezTo>
                  <a:cubicBezTo>
                    <a:pt x="155198" y="90844"/>
                    <a:pt x="150787" y="90637"/>
                    <a:pt x="147776" y="88173"/>
                  </a:cubicBezTo>
                  <a:lnTo>
                    <a:pt x="147691" y="8809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grpSp>
        <p:nvGrpSpPr>
          <p:cNvPr id="31" name="图形 4"/>
          <p:cNvGrpSpPr/>
          <p:nvPr/>
        </p:nvGrpSpPr>
        <p:grpSpPr>
          <a:xfrm>
            <a:off x="9701652" y="2590696"/>
            <a:ext cx="927620" cy="771331"/>
            <a:chOff x="2297623" y="3214134"/>
            <a:chExt cx="344188" cy="286198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0" scaled="1"/>
            <a:tileRect/>
          </a:gradFill>
        </p:grpSpPr>
        <p:sp>
          <p:nvSpPr>
            <p:cNvPr id="35" name="任意多边形: 形状 34"/>
            <p:cNvSpPr/>
            <p:nvPr/>
          </p:nvSpPr>
          <p:spPr>
            <a:xfrm>
              <a:off x="2307070" y="3428254"/>
              <a:ext cx="141811" cy="72078"/>
            </a:xfrm>
            <a:custGeom>
              <a:avLst/>
              <a:gdLst>
                <a:gd name="connsiteX0" fmla="*/ 9362 w 141811"/>
                <a:gd name="connsiteY0" fmla="*/ 25070 h 72078"/>
                <a:gd name="connsiteX1" fmla="*/ 58308 w 141811"/>
                <a:gd name="connsiteY1" fmla="*/ 34276 h 72078"/>
                <a:gd name="connsiteX2" fmla="*/ 94788 w 141811"/>
                <a:gd name="connsiteY2" fmla="*/ 62070 h 72078"/>
                <a:gd name="connsiteX3" fmla="*/ 131803 w 141811"/>
                <a:gd name="connsiteY3" fmla="*/ 66397 h 72078"/>
                <a:gd name="connsiteX4" fmla="*/ 136130 w 141811"/>
                <a:gd name="connsiteY4" fmla="*/ 29385 h 72078"/>
                <a:gd name="connsiteX5" fmla="*/ 129897 w 141811"/>
                <a:gd name="connsiteY5" fmla="*/ 23677 h 72078"/>
                <a:gd name="connsiteX6" fmla="*/ 128179 w 141811"/>
                <a:gd name="connsiteY6" fmla="*/ 22572 h 72078"/>
                <a:gd name="connsiteX7" fmla="*/ 66576 w 141811"/>
                <a:gd name="connsiteY7" fmla="*/ 793 h 72078"/>
                <a:gd name="connsiteX8" fmla="*/ 5638 w 141811"/>
                <a:gd name="connsiteY8" fmla="*/ 8222 h 72078"/>
                <a:gd name="connsiteX9" fmla="*/ 566 w 141811"/>
                <a:gd name="connsiteY9" fmla="*/ 19458 h 72078"/>
                <a:gd name="connsiteX10" fmla="*/ 9152 w 141811"/>
                <a:gd name="connsiteY10" fmla="*/ 25084 h 72078"/>
                <a:gd name="connsiteX11" fmla="*/ 9362 w 141811"/>
                <a:gd name="connsiteY11" fmla="*/ 25070 h 72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811" h="72078">
                  <a:moveTo>
                    <a:pt x="9362" y="25070"/>
                  </a:moveTo>
                  <a:cubicBezTo>
                    <a:pt x="26660" y="24187"/>
                    <a:pt x="43537" y="27670"/>
                    <a:pt x="58308" y="34276"/>
                  </a:cubicBezTo>
                  <a:cubicBezTo>
                    <a:pt x="73086" y="40871"/>
                    <a:pt x="85758" y="50654"/>
                    <a:pt x="94788" y="62070"/>
                  </a:cubicBezTo>
                  <a:cubicBezTo>
                    <a:pt x="103813" y="73487"/>
                    <a:pt x="120387" y="75422"/>
                    <a:pt x="131803" y="66397"/>
                  </a:cubicBezTo>
                  <a:cubicBezTo>
                    <a:pt x="143220" y="57371"/>
                    <a:pt x="145155" y="40797"/>
                    <a:pt x="136130" y="29385"/>
                  </a:cubicBezTo>
                  <a:cubicBezTo>
                    <a:pt x="134319" y="27098"/>
                    <a:pt x="132210" y="25192"/>
                    <a:pt x="129897" y="23677"/>
                  </a:cubicBezTo>
                  <a:lnTo>
                    <a:pt x="128179" y="22572"/>
                  </a:lnTo>
                  <a:cubicBezTo>
                    <a:pt x="108964" y="10110"/>
                    <a:pt x="87657" y="3050"/>
                    <a:pt x="66576" y="793"/>
                  </a:cubicBezTo>
                  <a:cubicBezTo>
                    <a:pt x="45488" y="-1461"/>
                    <a:pt x="24451" y="1114"/>
                    <a:pt x="5638" y="8222"/>
                  </a:cubicBezTo>
                  <a:cubicBezTo>
                    <a:pt x="1135" y="9922"/>
                    <a:pt x="-1137" y="14954"/>
                    <a:pt x="566" y="19458"/>
                  </a:cubicBezTo>
                  <a:cubicBezTo>
                    <a:pt x="1936" y="23089"/>
                    <a:pt x="5472" y="25269"/>
                    <a:pt x="9152" y="25084"/>
                  </a:cubicBezTo>
                  <a:lnTo>
                    <a:pt x="9362" y="250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2297623" y="3330564"/>
              <a:ext cx="344188" cy="94239"/>
            </a:xfrm>
            <a:custGeom>
              <a:avLst/>
              <a:gdLst>
                <a:gd name="connsiteX0" fmla="*/ 10252 w 344188"/>
                <a:gd name="connsiteY0" fmla="*/ 35177 h 94239"/>
                <a:gd name="connsiteX1" fmla="*/ 304500 w 344188"/>
                <a:gd name="connsiteY1" fmla="*/ 90266 h 94239"/>
                <a:gd name="connsiteX2" fmla="*/ 340215 w 344188"/>
                <a:gd name="connsiteY2" fmla="*/ 82112 h 94239"/>
                <a:gd name="connsiteX3" fmla="*/ 332061 w 344188"/>
                <a:gd name="connsiteY3" fmla="*/ 46394 h 94239"/>
                <a:gd name="connsiteX4" fmla="*/ 329604 w 344188"/>
                <a:gd name="connsiteY4" fmla="*/ 45027 h 94239"/>
                <a:gd name="connsiteX5" fmla="*/ 329423 w 344188"/>
                <a:gd name="connsiteY5" fmla="*/ 44942 h 94239"/>
                <a:gd name="connsiteX6" fmla="*/ 6151 w 344188"/>
                <a:gd name="connsiteY6" fmla="*/ 18415 h 94239"/>
                <a:gd name="connsiteX7" fmla="*/ 369 w 344188"/>
                <a:gd name="connsiteY7" fmla="*/ 29181 h 94239"/>
                <a:gd name="connsiteX8" fmla="*/ 10189 w 344188"/>
                <a:gd name="connsiteY8" fmla="*/ 35192 h 94239"/>
                <a:gd name="connsiteX9" fmla="*/ 10252 w 344188"/>
                <a:gd name="connsiteY9" fmla="*/ 35177 h 9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188" h="94239">
                  <a:moveTo>
                    <a:pt x="10252" y="35177"/>
                  </a:moveTo>
                  <a:cubicBezTo>
                    <a:pt x="112676" y="16013"/>
                    <a:pt x="220032" y="37194"/>
                    <a:pt x="304500" y="90266"/>
                  </a:cubicBezTo>
                  <a:cubicBezTo>
                    <a:pt x="316614" y="97877"/>
                    <a:pt x="332604" y="94227"/>
                    <a:pt x="340215" y="82112"/>
                  </a:cubicBezTo>
                  <a:cubicBezTo>
                    <a:pt x="347826" y="69998"/>
                    <a:pt x="344176" y="54008"/>
                    <a:pt x="332061" y="46394"/>
                  </a:cubicBezTo>
                  <a:cubicBezTo>
                    <a:pt x="331256" y="45887"/>
                    <a:pt x="330436" y="45433"/>
                    <a:pt x="329604" y="45027"/>
                  </a:cubicBezTo>
                  <a:lnTo>
                    <a:pt x="329423" y="44942"/>
                  </a:lnTo>
                  <a:cubicBezTo>
                    <a:pt x="227646" y="-4388"/>
                    <a:pt x="110178" y="-12919"/>
                    <a:pt x="6151" y="18415"/>
                  </a:cubicBezTo>
                  <a:cubicBezTo>
                    <a:pt x="1581" y="19789"/>
                    <a:pt x="-1005" y="24611"/>
                    <a:pt x="369" y="29181"/>
                  </a:cubicBezTo>
                  <a:cubicBezTo>
                    <a:pt x="1651" y="33437"/>
                    <a:pt x="5918" y="35971"/>
                    <a:pt x="10189" y="35192"/>
                  </a:cubicBezTo>
                  <a:lnTo>
                    <a:pt x="10252" y="35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 rot="20395347">
              <a:off x="2324264" y="3214134"/>
              <a:ext cx="131515" cy="56235"/>
            </a:xfrm>
            <a:custGeom>
              <a:avLst/>
              <a:gdLst>
                <a:gd name="connsiteX0" fmla="*/ 10604 w 131515"/>
                <a:gd name="connsiteY0" fmla="*/ 36281 h 56235"/>
                <a:gd name="connsiteX1" fmla="*/ 90088 w 131515"/>
                <a:gd name="connsiteY1" fmla="*/ 51654 h 56235"/>
                <a:gd name="connsiteX2" fmla="*/ 126934 w 131515"/>
                <a:gd name="connsiteY2" fmla="*/ 44605 h 56235"/>
                <a:gd name="connsiteX3" fmla="*/ 119885 w 131515"/>
                <a:gd name="connsiteY3" fmla="*/ 7759 h 56235"/>
                <a:gd name="connsiteX4" fmla="*/ 110696 w 131515"/>
                <a:gd name="connsiteY4" fmla="*/ 3795 h 56235"/>
                <a:gd name="connsiteX5" fmla="*/ 108550 w 131515"/>
                <a:gd name="connsiteY5" fmla="*/ 3337 h 56235"/>
                <a:gd name="connsiteX6" fmla="*/ 4175 w 131515"/>
                <a:gd name="connsiteY6" fmla="*/ 20265 h 56235"/>
                <a:gd name="connsiteX7" fmla="*/ 1293 w 131515"/>
                <a:gd name="connsiteY7" fmla="*/ 32302 h 56235"/>
                <a:gd name="connsiteX8" fmla="*/ 10367 w 131515"/>
                <a:gd name="connsiteY8" fmla="*/ 36329 h 56235"/>
                <a:gd name="connsiteX9" fmla="*/ 10604 w 131515"/>
                <a:gd name="connsiteY9" fmla="*/ 36281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515" h="56235">
                  <a:moveTo>
                    <a:pt x="10604" y="36281"/>
                  </a:moveTo>
                  <a:cubicBezTo>
                    <a:pt x="39776" y="30732"/>
                    <a:pt x="69132" y="37430"/>
                    <a:pt x="90088" y="51654"/>
                  </a:cubicBezTo>
                  <a:cubicBezTo>
                    <a:pt x="102210" y="59882"/>
                    <a:pt x="118706" y="56727"/>
                    <a:pt x="126934" y="44605"/>
                  </a:cubicBezTo>
                  <a:cubicBezTo>
                    <a:pt x="135161" y="32483"/>
                    <a:pt x="132006" y="15987"/>
                    <a:pt x="119885" y="7759"/>
                  </a:cubicBezTo>
                  <a:cubicBezTo>
                    <a:pt x="117010" y="5809"/>
                    <a:pt x="113892" y="4497"/>
                    <a:pt x="110696" y="3795"/>
                  </a:cubicBezTo>
                  <a:lnTo>
                    <a:pt x="108550" y="3337"/>
                  </a:lnTo>
                  <a:cubicBezTo>
                    <a:pt x="70884" y="-4828"/>
                    <a:pt x="33236" y="2436"/>
                    <a:pt x="4175" y="20265"/>
                  </a:cubicBezTo>
                  <a:cubicBezTo>
                    <a:pt x="56" y="22793"/>
                    <a:pt x="-1234" y="28179"/>
                    <a:pt x="1293" y="32302"/>
                  </a:cubicBezTo>
                  <a:cubicBezTo>
                    <a:pt x="3244" y="35483"/>
                    <a:pt x="6905" y="36980"/>
                    <a:pt x="10367" y="36329"/>
                  </a:cubicBezTo>
                  <a:lnTo>
                    <a:pt x="10604" y="3628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4" name="图形 11438" descr="D:\51PPT模板网\51pptmoban.com\图片.jpg"/>
          <p:cNvGrpSpPr/>
          <p:nvPr/>
        </p:nvGrpSpPr>
        <p:grpSpPr>
          <a:xfrm>
            <a:off x="2265722" y="4427974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grpSp>
        <p:nvGrpSpPr>
          <p:cNvPr id="1302" name="图形 11438"/>
          <p:cNvGrpSpPr/>
          <p:nvPr/>
        </p:nvGrpSpPr>
        <p:grpSpPr>
          <a:xfrm>
            <a:off x="8572375" y="402331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sp>
        <p:nvSpPr>
          <p:cNvPr id="54" name="文本框 53"/>
          <p:cNvSpPr txBox="1"/>
          <p:nvPr/>
        </p:nvSpPr>
        <p:spPr>
          <a:xfrm>
            <a:off x="3108643" y="2438765"/>
            <a:ext cx="5974713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毕业生代表发言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图形 4"/>
          <p:cNvGrpSpPr/>
          <p:nvPr/>
        </p:nvGrpSpPr>
        <p:grpSpPr>
          <a:xfrm>
            <a:off x="1600194" y="2983640"/>
            <a:ext cx="925830" cy="337751"/>
            <a:chOff x="643174" y="2890066"/>
            <a:chExt cx="424579" cy="154890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10800000" scaled="1"/>
            <a:tileRect/>
          </a:gradFill>
        </p:grpSpPr>
        <p:sp>
          <p:nvSpPr>
            <p:cNvPr id="40" name="任意多边形: 形状 39"/>
            <p:cNvSpPr/>
            <p:nvPr/>
          </p:nvSpPr>
          <p:spPr>
            <a:xfrm>
              <a:off x="643174" y="2968980"/>
              <a:ext cx="413973" cy="75976"/>
            </a:xfrm>
            <a:custGeom>
              <a:avLst/>
              <a:gdLst>
                <a:gd name="connsiteX0" fmla="*/ 401905 w 413973"/>
                <a:gd name="connsiteY0" fmla="*/ 75280 h 75976"/>
                <a:gd name="connsiteX1" fmla="*/ 35779 w 413973"/>
                <a:gd name="connsiteY1" fmla="*/ 71471 h 75976"/>
                <a:gd name="connsiteX2" fmla="*/ 1967 w 413973"/>
                <a:gd name="connsiteY2" fmla="*/ 57420 h 75976"/>
                <a:gd name="connsiteX3" fmla="*/ 16017 w 413973"/>
                <a:gd name="connsiteY3" fmla="*/ 23608 h 75976"/>
                <a:gd name="connsiteX4" fmla="*/ 18149 w 413973"/>
                <a:gd name="connsiteY4" fmla="*/ 22832 h 75976"/>
                <a:gd name="connsiteX5" fmla="*/ 18326 w 413973"/>
                <a:gd name="connsiteY5" fmla="*/ 22776 h 75976"/>
                <a:gd name="connsiteX6" fmla="*/ 219320 w 413973"/>
                <a:gd name="connsiteY6" fmla="*/ 2419 h 75976"/>
                <a:gd name="connsiteX7" fmla="*/ 409442 w 413973"/>
                <a:gd name="connsiteY7" fmla="*/ 59748 h 75976"/>
                <a:gd name="connsiteX8" fmla="*/ 412933 w 413973"/>
                <a:gd name="connsiteY8" fmla="*/ 71452 h 75976"/>
                <a:gd name="connsiteX9" fmla="*/ 401905 w 413973"/>
                <a:gd name="connsiteY9" fmla="*/ 75280 h 7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973" h="75976">
                  <a:moveTo>
                    <a:pt x="401905" y="75280"/>
                  </a:moveTo>
                  <a:cubicBezTo>
                    <a:pt x="284755" y="24794"/>
                    <a:pt x="149253" y="24613"/>
                    <a:pt x="35779" y="71471"/>
                  </a:cubicBezTo>
                  <a:cubicBezTo>
                    <a:pt x="22564" y="76927"/>
                    <a:pt x="7423" y="70639"/>
                    <a:pt x="1967" y="57420"/>
                  </a:cubicBezTo>
                  <a:cubicBezTo>
                    <a:pt x="-3490" y="44205"/>
                    <a:pt x="2798" y="29065"/>
                    <a:pt x="16017" y="23608"/>
                  </a:cubicBezTo>
                  <a:cubicBezTo>
                    <a:pt x="16723" y="23316"/>
                    <a:pt x="17432" y="23057"/>
                    <a:pt x="18149" y="22832"/>
                  </a:cubicBezTo>
                  <a:lnTo>
                    <a:pt x="18326" y="22776"/>
                  </a:lnTo>
                  <a:cubicBezTo>
                    <a:pt x="83771" y="2371"/>
                    <a:pt x="152508" y="-4053"/>
                    <a:pt x="219320" y="2419"/>
                  </a:cubicBezTo>
                  <a:cubicBezTo>
                    <a:pt x="286136" y="8889"/>
                    <a:pt x="351242" y="28304"/>
                    <a:pt x="409442" y="59748"/>
                  </a:cubicBezTo>
                  <a:cubicBezTo>
                    <a:pt x="413639" y="62016"/>
                    <a:pt x="415202" y="67255"/>
                    <a:pt x="412933" y="71452"/>
                  </a:cubicBezTo>
                  <a:cubicBezTo>
                    <a:pt x="410794" y="75420"/>
                    <a:pt x="405965" y="77016"/>
                    <a:pt x="401905" y="752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905794" y="2890066"/>
              <a:ext cx="161959" cy="90132"/>
            </a:xfrm>
            <a:custGeom>
              <a:avLst/>
              <a:gdLst>
                <a:gd name="connsiteX0" fmla="*/ 147691 w 161959"/>
                <a:gd name="connsiteY0" fmla="*/ 88099 h 90132"/>
                <a:gd name="connsiteX1" fmla="*/ 29099 w 161959"/>
                <a:gd name="connsiteY1" fmla="*/ 52099 h 90132"/>
                <a:gd name="connsiteX2" fmla="*/ 171 w 161959"/>
                <a:gd name="connsiteY2" fmla="*/ 29100 h 90132"/>
                <a:gd name="connsiteX3" fmla="*/ 23170 w 161959"/>
                <a:gd name="connsiteY3" fmla="*/ 172 h 90132"/>
                <a:gd name="connsiteX4" fmla="*/ 29676 w 161959"/>
                <a:gd name="connsiteY4" fmla="*/ 239 h 90132"/>
                <a:gd name="connsiteX5" fmla="*/ 30788 w 161959"/>
                <a:gd name="connsiteY5" fmla="*/ 401 h 90132"/>
                <a:gd name="connsiteX6" fmla="*/ 160241 w 161959"/>
                <a:gd name="connsiteY6" fmla="*/ 76258 h 90132"/>
                <a:gd name="connsiteX7" fmla="*/ 158460 w 161959"/>
                <a:gd name="connsiteY7" fmla="*/ 88413 h 90132"/>
                <a:gd name="connsiteX8" fmla="*/ 147776 w 161959"/>
                <a:gd name="connsiteY8" fmla="*/ 88173 h 90132"/>
                <a:gd name="connsiteX9" fmla="*/ 147691 w 161959"/>
                <a:gd name="connsiteY9" fmla="*/ 88099 h 9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59" h="90132">
                  <a:moveTo>
                    <a:pt x="147691" y="88099"/>
                  </a:moveTo>
                  <a:cubicBezTo>
                    <a:pt x="113209" y="59876"/>
                    <a:pt x="68746" y="47569"/>
                    <a:pt x="29099" y="52099"/>
                  </a:cubicBezTo>
                  <a:cubicBezTo>
                    <a:pt x="14761" y="53736"/>
                    <a:pt x="1808" y="43439"/>
                    <a:pt x="171" y="29100"/>
                  </a:cubicBezTo>
                  <a:cubicBezTo>
                    <a:pt x="-1466" y="14762"/>
                    <a:pt x="8831" y="1809"/>
                    <a:pt x="23170" y="172"/>
                  </a:cubicBezTo>
                  <a:cubicBezTo>
                    <a:pt x="25383" y="-83"/>
                    <a:pt x="27566" y="-50"/>
                    <a:pt x="29676" y="239"/>
                  </a:cubicBezTo>
                  <a:lnTo>
                    <a:pt x="30788" y="401"/>
                  </a:lnTo>
                  <a:cubicBezTo>
                    <a:pt x="84174" y="7982"/>
                    <a:pt x="130847" y="36774"/>
                    <a:pt x="160241" y="76258"/>
                  </a:cubicBezTo>
                  <a:cubicBezTo>
                    <a:pt x="163104" y="80107"/>
                    <a:pt x="162310" y="85549"/>
                    <a:pt x="158460" y="88413"/>
                  </a:cubicBezTo>
                  <a:cubicBezTo>
                    <a:pt x="155198" y="90844"/>
                    <a:pt x="150787" y="90637"/>
                    <a:pt x="147776" y="88173"/>
                  </a:cubicBezTo>
                  <a:lnTo>
                    <a:pt x="147691" y="8809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grpSp>
        <p:nvGrpSpPr>
          <p:cNvPr id="31" name="图形 4"/>
          <p:cNvGrpSpPr/>
          <p:nvPr/>
        </p:nvGrpSpPr>
        <p:grpSpPr>
          <a:xfrm>
            <a:off x="9701652" y="2842487"/>
            <a:ext cx="927620" cy="771331"/>
            <a:chOff x="2297623" y="3214134"/>
            <a:chExt cx="344188" cy="286198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0" scaled="1"/>
            <a:tileRect/>
          </a:gradFill>
        </p:grpSpPr>
        <p:sp>
          <p:nvSpPr>
            <p:cNvPr id="35" name="任意多边形: 形状 34"/>
            <p:cNvSpPr/>
            <p:nvPr/>
          </p:nvSpPr>
          <p:spPr>
            <a:xfrm>
              <a:off x="2307070" y="3428254"/>
              <a:ext cx="141811" cy="72078"/>
            </a:xfrm>
            <a:custGeom>
              <a:avLst/>
              <a:gdLst>
                <a:gd name="connsiteX0" fmla="*/ 9362 w 141811"/>
                <a:gd name="connsiteY0" fmla="*/ 25070 h 72078"/>
                <a:gd name="connsiteX1" fmla="*/ 58308 w 141811"/>
                <a:gd name="connsiteY1" fmla="*/ 34276 h 72078"/>
                <a:gd name="connsiteX2" fmla="*/ 94788 w 141811"/>
                <a:gd name="connsiteY2" fmla="*/ 62070 h 72078"/>
                <a:gd name="connsiteX3" fmla="*/ 131803 w 141811"/>
                <a:gd name="connsiteY3" fmla="*/ 66397 h 72078"/>
                <a:gd name="connsiteX4" fmla="*/ 136130 w 141811"/>
                <a:gd name="connsiteY4" fmla="*/ 29385 h 72078"/>
                <a:gd name="connsiteX5" fmla="*/ 129897 w 141811"/>
                <a:gd name="connsiteY5" fmla="*/ 23677 h 72078"/>
                <a:gd name="connsiteX6" fmla="*/ 128179 w 141811"/>
                <a:gd name="connsiteY6" fmla="*/ 22572 h 72078"/>
                <a:gd name="connsiteX7" fmla="*/ 66576 w 141811"/>
                <a:gd name="connsiteY7" fmla="*/ 793 h 72078"/>
                <a:gd name="connsiteX8" fmla="*/ 5638 w 141811"/>
                <a:gd name="connsiteY8" fmla="*/ 8222 h 72078"/>
                <a:gd name="connsiteX9" fmla="*/ 566 w 141811"/>
                <a:gd name="connsiteY9" fmla="*/ 19458 h 72078"/>
                <a:gd name="connsiteX10" fmla="*/ 9152 w 141811"/>
                <a:gd name="connsiteY10" fmla="*/ 25084 h 72078"/>
                <a:gd name="connsiteX11" fmla="*/ 9362 w 141811"/>
                <a:gd name="connsiteY11" fmla="*/ 25070 h 72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811" h="72078">
                  <a:moveTo>
                    <a:pt x="9362" y="25070"/>
                  </a:moveTo>
                  <a:cubicBezTo>
                    <a:pt x="26660" y="24187"/>
                    <a:pt x="43537" y="27670"/>
                    <a:pt x="58308" y="34276"/>
                  </a:cubicBezTo>
                  <a:cubicBezTo>
                    <a:pt x="73086" y="40871"/>
                    <a:pt x="85758" y="50654"/>
                    <a:pt x="94788" y="62070"/>
                  </a:cubicBezTo>
                  <a:cubicBezTo>
                    <a:pt x="103813" y="73487"/>
                    <a:pt x="120387" y="75422"/>
                    <a:pt x="131803" y="66397"/>
                  </a:cubicBezTo>
                  <a:cubicBezTo>
                    <a:pt x="143220" y="57371"/>
                    <a:pt x="145155" y="40797"/>
                    <a:pt x="136130" y="29385"/>
                  </a:cubicBezTo>
                  <a:cubicBezTo>
                    <a:pt x="134319" y="27098"/>
                    <a:pt x="132210" y="25192"/>
                    <a:pt x="129897" y="23677"/>
                  </a:cubicBezTo>
                  <a:lnTo>
                    <a:pt x="128179" y="22572"/>
                  </a:lnTo>
                  <a:cubicBezTo>
                    <a:pt x="108964" y="10110"/>
                    <a:pt x="87657" y="3050"/>
                    <a:pt x="66576" y="793"/>
                  </a:cubicBezTo>
                  <a:cubicBezTo>
                    <a:pt x="45488" y="-1461"/>
                    <a:pt x="24451" y="1114"/>
                    <a:pt x="5638" y="8222"/>
                  </a:cubicBezTo>
                  <a:cubicBezTo>
                    <a:pt x="1135" y="9922"/>
                    <a:pt x="-1137" y="14954"/>
                    <a:pt x="566" y="19458"/>
                  </a:cubicBezTo>
                  <a:cubicBezTo>
                    <a:pt x="1936" y="23089"/>
                    <a:pt x="5472" y="25269"/>
                    <a:pt x="9152" y="25084"/>
                  </a:cubicBezTo>
                  <a:lnTo>
                    <a:pt x="9362" y="250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2297623" y="3330564"/>
              <a:ext cx="344188" cy="94239"/>
            </a:xfrm>
            <a:custGeom>
              <a:avLst/>
              <a:gdLst>
                <a:gd name="connsiteX0" fmla="*/ 10252 w 344188"/>
                <a:gd name="connsiteY0" fmla="*/ 35177 h 94239"/>
                <a:gd name="connsiteX1" fmla="*/ 304500 w 344188"/>
                <a:gd name="connsiteY1" fmla="*/ 90266 h 94239"/>
                <a:gd name="connsiteX2" fmla="*/ 340215 w 344188"/>
                <a:gd name="connsiteY2" fmla="*/ 82112 h 94239"/>
                <a:gd name="connsiteX3" fmla="*/ 332061 w 344188"/>
                <a:gd name="connsiteY3" fmla="*/ 46394 h 94239"/>
                <a:gd name="connsiteX4" fmla="*/ 329604 w 344188"/>
                <a:gd name="connsiteY4" fmla="*/ 45027 h 94239"/>
                <a:gd name="connsiteX5" fmla="*/ 329423 w 344188"/>
                <a:gd name="connsiteY5" fmla="*/ 44942 h 94239"/>
                <a:gd name="connsiteX6" fmla="*/ 6151 w 344188"/>
                <a:gd name="connsiteY6" fmla="*/ 18415 h 94239"/>
                <a:gd name="connsiteX7" fmla="*/ 369 w 344188"/>
                <a:gd name="connsiteY7" fmla="*/ 29181 h 94239"/>
                <a:gd name="connsiteX8" fmla="*/ 10189 w 344188"/>
                <a:gd name="connsiteY8" fmla="*/ 35192 h 94239"/>
                <a:gd name="connsiteX9" fmla="*/ 10252 w 344188"/>
                <a:gd name="connsiteY9" fmla="*/ 35177 h 9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188" h="94239">
                  <a:moveTo>
                    <a:pt x="10252" y="35177"/>
                  </a:moveTo>
                  <a:cubicBezTo>
                    <a:pt x="112676" y="16013"/>
                    <a:pt x="220032" y="37194"/>
                    <a:pt x="304500" y="90266"/>
                  </a:cubicBezTo>
                  <a:cubicBezTo>
                    <a:pt x="316614" y="97877"/>
                    <a:pt x="332604" y="94227"/>
                    <a:pt x="340215" y="82112"/>
                  </a:cubicBezTo>
                  <a:cubicBezTo>
                    <a:pt x="347826" y="69998"/>
                    <a:pt x="344176" y="54008"/>
                    <a:pt x="332061" y="46394"/>
                  </a:cubicBezTo>
                  <a:cubicBezTo>
                    <a:pt x="331256" y="45887"/>
                    <a:pt x="330436" y="45433"/>
                    <a:pt x="329604" y="45027"/>
                  </a:cubicBezTo>
                  <a:lnTo>
                    <a:pt x="329423" y="44942"/>
                  </a:lnTo>
                  <a:cubicBezTo>
                    <a:pt x="227646" y="-4388"/>
                    <a:pt x="110178" y="-12919"/>
                    <a:pt x="6151" y="18415"/>
                  </a:cubicBezTo>
                  <a:cubicBezTo>
                    <a:pt x="1581" y="19789"/>
                    <a:pt x="-1005" y="24611"/>
                    <a:pt x="369" y="29181"/>
                  </a:cubicBezTo>
                  <a:cubicBezTo>
                    <a:pt x="1651" y="33437"/>
                    <a:pt x="5918" y="35971"/>
                    <a:pt x="10189" y="35192"/>
                  </a:cubicBezTo>
                  <a:lnTo>
                    <a:pt x="10252" y="35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 rot="20395347">
              <a:off x="2324264" y="3214134"/>
              <a:ext cx="131515" cy="56235"/>
            </a:xfrm>
            <a:custGeom>
              <a:avLst/>
              <a:gdLst>
                <a:gd name="connsiteX0" fmla="*/ 10604 w 131515"/>
                <a:gd name="connsiteY0" fmla="*/ 36281 h 56235"/>
                <a:gd name="connsiteX1" fmla="*/ 90088 w 131515"/>
                <a:gd name="connsiteY1" fmla="*/ 51654 h 56235"/>
                <a:gd name="connsiteX2" fmla="*/ 126934 w 131515"/>
                <a:gd name="connsiteY2" fmla="*/ 44605 h 56235"/>
                <a:gd name="connsiteX3" fmla="*/ 119885 w 131515"/>
                <a:gd name="connsiteY3" fmla="*/ 7759 h 56235"/>
                <a:gd name="connsiteX4" fmla="*/ 110696 w 131515"/>
                <a:gd name="connsiteY4" fmla="*/ 3795 h 56235"/>
                <a:gd name="connsiteX5" fmla="*/ 108550 w 131515"/>
                <a:gd name="connsiteY5" fmla="*/ 3337 h 56235"/>
                <a:gd name="connsiteX6" fmla="*/ 4175 w 131515"/>
                <a:gd name="connsiteY6" fmla="*/ 20265 h 56235"/>
                <a:gd name="connsiteX7" fmla="*/ 1293 w 131515"/>
                <a:gd name="connsiteY7" fmla="*/ 32302 h 56235"/>
                <a:gd name="connsiteX8" fmla="*/ 10367 w 131515"/>
                <a:gd name="connsiteY8" fmla="*/ 36329 h 56235"/>
                <a:gd name="connsiteX9" fmla="*/ 10604 w 131515"/>
                <a:gd name="connsiteY9" fmla="*/ 36281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515" h="56235">
                  <a:moveTo>
                    <a:pt x="10604" y="36281"/>
                  </a:moveTo>
                  <a:cubicBezTo>
                    <a:pt x="39776" y="30732"/>
                    <a:pt x="69132" y="37430"/>
                    <a:pt x="90088" y="51654"/>
                  </a:cubicBezTo>
                  <a:cubicBezTo>
                    <a:pt x="102210" y="59882"/>
                    <a:pt x="118706" y="56727"/>
                    <a:pt x="126934" y="44605"/>
                  </a:cubicBezTo>
                  <a:cubicBezTo>
                    <a:pt x="135161" y="32483"/>
                    <a:pt x="132006" y="15987"/>
                    <a:pt x="119885" y="7759"/>
                  </a:cubicBezTo>
                  <a:cubicBezTo>
                    <a:pt x="117010" y="5809"/>
                    <a:pt x="113892" y="4497"/>
                    <a:pt x="110696" y="3795"/>
                  </a:cubicBezTo>
                  <a:lnTo>
                    <a:pt x="108550" y="3337"/>
                  </a:lnTo>
                  <a:cubicBezTo>
                    <a:pt x="70884" y="-4828"/>
                    <a:pt x="33236" y="2436"/>
                    <a:pt x="4175" y="20265"/>
                  </a:cubicBezTo>
                  <a:cubicBezTo>
                    <a:pt x="56" y="22793"/>
                    <a:pt x="-1234" y="28179"/>
                    <a:pt x="1293" y="32302"/>
                  </a:cubicBezTo>
                  <a:cubicBezTo>
                    <a:pt x="3244" y="35483"/>
                    <a:pt x="6905" y="36980"/>
                    <a:pt x="10367" y="36329"/>
                  </a:cubicBezTo>
                  <a:lnTo>
                    <a:pt x="10604" y="3628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4" name="图形 11438" descr="D:\51PPT模板网\51pptmoban.com\图片.jpg"/>
          <p:cNvGrpSpPr/>
          <p:nvPr/>
        </p:nvGrpSpPr>
        <p:grpSpPr>
          <a:xfrm>
            <a:off x="2265722" y="4427974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grpSp>
        <p:nvGrpSpPr>
          <p:cNvPr id="1302" name="图形 11438"/>
          <p:cNvGrpSpPr/>
          <p:nvPr/>
        </p:nvGrpSpPr>
        <p:grpSpPr>
          <a:xfrm>
            <a:off x="8572375" y="402331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sp>
        <p:nvSpPr>
          <p:cNvPr id="54" name="文本框 53"/>
          <p:cNvSpPr txBox="1"/>
          <p:nvPr/>
        </p:nvSpPr>
        <p:spPr>
          <a:xfrm>
            <a:off x="60960" y="1569507"/>
            <a:ext cx="12070080" cy="23069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lnSpc>
                <a:spcPct val="120000"/>
              </a:lnSpc>
              <a:defRPr/>
            </a:pP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院领导、系室中心主任对毕业生代表</a:t>
            </a:r>
          </a:p>
          <a:p>
            <a:pPr algn="ctr" defTabSz="914400">
              <a:lnSpc>
                <a:spcPct val="120000"/>
              </a:lnSpc>
              <a:defRPr/>
            </a:pP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建言献策给予回应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图形 4"/>
          <p:cNvGrpSpPr/>
          <p:nvPr/>
        </p:nvGrpSpPr>
        <p:grpSpPr>
          <a:xfrm>
            <a:off x="1600194" y="2440301"/>
            <a:ext cx="925830" cy="337751"/>
            <a:chOff x="643174" y="2890066"/>
            <a:chExt cx="424579" cy="154890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10800000" scaled="1"/>
            <a:tileRect/>
          </a:gradFill>
        </p:grpSpPr>
        <p:sp>
          <p:nvSpPr>
            <p:cNvPr id="40" name="任意多边形: 形状 39"/>
            <p:cNvSpPr/>
            <p:nvPr/>
          </p:nvSpPr>
          <p:spPr>
            <a:xfrm>
              <a:off x="643174" y="2968980"/>
              <a:ext cx="413973" cy="75976"/>
            </a:xfrm>
            <a:custGeom>
              <a:avLst/>
              <a:gdLst>
                <a:gd name="connsiteX0" fmla="*/ 401905 w 413973"/>
                <a:gd name="connsiteY0" fmla="*/ 75280 h 75976"/>
                <a:gd name="connsiteX1" fmla="*/ 35779 w 413973"/>
                <a:gd name="connsiteY1" fmla="*/ 71471 h 75976"/>
                <a:gd name="connsiteX2" fmla="*/ 1967 w 413973"/>
                <a:gd name="connsiteY2" fmla="*/ 57420 h 75976"/>
                <a:gd name="connsiteX3" fmla="*/ 16017 w 413973"/>
                <a:gd name="connsiteY3" fmla="*/ 23608 h 75976"/>
                <a:gd name="connsiteX4" fmla="*/ 18149 w 413973"/>
                <a:gd name="connsiteY4" fmla="*/ 22832 h 75976"/>
                <a:gd name="connsiteX5" fmla="*/ 18326 w 413973"/>
                <a:gd name="connsiteY5" fmla="*/ 22776 h 75976"/>
                <a:gd name="connsiteX6" fmla="*/ 219320 w 413973"/>
                <a:gd name="connsiteY6" fmla="*/ 2419 h 75976"/>
                <a:gd name="connsiteX7" fmla="*/ 409442 w 413973"/>
                <a:gd name="connsiteY7" fmla="*/ 59748 h 75976"/>
                <a:gd name="connsiteX8" fmla="*/ 412933 w 413973"/>
                <a:gd name="connsiteY8" fmla="*/ 71452 h 75976"/>
                <a:gd name="connsiteX9" fmla="*/ 401905 w 413973"/>
                <a:gd name="connsiteY9" fmla="*/ 75280 h 7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973" h="75976">
                  <a:moveTo>
                    <a:pt x="401905" y="75280"/>
                  </a:moveTo>
                  <a:cubicBezTo>
                    <a:pt x="284755" y="24794"/>
                    <a:pt x="149253" y="24613"/>
                    <a:pt x="35779" y="71471"/>
                  </a:cubicBezTo>
                  <a:cubicBezTo>
                    <a:pt x="22564" y="76927"/>
                    <a:pt x="7423" y="70639"/>
                    <a:pt x="1967" y="57420"/>
                  </a:cubicBezTo>
                  <a:cubicBezTo>
                    <a:pt x="-3490" y="44205"/>
                    <a:pt x="2798" y="29065"/>
                    <a:pt x="16017" y="23608"/>
                  </a:cubicBezTo>
                  <a:cubicBezTo>
                    <a:pt x="16723" y="23316"/>
                    <a:pt x="17432" y="23057"/>
                    <a:pt x="18149" y="22832"/>
                  </a:cubicBezTo>
                  <a:lnTo>
                    <a:pt x="18326" y="22776"/>
                  </a:lnTo>
                  <a:cubicBezTo>
                    <a:pt x="83771" y="2371"/>
                    <a:pt x="152508" y="-4053"/>
                    <a:pt x="219320" y="2419"/>
                  </a:cubicBezTo>
                  <a:cubicBezTo>
                    <a:pt x="286136" y="8889"/>
                    <a:pt x="351242" y="28304"/>
                    <a:pt x="409442" y="59748"/>
                  </a:cubicBezTo>
                  <a:cubicBezTo>
                    <a:pt x="413639" y="62016"/>
                    <a:pt x="415202" y="67255"/>
                    <a:pt x="412933" y="71452"/>
                  </a:cubicBezTo>
                  <a:cubicBezTo>
                    <a:pt x="410794" y="75420"/>
                    <a:pt x="405965" y="77016"/>
                    <a:pt x="401905" y="752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905794" y="2890066"/>
              <a:ext cx="161959" cy="90132"/>
            </a:xfrm>
            <a:custGeom>
              <a:avLst/>
              <a:gdLst>
                <a:gd name="connsiteX0" fmla="*/ 147691 w 161959"/>
                <a:gd name="connsiteY0" fmla="*/ 88099 h 90132"/>
                <a:gd name="connsiteX1" fmla="*/ 29099 w 161959"/>
                <a:gd name="connsiteY1" fmla="*/ 52099 h 90132"/>
                <a:gd name="connsiteX2" fmla="*/ 171 w 161959"/>
                <a:gd name="connsiteY2" fmla="*/ 29100 h 90132"/>
                <a:gd name="connsiteX3" fmla="*/ 23170 w 161959"/>
                <a:gd name="connsiteY3" fmla="*/ 172 h 90132"/>
                <a:gd name="connsiteX4" fmla="*/ 29676 w 161959"/>
                <a:gd name="connsiteY4" fmla="*/ 239 h 90132"/>
                <a:gd name="connsiteX5" fmla="*/ 30788 w 161959"/>
                <a:gd name="connsiteY5" fmla="*/ 401 h 90132"/>
                <a:gd name="connsiteX6" fmla="*/ 160241 w 161959"/>
                <a:gd name="connsiteY6" fmla="*/ 76258 h 90132"/>
                <a:gd name="connsiteX7" fmla="*/ 158460 w 161959"/>
                <a:gd name="connsiteY7" fmla="*/ 88413 h 90132"/>
                <a:gd name="connsiteX8" fmla="*/ 147776 w 161959"/>
                <a:gd name="connsiteY8" fmla="*/ 88173 h 90132"/>
                <a:gd name="connsiteX9" fmla="*/ 147691 w 161959"/>
                <a:gd name="connsiteY9" fmla="*/ 88099 h 9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59" h="90132">
                  <a:moveTo>
                    <a:pt x="147691" y="88099"/>
                  </a:moveTo>
                  <a:cubicBezTo>
                    <a:pt x="113209" y="59876"/>
                    <a:pt x="68746" y="47569"/>
                    <a:pt x="29099" y="52099"/>
                  </a:cubicBezTo>
                  <a:cubicBezTo>
                    <a:pt x="14761" y="53736"/>
                    <a:pt x="1808" y="43439"/>
                    <a:pt x="171" y="29100"/>
                  </a:cubicBezTo>
                  <a:cubicBezTo>
                    <a:pt x="-1466" y="14762"/>
                    <a:pt x="8831" y="1809"/>
                    <a:pt x="23170" y="172"/>
                  </a:cubicBezTo>
                  <a:cubicBezTo>
                    <a:pt x="25383" y="-83"/>
                    <a:pt x="27566" y="-50"/>
                    <a:pt x="29676" y="239"/>
                  </a:cubicBezTo>
                  <a:lnTo>
                    <a:pt x="30788" y="401"/>
                  </a:lnTo>
                  <a:cubicBezTo>
                    <a:pt x="84174" y="7982"/>
                    <a:pt x="130847" y="36774"/>
                    <a:pt x="160241" y="76258"/>
                  </a:cubicBezTo>
                  <a:cubicBezTo>
                    <a:pt x="163104" y="80107"/>
                    <a:pt x="162310" y="85549"/>
                    <a:pt x="158460" y="88413"/>
                  </a:cubicBezTo>
                  <a:cubicBezTo>
                    <a:pt x="155198" y="90844"/>
                    <a:pt x="150787" y="90637"/>
                    <a:pt x="147776" y="88173"/>
                  </a:cubicBezTo>
                  <a:lnTo>
                    <a:pt x="147691" y="8809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grpSp>
        <p:nvGrpSpPr>
          <p:cNvPr id="31" name="图形 4"/>
          <p:cNvGrpSpPr/>
          <p:nvPr/>
        </p:nvGrpSpPr>
        <p:grpSpPr>
          <a:xfrm>
            <a:off x="9701652" y="2291587"/>
            <a:ext cx="761400" cy="633116"/>
            <a:chOff x="2297623" y="3214134"/>
            <a:chExt cx="344188" cy="286198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0" scaled="1"/>
            <a:tileRect/>
          </a:gradFill>
        </p:grpSpPr>
        <p:sp>
          <p:nvSpPr>
            <p:cNvPr id="35" name="任意多边形: 形状 34"/>
            <p:cNvSpPr/>
            <p:nvPr/>
          </p:nvSpPr>
          <p:spPr>
            <a:xfrm>
              <a:off x="2307070" y="3428254"/>
              <a:ext cx="141811" cy="72078"/>
            </a:xfrm>
            <a:custGeom>
              <a:avLst/>
              <a:gdLst>
                <a:gd name="connsiteX0" fmla="*/ 9362 w 141811"/>
                <a:gd name="connsiteY0" fmla="*/ 25070 h 72078"/>
                <a:gd name="connsiteX1" fmla="*/ 58308 w 141811"/>
                <a:gd name="connsiteY1" fmla="*/ 34276 h 72078"/>
                <a:gd name="connsiteX2" fmla="*/ 94788 w 141811"/>
                <a:gd name="connsiteY2" fmla="*/ 62070 h 72078"/>
                <a:gd name="connsiteX3" fmla="*/ 131803 w 141811"/>
                <a:gd name="connsiteY3" fmla="*/ 66397 h 72078"/>
                <a:gd name="connsiteX4" fmla="*/ 136130 w 141811"/>
                <a:gd name="connsiteY4" fmla="*/ 29385 h 72078"/>
                <a:gd name="connsiteX5" fmla="*/ 129897 w 141811"/>
                <a:gd name="connsiteY5" fmla="*/ 23677 h 72078"/>
                <a:gd name="connsiteX6" fmla="*/ 128179 w 141811"/>
                <a:gd name="connsiteY6" fmla="*/ 22572 h 72078"/>
                <a:gd name="connsiteX7" fmla="*/ 66576 w 141811"/>
                <a:gd name="connsiteY7" fmla="*/ 793 h 72078"/>
                <a:gd name="connsiteX8" fmla="*/ 5638 w 141811"/>
                <a:gd name="connsiteY8" fmla="*/ 8222 h 72078"/>
                <a:gd name="connsiteX9" fmla="*/ 566 w 141811"/>
                <a:gd name="connsiteY9" fmla="*/ 19458 h 72078"/>
                <a:gd name="connsiteX10" fmla="*/ 9152 w 141811"/>
                <a:gd name="connsiteY10" fmla="*/ 25084 h 72078"/>
                <a:gd name="connsiteX11" fmla="*/ 9362 w 141811"/>
                <a:gd name="connsiteY11" fmla="*/ 25070 h 72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811" h="72078">
                  <a:moveTo>
                    <a:pt x="9362" y="25070"/>
                  </a:moveTo>
                  <a:cubicBezTo>
                    <a:pt x="26660" y="24187"/>
                    <a:pt x="43537" y="27670"/>
                    <a:pt x="58308" y="34276"/>
                  </a:cubicBezTo>
                  <a:cubicBezTo>
                    <a:pt x="73086" y="40871"/>
                    <a:pt x="85758" y="50654"/>
                    <a:pt x="94788" y="62070"/>
                  </a:cubicBezTo>
                  <a:cubicBezTo>
                    <a:pt x="103813" y="73487"/>
                    <a:pt x="120387" y="75422"/>
                    <a:pt x="131803" y="66397"/>
                  </a:cubicBezTo>
                  <a:cubicBezTo>
                    <a:pt x="143220" y="57371"/>
                    <a:pt x="145155" y="40797"/>
                    <a:pt x="136130" y="29385"/>
                  </a:cubicBezTo>
                  <a:cubicBezTo>
                    <a:pt x="134319" y="27098"/>
                    <a:pt x="132210" y="25192"/>
                    <a:pt x="129897" y="23677"/>
                  </a:cubicBezTo>
                  <a:lnTo>
                    <a:pt x="128179" y="22572"/>
                  </a:lnTo>
                  <a:cubicBezTo>
                    <a:pt x="108964" y="10110"/>
                    <a:pt x="87657" y="3050"/>
                    <a:pt x="66576" y="793"/>
                  </a:cubicBezTo>
                  <a:cubicBezTo>
                    <a:pt x="45488" y="-1461"/>
                    <a:pt x="24451" y="1114"/>
                    <a:pt x="5638" y="8222"/>
                  </a:cubicBezTo>
                  <a:cubicBezTo>
                    <a:pt x="1135" y="9922"/>
                    <a:pt x="-1137" y="14954"/>
                    <a:pt x="566" y="19458"/>
                  </a:cubicBezTo>
                  <a:cubicBezTo>
                    <a:pt x="1936" y="23089"/>
                    <a:pt x="5472" y="25269"/>
                    <a:pt x="9152" y="25084"/>
                  </a:cubicBezTo>
                  <a:lnTo>
                    <a:pt x="9362" y="250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2297623" y="3330564"/>
              <a:ext cx="344188" cy="94239"/>
            </a:xfrm>
            <a:custGeom>
              <a:avLst/>
              <a:gdLst>
                <a:gd name="connsiteX0" fmla="*/ 10252 w 344188"/>
                <a:gd name="connsiteY0" fmla="*/ 35177 h 94239"/>
                <a:gd name="connsiteX1" fmla="*/ 304500 w 344188"/>
                <a:gd name="connsiteY1" fmla="*/ 90266 h 94239"/>
                <a:gd name="connsiteX2" fmla="*/ 340215 w 344188"/>
                <a:gd name="connsiteY2" fmla="*/ 82112 h 94239"/>
                <a:gd name="connsiteX3" fmla="*/ 332061 w 344188"/>
                <a:gd name="connsiteY3" fmla="*/ 46394 h 94239"/>
                <a:gd name="connsiteX4" fmla="*/ 329604 w 344188"/>
                <a:gd name="connsiteY4" fmla="*/ 45027 h 94239"/>
                <a:gd name="connsiteX5" fmla="*/ 329423 w 344188"/>
                <a:gd name="connsiteY5" fmla="*/ 44942 h 94239"/>
                <a:gd name="connsiteX6" fmla="*/ 6151 w 344188"/>
                <a:gd name="connsiteY6" fmla="*/ 18415 h 94239"/>
                <a:gd name="connsiteX7" fmla="*/ 369 w 344188"/>
                <a:gd name="connsiteY7" fmla="*/ 29181 h 94239"/>
                <a:gd name="connsiteX8" fmla="*/ 10189 w 344188"/>
                <a:gd name="connsiteY8" fmla="*/ 35192 h 94239"/>
                <a:gd name="connsiteX9" fmla="*/ 10252 w 344188"/>
                <a:gd name="connsiteY9" fmla="*/ 35177 h 9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188" h="94239">
                  <a:moveTo>
                    <a:pt x="10252" y="35177"/>
                  </a:moveTo>
                  <a:cubicBezTo>
                    <a:pt x="112676" y="16013"/>
                    <a:pt x="220032" y="37194"/>
                    <a:pt x="304500" y="90266"/>
                  </a:cubicBezTo>
                  <a:cubicBezTo>
                    <a:pt x="316614" y="97877"/>
                    <a:pt x="332604" y="94227"/>
                    <a:pt x="340215" y="82112"/>
                  </a:cubicBezTo>
                  <a:cubicBezTo>
                    <a:pt x="347826" y="69998"/>
                    <a:pt x="344176" y="54008"/>
                    <a:pt x="332061" y="46394"/>
                  </a:cubicBezTo>
                  <a:cubicBezTo>
                    <a:pt x="331256" y="45887"/>
                    <a:pt x="330436" y="45433"/>
                    <a:pt x="329604" y="45027"/>
                  </a:cubicBezTo>
                  <a:lnTo>
                    <a:pt x="329423" y="44942"/>
                  </a:lnTo>
                  <a:cubicBezTo>
                    <a:pt x="227646" y="-4388"/>
                    <a:pt x="110178" y="-12919"/>
                    <a:pt x="6151" y="18415"/>
                  </a:cubicBezTo>
                  <a:cubicBezTo>
                    <a:pt x="1581" y="19789"/>
                    <a:pt x="-1005" y="24611"/>
                    <a:pt x="369" y="29181"/>
                  </a:cubicBezTo>
                  <a:cubicBezTo>
                    <a:pt x="1651" y="33437"/>
                    <a:pt x="5918" y="35971"/>
                    <a:pt x="10189" y="35192"/>
                  </a:cubicBezTo>
                  <a:lnTo>
                    <a:pt x="10252" y="35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 rot="20395347">
              <a:off x="2324264" y="3214134"/>
              <a:ext cx="131515" cy="56235"/>
            </a:xfrm>
            <a:custGeom>
              <a:avLst/>
              <a:gdLst>
                <a:gd name="connsiteX0" fmla="*/ 10604 w 131515"/>
                <a:gd name="connsiteY0" fmla="*/ 36281 h 56235"/>
                <a:gd name="connsiteX1" fmla="*/ 90088 w 131515"/>
                <a:gd name="connsiteY1" fmla="*/ 51654 h 56235"/>
                <a:gd name="connsiteX2" fmla="*/ 126934 w 131515"/>
                <a:gd name="connsiteY2" fmla="*/ 44605 h 56235"/>
                <a:gd name="connsiteX3" fmla="*/ 119885 w 131515"/>
                <a:gd name="connsiteY3" fmla="*/ 7759 h 56235"/>
                <a:gd name="connsiteX4" fmla="*/ 110696 w 131515"/>
                <a:gd name="connsiteY4" fmla="*/ 3795 h 56235"/>
                <a:gd name="connsiteX5" fmla="*/ 108550 w 131515"/>
                <a:gd name="connsiteY5" fmla="*/ 3337 h 56235"/>
                <a:gd name="connsiteX6" fmla="*/ 4175 w 131515"/>
                <a:gd name="connsiteY6" fmla="*/ 20265 h 56235"/>
                <a:gd name="connsiteX7" fmla="*/ 1293 w 131515"/>
                <a:gd name="connsiteY7" fmla="*/ 32302 h 56235"/>
                <a:gd name="connsiteX8" fmla="*/ 10367 w 131515"/>
                <a:gd name="connsiteY8" fmla="*/ 36329 h 56235"/>
                <a:gd name="connsiteX9" fmla="*/ 10604 w 131515"/>
                <a:gd name="connsiteY9" fmla="*/ 36281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515" h="56235">
                  <a:moveTo>
                    <a:pt x="10604" y="36281"/>
                  </a:moveTo>
                  <a:cubicBezTo>
                    <a:pt x="39776" y="30732"/>
                    <a:pt x="69132" y="37430"/>
                    <a:pt x="90088" y="51654"/>
                  </a:cubicBezTo>
                  <a:cubicBezTo>
                    <a:pt x="102210" y="59882"/>
                    <a:pt x="118706" y="56727"/>
                    <a:pt x="126934" y="44605"/>
                  </a:cubicBezTo>
                  <a:cubicBezTo>
                    <a:pt x="135161" y="32483"/>
                    <a:pt x="132006" y="15987"/>
                    <a:pt x="119885" y="7759"/>
                  </a:cubicBezTo>
                  <a:cubicBezTo>
                    <a:pt x="117010" y="5809"/>
                    <a:pt x="113892" y="4497"/>
                    <a:pt x="110696" y="3795"/>
                  </a:cubicBezTo>
                  <a:lnTo>
                    <a:pt x="108550" y="3337"/>
                  </a:lnTo>
                  <a:cubicBezTo>
                    <a:pt x="70884" y="-4828"/>
                    <a:pt x="33236" y="2436"/>
                    <a:pt x="4175" y="20265"/>
                  </a:cubicBezTo>
                  <a:cubicBezTo>
                    <a:pt x="56" y="22793"/>
                    <a:pt x="-1234" y="28179"/>
                    <a:pt x="1293" y="32302"/>
                  </a:cubicBezTo>
                  <a:cubicBezTo>
                    <a:pt x="3244" y="35483"/>
                    <a:pt x="6905" y="36980"/>
                    <a:pt x="10367" y="36329"/>
                  </a:cubicBezTo>
                  <a:lnTo>
                    <a:pt x="10604" y="3628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4" name="图形 11438" descr="D:\51PPT模板网\51pptmoban.com\图片.jpg"/>
          <p:cNvGrpSpPr/>
          <p:nvPr/>
        </p:nvGrpSpPr>
        <p:grpSpPr>
          <a:xfrm>
            <a:off x="2265722" y="4427974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grpSp>
        <p:nvGrpSpPr>
          <p:cNvPr id="1302" name="图形 11438"/>
          <p:cNvGrpSpPr/>
          <p:nvPr/>
        </p:nvGrpSpPr>
        <p:grpSpPr>
          <a:xfrm>
            <a:off x="8572375" y="402331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sp>
        <p:nvSpPr>
          <p:cNvPr id="54" name="文本框 53"/>
          <p:cNvSpPr txBox="1"/>
          <p:nvPr/>
        </p:nvSpPr>
        <p:spPr>
          <a:xfrm>
            <a:off x="1430299" y="1980323"/>
            <a:ext cx="9331401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学院党委副书记吴彬</a:t>
            </a:r>
          </a:p>
          <a:p>
            <a:pPr algn="ctr" defTabSz="914400">
              <a:defRPr/>
            </a:pP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宣读 </a:t>
            </a:r>
            <a:r>
              <a:rPr lang="en-US" altLang="zh-CN" sz="54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Xinwei" panose="02010800040101010101" pitchFamily="2" charset="-122"/>
                <a:cs typeface="Times New Roman" panose="02020603050405020304" pitchFamily="18" charset="0"/>
              </a:rPr>
              <a:t>2026</a:t>
            </a:r>
            <a:r>
              <a:rPr lang="en-US" altLang="zh-CN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届校友联络员名单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CFF716BF-D9F4-1ED3-0EA0-C54A24DD8E3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5" r="1143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4" name="精英，从这里扬帆启程 ">
            <a:hlinkClick r:id="" action="ppaction://media"/>
            <a:extLst>
              <a:ext uri="{FF2B5EF4-FFF2-40B4-BE49-F238E27FC236}">
                <a16:creationId xmlns:a16="http://schemas.microsoft.com/office/drawing/2014/main" id="{CE14FD38-E055-1395-4383-5EA62C02D7B6}"/>
              </a:ext>
            </a:extLst>
          </p:cNvPr>
          <p:cNvPicPr/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11572875" y="-619125"/>
            <a:ext cx="619125" cy="619125"/>
          </a:xfrm>
          <a:prstGeom prst="rect">
            <a:avLst/>
          </a:prstGeom>
        </p:spPr>
      </p:pic>
      <p:sp>
        <p:nvSpPr>
          <p:cNvPr id="19" name="矩形 18"/>
          <p:cNvSpPr/>
          <p:nvPr/>
        </p:nvSpPr>
        <p:spPr>
          <a:xfrm>
            <a:off x="1058240" y="1713585"/>
            <a:ext cx="10074910" cy="2012990"/>
          </a:xfrm>
          <a:prstGeom prst="rect">
            <a:avLst/>
          </a:prstGeom>
          <a:effectLst/>
        </p:spPr>
        <p:txBody>
          <a:bodyPr wrap="square">
            <a:noAutofit/>
            <a:scene3d>
              <a:camera prst="orthographicFront"/>
              <a:lightRig rig="threePt" dir="t"/>
            </a:scene3d>
            <a:sp3d extrusionH="57150" prstMaterial="softEdge">
              <a:bevelT w="12700"/>
            </a:sp3d>
          </a:bodyPr>
          <a:lstStyle/>
          <a:p>
            <a:pPr lvl="0" algn="ctr" defTabSz="913130" fontAlgn="base">
              <a:spcBef>
                <a:spcPct val="0"/>
              </a:spcBef>
              <a:defRPr/>
            </a:pPr>
            <a:r>
              <a:rPr lang="zh-CN" altLang="en-US" sz="6000" dirty="0">
                <a:gradFill>
                  <a:gsLst>
                    <a:gs pos="0">
                      <a:srgbClr val="FFC000"/>
                    </a:gs>
                    <a:gs pos="95000">
                      <a:schemeClr val="accent2"/>
                    </a:gs>
                  </a:gsLst>
                  <a:lin ang="5400000"/>
                </a:gradFill>
                <a:latin typeface="华文新魏" panose="02010800040101010101" pitchFamily="2" charset="-122"/>
                <a:ea typeface="华文新魏" panose="02010800040101010101" pitchFamily="2" charset="-122"/>
                <a:cs typeface="华文中宋" panose="02010600040101010101" pitchFamily="2" charset="-122"/>
                <a:sym typeface="+mn-ea"/>
              </a:rPr>
              <a:t>教师教育学院 </a:t>
            </a:r>
            <a:r>
              <a:rPr lang="en-US" altLang="zh-CN" sz="5400" dirty="0">
                <a:gradFill>
                  <a:gsLst>
                    <a:gs pos="0">
                      <a:srgbClr val="FFC000"/>
                    </a:gs>
                    <a:gs pos="95000">
                      <a:schemeClr val="accent2"/>
                    </a:gs>
                  </a:gsLst>
                  <a:lin ang="5400000"/>
                </a:gra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+mn-ea"/>
              </a:rPr>
              <a:t>2026</a:t>
            </a:r>
            <a:r>
              <a:rPr lang="zh-CN" altLang="en-US" sz="5400" dirty="0">
                <a:gradFill>
                  <a:gsLst>
                    <a:gs pos="0">
                      <a:srgbClr val="FFC000"/>
                    </a:gs>
                    <a:gs pos="95000">
                      <a:schemeClr val="accent2"/>
                    </a:gs>
                  </a:gsLst>
                  <a:lin ang="5400000"/>
                </a:gra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+mn-ea"/>
              </a:rPr>
              <a:t> </a:t>
            </a:r>
            <a:r>
              <a:rPr lang="zh-CN" altLang="en-US" sz="6000" dirty="0">
                <a:gradFill>
                  <a:gsLst>
                    <a:gs pos="0">
                      <a:srgbClr val="FFC000"/>
                    </a:gs>
                    <a:gs pos="95000">
                      <a:schemeClr val="accent2"/>
                    </a:gs>
                  </a:gsLst>
                  <a:lin ang="5400000"/>
                </a:gradFill>
                <a:latin typeface="华文新魏" panose="02010800040101010101" pitchFamily="2" charset="-122"/>
                <a:ea typeface="华文新魏" panose="02010800040101010101" pitchFamily="2" charset="-122"/>
                <a:cs typeface="华文中宋" panose="02010600040101010101" pitchFamily="2" charset="-122"/>
                <a:sym typeface="+mn-ea"/>
              </a:rPr>
              <a:t>届</a:t>
            </a:r>
            <a:endParaRPr lang="en-US" altLang="zh-CN" sz="6000" dirty="0">
              <a:gradFill>
                <a:gsLst>
                  <a:gs pos="0">
                    <a:srgbClr val="FFC000"/>
                  </a:gs>
                  <a:gs pos="95000">
                    <a:schemeClr val="accent2"/>
                  </a:gs>
                </a:gsLst>
                <a:lin ang="5400000"/>
              </a:gradFill>
              <a:latin typeface="华文新魏" panose="02010800040101010101" pitchFamily="2" charset="-122"/>
              <a:ea typeface="华文新魏" panose="02010800040101010101" pitchFamily="2" charset="-122"/>
              <a:cs typeface="华文中宋" panose="02010600040101010101" pitchFamily="2" charset="-122"/>
              <a:sym typeface="+mn-ea"/>
            </a:endParaRPr>
          </a:p>
          <a:p>
            <a:pPr lvl="0" algn="ctr" defTabSz="913130" fontAlgn="base">
              <a:spcBef>
                <a:spcPct val="0"/>
              </a:spcBef>
              <a:defRPr/>
            </a:pPr>
            <a:r>
              <a:rPr lang="zh-CN" altLang="en-US" sz="6000" dirty="0">
                <a:gradFill>
                  <a:gsLst>
                    <a:gs pos="0">
                      <a:srgbClr val="FFC000"/>
                    </a:gs>
                    <a:gs pos="95000">
                      <a:schemeClr val="accent2"/>
                    </a:gs>
                  </a:gsLst>
                  <a:lin ang="5400000"/>
                </a:gradFill>
                <a:latin typeface="华文新魏" panose="02010800040101010101" pitchFamily="2" charset="-122"/>
                <a:ea typeface="华文新魏" panose="02010800040101010101" pitchFamily="2" charset="-122"/>
                <a:cs typeface="华文中宋" panose="02010600040101010101" pitchFamily="2" charset="-122"/>
                <a:sym typeface="+mn-ea"/>
              </a:rPr>
              <a:t>校友联络员聘书颁发仪式</a:t>
            </a: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FE398501-DE56-0D1D-41C4-006D90612BBC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8" r="278"/>
          <a:stretch>
            <a:fillRect/>
          </a:stretch>
        </p:blipFill>
        <p:spPr>
          <a:xfrm>
            <a:off x="3360605" y="816686"/>
            <a:ext cx="644294" cy="644295"/>
          </a:xfrm>
          <a:custGeom>
            <a:avLst/>
            <a:gdLst>
              <a:gd name="csX0" fmla="*/ 3409950 w 6819900"/>
              <a:gd name="csY0" fmla="*/ 0 h 6819900"/>
              <a:gd name="csX1" fmla="*/ 6819900 w 6819900"/>
              <a:gd name="csY1" fmla="*/ 3409950 h 6819900"/>
              <a:gd name="csX2" fmla="*/ 3409950 w 6819900"/>
              <a:gd name="csY2" fmla="*/ 6819900 h 6819900"/>
              <a:gd name="csX3" fmla="*/ 0 w 6819900"/>
              <a:gd name="csY3" fmla="*/ 3409950 h 6819900"/>
              <a:gd name="csX4" fmla="*/ 3409950 w 6819900"/>
              <a:gd name="csY4" fmla="*/ 0 h 68199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6819900" h="6819900">
                <a:moveTo>
                  <a:pt x="3409950" y="0"/>
                </a:moveTo>
                <a:cubicBezTo>
                  <a:pt x="5293213" y="0"/>
                  <a:pt x="6819900" y="1526687"/>
                  <a:pt x="6819900" y="3409950"/>
                </a:cubicBezTo>
                <a:cubicBezTo>
                  <a:pt x="6819900" y="5293213"/>
                  <a:pt x="5293213" y="6819900"/>
                  <a:pt x="3409950" y="6819900"/>
                </a:cubicBezTo>
                <a:cubicBezTo>
                  <a:pt x="1526687" y="6819900"/>
                  <a:pt x="0" y="5293213"/>
                  <a:pt x="0" y="3409950"/>
                </a:cubicBezTo>
                <a:cubicBezTo>
                  <a:pt x="0" y="1526687"/>
                  <a:pt x="1526687" y="0"/>
                  <a:pt x="3409950" y="0"/>
                </a:cubicBezTo>
                <a:close/>
              </a:path>
            </a:pathLst>
          </a:custGeom>
        </p:spPr>
      </p:pic>
      <p:pic>
        <p:nvPicPr>
          <p:cNvPr id="4" name="图片 3" descr="7b0a202020202266696c746572223a20223135220a7d0a">
            <a:extLst>
              <a:ext uri="{FF2B5EF4-FFF2-40B4-BE49-F238E27FC236}">
                <a16:creationId xmlns:a16="http://schemas.microsoft.com/office/drawing/2014/main" id="{86399AAD-C5A0-6D61-641A-A70D0F3A3388}"/>
              </a:ext>
            </a:extLst>
          </p:cNvPr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10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400000"/>
                    </a14:imgEffect>
                    <a14:imgEffect>
                      <a14:brightnessContrast bright="520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6304653" y="889172"/>
            <a:ext cx="2319583" cy="561407"/>
          </a:xfrm>
          <a:prstGeom prst="rect">
            <a:avLst/>
          </a:prstGeom>
        </p:spPr>
      </p:pic>
      <p:grpSp>
        <p:nvGrpSpPr>
          <p:cNvPr id="17" name="图形 2">
            <a:extLst>
              <a:ext uri="{FF2B5EF4-FFF2-40B4-BE49-F238E27FC236}">
                <a16:creationId xmlns:a16="http://schemas.microsoft.com/office/drawing/2014/main" id="{7F127E78-364A-8CF0-7826-AEEB2B173E4E}"/>
              </a:ext>
            </a:extLst>
          </p:cNvPr>
          <p:cNvGrpSpPr/>
          <p:nvPr/>
        </p:nvGrpSpPr>
        <p:grpSpPr>
          <a:xfrm>
            <a:off x="4180063" y="901322"/>
            <a:ext cx="1854618" cy="495477"/>
            <a:chOff x="3922725" y="620371"/>
            <a:chExt cx="2357556" cy="629841"/>
          </a:xfrm>
          <a:gradFill>
            <a:gsLst>
              <a:gs pos="0">
                <a:srgbClr val="FFC000"/>
              </a:gs>
              <a:gs pos="90000">
                <a:schemeClr val="accent2"/>
              </a:gs>
            </a:gsLst>
            <a:lin ang="5400000" scaled="0"/>
          </a:gradFill>
        </p:grpSpPr>
        <p:sp>
          <p:nvSpPr>
            <p:cNvPr id="18" name="任意形状 17">
              <a:extLst>
                <a:ext uri="{FF2B5EF4-FFF2-40B4-BE49-F238E27FC236}">
                  <a16:creationId xmlns:a16="http://schemas.microsoft.com/office/drawing/2014/main" id="{478FB2D5-D719-A9BC-3949-6CE8F0EADB74}"/>
                </a:ext>
              </a:extLst>
            </p:cNvPr>
            <p:cNvSpPr/>
            <p:nvPr/>
          </p:nvSpPr>
          <p:spPr>
            <a:xfrm>
              <a:off x="3922725" y="638999"/>
              <a:ext cx="596397" cy="608884"/>
            </a:xfrm>
            <a:custGeom>
              <a:avLst/>
              <a:gdLst>
                <a:gd name="csX0" fmla="*/ 196471 w 596397"/>
                <a:gd name="csY0" fmla="*/ 42022 h 608884"/>
                <a:gd name="csX1" fmla="*/ 203493 w 596397"/>
                <a:gd name="csY1" fmla="*/ 42022 h 608884"/>
                <a:gd name="csX2" fmla="*/ 224540 w 596397"/>
                <a:gd name="csY2" fmla="*/ 70019 h 608884"/>
                <a:gd name="csX3" fmla="*/ 217518 w 596397"/>
                <a:gd name="csY3" fmla="*/ 153990 h 608884"/>
                <a:gd name="csX4" fmla="*/ 245588 w 596397"/>
                <a:gd name="csY4" fmla="*/ 174983 h 608884"/>
                <a:gd name="csX5" fmla="*/ 189449 w 596397"/>
                <a:gd name="csY5" fmla="*/ 258955 h 608884"/>
                <a:gd name="csX6" fmla="*/ 196471 w 596397"/>
                <a:gd name="csY6" fmla="*/ 265958 h 608884"/>
                <a:gd name="csX7" fmla="*/ 189449 w 596397"/>
                <a:gd name="csY7" fmla="*/ 300959 h 608884"/>
                <a:gd name="csX8" fmla="*/ 189449 w 596397"/>
                <a:gd name="csY8" fmla="*/ 314948 h 608884"/>
                <a:gd name="csX9" fmla="*/ 210496 w 596397"/>
                <a:gd name="csY9" fmla="*/ 286951 h 608884"/>
                <a:gd name="csX10" fmla="*/ 217518 w 596397"/>
                <a:gd name="csY10" fmla="*/ 279948 h 608884"/>
                <a:gd name="csX11" fmla="*/ 224540 w 596397"/>
                <a:gd name="csY11" fmla="*/ 279948 h 608884"/>
                <a:gd name="csX12" fmla="*/ 238566 w 596397"/>
                <a:gd name="csY12" fmla="*/ 293937 h 608884"/>
                <a:gd name="csX13" fmla="*/ 238566 w 596397"/>
                <a:gd name="csY13" fmla="*/ 300941 h 608884"/>
                <a:gd name="csX14" fmla="*/ 182427 w 596397"/>
                <a:gd name="csY14" fmla="*/ 447909 h 608884"/>
                <a:gd name="csX15" fmla="*/ 189449 w 596397"/>
                <a:gd name="csY15" fmla="*/ 594878 h 608884"/>
                <a:gd name="csX16" fmla="*/ 182427 w 596397"/>
                <a:gd name="csY16" fmla="*/ 601881 h 608884"/>
                <a:gd name="csX17" fmla="*/ 175405 w 596397"/>
                <a:gd name="csY17" fmla="*/ 601881 h 608884"/>
                <a:gd name="csX18" fmla="*/ 147335 w 596397"/>
                <a:gd name="csY18" fmla="*/ 566899 h 608884"/>
                <a:gd name="csX19" fmla="*/ 154357 w 596397"/>
                <a:gd name="csY19" fmla="*/ 454931 h 608884"/>
                <a:gd name="csX20" fmla="*/ 154357 w 596397"/>
                <a:gd name="csY20" fmla="*/ 447927 h 608884"/>
                <a:gd name="csX21" fmla="*/ 56122 w 596397"/>
                <a:gd name="csY21" fmla="*/ 594896 h 608884"/>
                <a:gd name="csX22" fmla="*/ 14026 w 596397"/>
                <a:gd name="csY22" fmla="*/ 608885 h 608884"/>
                <a:gd name="csX23" fmla="*/ 0 w 596397"/>
                <a:gd name="csY23" fmla="*/ 587892 h 608884"/>
                <a:gd name="csX24" fmla="*/ 0 w 596397"/>
                <a:gd name="csY24" fmla="*/ 580888 h 608884"/>
                <a:gd name="csX25" fmla="*/ 91213 w 596397"/>
                <a:gd name="csY25" fmla="*/ 349948 h 608884"/>
                <a:gd name="csX26" fmla="*/ 105239 w 596397"/>
                <a:gd name="csY26" fmla="*/ 349948 h 608884"/>
                <a:gd name="csX27" fmla="*/ 147335 w 596397"/>
                <a:gd name="csY27" fmla="*/ 384930 h 608884"/>
                <a:gd name="csX28" fmla="*/ 161361 w 596397"/>
                <a:gd name="csY28" fmla="*/ 272962 h 608884"/>
                <a:gd name="csX29" fmla="*/ 154339 w 596397"/>
                <a:gd name="csY29" fmla="*/ 265958 h 608884"/>
                <a:gd name="csX30" fmla="*/ 147317 w 596397"/>
                <a:gd name="csY30" fmla="*/ 272962 h 608884"/>
                <a:gd name="csX31" fmla="*/ 98199 w 596397"/>
                <a:gd name="csY31" fmla="*/ 272962 h 608884"/>
                <a:gd name="csX32" fmla="*/ 77151 w 596397"/>
                <a:gd name="csY32" fmla="*/ 251969 h 608884"/>
                <a:gd name="csX33" fmla="*/ 77151 w 596397"/>
                <a:gd name="csY33" fmla="*/ 237980 h 608884"/>
                <a:gd name="csX34" fmla="*/ 161343 w 596397"/>
                <a:gd name="csY34" fmla="*/ 181987 h 608884"/>
                <a:gd name="csX35" fmla="*/ 175368 w 596397"/>
                <a:gd name="csY35" fmla="*/ 105001 h 608884"/>
                <a:gd name="csX36" fmla="*/ 175368 w 596397"/>
                <a:gd name="csY36" fmla="*/ 63015 h 608884"/>
                <a:gd name="csX37" fmla="*/ 196416 w 596397"/>
                <a:gd name="csY37" fmla="*/ 42022 h 608884"/>
                <a:gd name="csX38" fmla="*/ 385919 w 596397"/>
                <a:gd name="csY38" fmla="*/ 307962 h 608884"/>
                <a:gd name="csX39" fmla="*/ 399945 w 596397"/>
                <a:gd name="csY39" fmla="*/ 307962 h 608884"/>
                <a:gd name="csX40" fmla="*/ 413971 w 596397"/>
                <a:gd name="csY40" fmla="*/ 321952 h 608884"/>
                <a:gd name="csX41" fmla="*/ 413971 w 596397"/>
                <a:gd name="csY41" fmla="*/ 335941 h 608884"/>
                <a:gd name="csX42" fmla="*/ 378879 w 596397"/>
                <a:gd name="csY42" fmla="*/ 419912 h 608884"/>
                <a:gd name="csX43" fmla="*/ 477114 w 596397"/>
                <a:gd name="csY43" fmla="*/ 524895 h 608884"/>
                <a:gd name="csX44" fmla="*/ 589376 w 596397"/>
                <a:gd name="csY44" fmla="*/ 510906 h 608884"/>
                <a:gd name="csX45" fmla="*/ 596398 w 596397"/>
                <a:gd name="csY45" fmla="*/ 517910 h 608884"/>
                <a:gd name="csX46" fmla="*/ 596398 w 596397"/>
                <a:gd name="csY46" fmla="*/ 524913 h 608884"/>
                <a:gd name="csX47" fmla="*/ 484136 w 596397"/>
                <a:gd name="csY47" fmla="*/ 580906 h 608884"/>
                <a:gd name="csX48" fmla="*/ 470111 w 596397"/>
                <a:gd name="csY48" fmla="*/ 580906 h 608884"/>
                <a:gd name="csX49" fmla="*/ 357849 w 596397"/>
                <a:gd name="csY49" fmla="*/ 461934 h 608884"/>
                <a:gd name="csX50" fmla="*/ 350827 w 596397"/>
                <a:gd name="csY50" fmla="*/ 461934 h 608884"/>
                <a:gd name="csX51" fmla="*/ 245588 w 596397"/>
                <a:gd name="csY51" fmla="*/ 594896 h 608884"/>
                <a:gd name="csX52" fmla="*/ 238566 w 596397"/>
                <a:gd name="csY52" fmla="*/ 587892 h 608884"/>
                <a:gd name="csX53" fmla="*/ 238566 w 596397"/>
                <a:gd name="csY53" fmla="*/ 566899 h 608884"/>
                <a:gd name="csX54" fmla="*/ 329780 w 596397"/>
                <a:gd name="csY54" fmla="*/ 426934 h 608884"/>
                <a:gd name="csX55" fmla="*/ 245588 w 596397"/>
                <a:gd name="csY55" fmla="*/ 342963 h 608884"/>
                <a:gd name="csX56" fmla="*/ 266636 w 596397"/>
                <a:gd name="csY56" fmla="*/ 335959 h 608884"/>
                <a:gd name="csX57" fmla="*/ 350827 w 596397"/>
                <a:gd name="csY57" fmla="*/ 370959 h 608884"/>
                <a:gd name="csX58" fmla="*/ 350827 w 596397"/>
                <a:gd name="csY58" fmla="*/ 363955 h 608884"/>
                <a:gd name="csX59" fmla="*/ 385901 w 596397"/>
                <a:gd name="csY59" fmla="*/ 307962 h 608884"/>
                <a:gd name="csX60" fmla="*/ 406967 w 596397"/>
                <a:gd name="csY60" fmla="*/ 36 h 608884"/>
                <a:gd name="csX61" fmla="*/ 428015 w 596397"/>
                <a:gd name="csY61" fmla="*/ 49026 h 608884"/>
                <a:gd name="csX62" fmla="*/ 428015 w 596397"/>
                <a:gd name="csY62" fmla="*/ 63015 h 608884"/>
                <a:gd name="csX63" fmla="*/ 343824 w 596397"/>
                <a:gd name="csY63" fmla="*/ 160994 h 608884"/>
                <a:gd name="csX64" fmla="*/ 343824 w 596397"/>
                <a:gd name="csY64" fmla="*/ 174983 h 608884"/>
                <a:gd name="csX65" fmla="*/ 435037 w 596397"/>
                <a:gd name="csY65" fmla="*/ 146987 h 608884"/>
                <a:gd name="csX66" fmla="*/ 470111 w 596397"/>
                <a:gd name="csY66" fmla="*/ 167979 h 608884"/>
                <a:gd name="csX67" fmla="*/ 470111 w 596397"/>
                <a:gd name="csY67" fmla="*/ 174983 h 608884"/>
                <a:gd name="csX68" fmla="*/ 399945 w 596397"/>
                <a:gd name="csY68" fmla="*/ 188972 h 608884"/>
                <a:gd name="csX69" fmla="*/ 280662 w 596397"/>
                <a:gd name="csY69" fmla="*/ 230958 h 608884"/>
                <a:gd name="csX70" fmla="*/ 273640 w 596397"/>
                <a:gd name="csY70" fmla="*/ 223955 h 608884"/>
                <a:gd name="csX71" fmla="*/ 273640 w 596397"/>
                <a:gd name="csY71" fmla="*/ 202962 h 608884"/>
                <a:gd name="csX72" fmla="*/ 357831 w 596397"/>
                <a:gd name="csY72" fmla="*/ 76986 h 608884"/>
                <a:gd name="csX73" fmla="*/ 406949 w 596397"/>
                <a:gd name="csY73" fmla="*/ 0 h 608884"/>
                <a:gd name="csX74" fmla="*/ 519228 w 596397"/>
                <a:gd name="csY74" fmla="*/ 195994 h 608884"/>
                <a:gd name="csX75" fmla="*/ 561324 w 596397"/>
                <a:gd name="csY75" fmla="*/ 230976 h 608884"/>
                <a:gd name="csX76" fmla="*/ 561324 w 596397"/>
                <a:gd name="csY76" fmla="*/ 244965 h 608884"/>
                <a:gd name="csX77" fmla="*/ 463089 w 596397"/>
                <a:gd name="csY77" fmla="*/ 300959 h 608884"/>
                <a:gd name="csX78" fmla="*/ 442041 w 596397"/>
                <a:gd name="csY78" fmla="*/ 279966 h 608884"/>
                <a:gd name="csX79" fmla="*/ 519228 w 596397"/>
                <a:gd name="csY79" fmla="*/ 195994 h 6088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596397" h="608884">
                  <a:moveTo>
                    <a:pt x="196471" y="42022"/>
                  </a:moveTo>
                  <a:lnTo>
                    <a:pt x="203493" y="42022"/>
                  </a:lnTo>
                  <a:cubicBezTo>
                    <a:pt x="217518" y="42022"/>
                    <a:pt x="224540" y="51354"/>
                    <a:pt x="224540" y="70019"/>
                  </a:cubicBezTo>
                  <a:lnTo>
                    <a:pt x="217518" y="153990"/>
                  </a:lnTo>
                  <a:cubicBezTo>
                    <a:pt x="236232" y="155561"/>
                    <a:pt x="245588" y="162564"/>
                    <a:pt x="245588" y="174983"/>
                  </a:cubicBezTo>
                  <a:cubicBezTo>
                    <a:pt x="245588" y="192113"/>
                    <a:pt x="226875" y="220110"/>
                    <a:pt x="189449" y="258955"/>
                  </a:cubicBezTo>
                  <a:lnTo>
                    <a:pt x="196471" y="265958"/>
                  </a:lnTo>
                  <a:lnTo>
                    <a:pt x="189449" y="300959"/>
                  </a:lnTo>
                  <a:lnTo>
                    <a:pt x="189449" y="314948"/>
                  </a:lnTo>
                  <a:cubicBezTo>
                    <a:pt x="197231" y="314948"/>
                    <a:pt x="204253" y="305616"/>
                    <a:pt x="210496" y="286951"/>
                  </a:cubicBezTo>
                  <a:lnTo>
                    <a:pt x="217518" y="279948"/>
                  </a:lnTo>
                  <a:lnTo>
                    <a:pt x="224540" y="279948"/>
                  </a:lnTo>
                  <a:lnTo>
                    <a:pt x="238566" y="293937"/>
                  </a:lnTo>
                  <a:lnTo>
                    <a:pt x="238566" y="300941"/>
                  </a:lnTo>
                  <a:cubicBezTo>
                    <a:pt x="201140" y="358486"/>
                    <a:pt x="182427" y="407476"/>
                    <a:pt x="182427" y="447909"/>
                  </a:cubicBezTo>
                  <a:lnTo>
                    <a:pt x="189449" y="594878"/>
                  </a:lnTo>
                  <a:lnTo>
                    <a:pt x="182427" y="601881"/>
                  </a:lnTo>
                  <a:lnTo>
                    <a:pt x="175405" y="601881"/>
                  </a:lnTo>
                  <a:lnTo>
                    <a:pt x="147335" y="566899"/>
                  </a:lnTo>
                  <a:lnTo>
                    <a:pt x="154357" y="454931"/>
                  </a:lnTo>
                  <a:lnTo>
                    <a:pt x="154357" y="447927"/>
                  </a:lnTo>
                  <a:cubicBezTo>
                    <a:pt x="116930" y="480581"/>
                    <a:pt x="84191" y="529570"/>
                    <a:pt x="56122" y="594896"/>
                  </a:cubicBezTo>
                  <a:lnTo>
                    <a:pt x="14026" y="608885"/>
                  </a:lnTo>
                  <a:lnTo>
                    <a:pt x="0" y="587892"/>
                  </a:lnTo>
                  <a:lnTo>
                    <a:pt x="0" y="580888"/>
                  </a:lnTo>
                  <a:cubicBezTo>
                    <a:pt x="45209" y="433162"/>
                    <a:pt x="75613" y="356176"/>
                    <a:pt x="91213" y="349948"/>
                  </a:cubicBezTo>
                  <a:lnTo>
                    <a:pt x="105239" y="349948"/>
                  </a:lnTo>
                  <a:lnTo>
                    <a:pt x="147335" y="384930"/>
                  </a:lnTo>
                  <a:lnTo>
                    <a:pt x="161361" y="272962"/>
                  </a:lnTo>
                  <a:lnTo>
                    <a:pt x="154339" y="265958"/>
                  </a:lnTo>
                  <a:lnTo>
                    <a:pt x="147317" y="272962"/>
                  </a:lnTo>
                  <a:lnTo>
                    <a:pt x="98199" y="272962"/>
                  </a:lnTo>
                  <a:lnTo>
                    <a:pt x="77151" y="251969"/>
                  </a:lnTo>
                  <a:lnTo>
                    <a:pt x="77151" y="237980"/>
                  </a:lnTo>
                  <a:lnTo>
                    <a:pt x="161343" y="181987"/>
                  </a:lnTo>
                  <a:lnTo>
                    <a:pt x="175368" y="105001"/>
                  </a:lnTo>
                  <a:lnTo>
                    <a:pt x="175368" y="63015"/>
                  </a:lnTo>
                  <a:lnTo>
                    <a:pt x="196416" y="42022"/>
                  </a:lnTo>
                  <a:close/>
                  <a:moveTo>
                    <a:pt x="385919" y="307962"/>
                  </a:moveTo>
                  <a:lnTo>
                    <a:pt x="399945" y="307962"/>
                  </a:lnTo>
                  <a:lnTo>
                    <a:pt x="413971" y="321952"/>
                  </a:lnTo>
                  <a:lnTo>
                    <a:pt x="413971" y="335941"/>
                  </a:lnTo>
                  <a:lnTo>
                    <a:pt x="378879" y="419912"/>
                  </a:lnTo>
                  <a:lnTo>
                    <a:pt x="477114" y="524895"/>
                  </a:lnTo>
                  <a:lnTo>
                    <a:pt x="589376" y="510906"/>
                  </a:lnTo>
                  <a:lnTo>
                    <a:pt x="596398" y="517910"/>
                  </a:lnTo>
                  <a:lnTo>
                    <a:pt x="596398" y="524913"/>
                  </a:lnTo>
                  <a:cubicBezTo>
                    <a:pt x="596398" y="540437"/>
                    <a:pt x="558971" y="559101"/>
                    <a:pt x="484136" y="580906"/>
                  </a:cubicBezTo>
                  <a:lnTo>
                    <a:pt x="470111" y="580906"/>
                  </a:lnTo>
                  <a:lnTo>
                    <a:pt x="357849" y="461934"/>
                  </a:lnTo>
                  <a:lnTo>
                    <a:pt x="350827" y="461934"/>
                  </a:lnTo>
                  <a:cubicBezTo>
                    <a:pt x="307157" y="550581"/>
                    <a:pt x="272065" y="594896"/>
                    <a:pt x="245588" y="594896"/>
                  </a:cubicBezTo>
                  <a:lnTo>
                    <a:pt x="238566" y="587892"/>
                  </a:lnTo>
                  <a:lnTo>
                    <a:pt x="238566" y="566899"/>
                  </a:lnTo>
                  <a:lnTo>
                    <a:pt x="329780" y="426934"/>
                  </a:lnTo>
                  <a:cubicBezTo>
                    <a:pt x="329780" y="417602"/>
                    <a:pt x="301710" y="389605"/>
                    <a:pt x="245588" y="342963"/>
                  </a:cubicBezTo>
                  <a:lnTo>
                    <a:pt x="266636" y="335959"/>
                  </a:lnTo>
                  <a:lnTo>
                    <a:pt x="350827" y="370959"/>
                  </a:lnTo>
                  <a:lnTo>
                    <a:pt x="350827" y="363955"/>
                  </a:lnTo>
                  <a:cubicBezTo>
                    <a:pt x="366392" y="326627"/>
                    <a:pt x="378083" y="307962"/>
                    <a:pt x="385901" y="307962"/>
                  </a:cubicBezTo>
                  <a:close/>
                  <a:moveTo>
                    <a:pt x="406967" y="36"/>
                  </a:moveTo>
                  <a:cubicBezTo>
                    <a:pt x="420993" y="17166"/>
                    <a:pt x="428015" y="33502"/>
                    <a:pt x="428015" y="49026"/>
                  </a:cubicBezTo>
                  <a:lnTo>
                    <a:pt x="428015" y="63015"/>
                  </a:lnTo>
                  <a:lnTo>
                    <a:pt x="343824" y="160994"/>
                  </a:lnTo>
                  <a:lnTo>
                    <a:pt x="343824" y="174983"/>
                  </a:lnTo>
                  <a:lnTo>
                    <a:pt x="435037" y="146987"/>
                  </a:lnTo>
                  <a:cubicBezTo>
                    <a:pt x="458419" y="153214"/>
                    <a:pt x="470111" y="160218"/>
                    <a:pt x="470111" y="167979"/>
                  </a:cubicBezTo>
                  <a:lnTo>
                    <a:pt x="470111" y="174983"/>
                  </a:lnTo>
                  <a:cubicBezTo>
                    <a:pt x="470111" y="184315"/>
                    <a:pt x="446728" y="188972"/>
                    <a:pt x="399945" y="188972"/>
                  </a:cubicBezTo>
                  <a:cubicBezTo>
                    <a:pt x="381232" y="207637"/>
                    <a:pt x="341471" y="221626"/>
                    <a:pt x="280662" y="230958"/>
                  </a:cubicBezTo>
                  <a:lnTo>
                    <a:pt x="273640" y="223955"/>
                  </a:lnTo>
                  <a:lnTo>
                    <a:pt x="273640" y="202962"/>
                  </a:lnTo>
                  <a:cubicBezTo>
                    <a:pt x="273640" y="178106"/>
                    <a:pt x="301710" y="136120"/>
                    <a:pt x="357831" y="76986"/>
                  </a:cubicBezTo>
                  <a:cubicBezTo>
                    <a:pt x="376545" y="25668"/>
                    <a:pt x="392905" y="0"/>
                    <a:pt x="406949" y="0"/>
                  </a:cubicBezTo>
                  <a:close/>
                  <a:moveTo>
                    <a:pt x="519228" y="195994"/>
                  </a:moveTo>
                  <a:lnTo>
                    <a:pt x="561324" y="230976"/>
                  </a:lnTo>
                  <a:lnTo>
                    <a:pt x="561324" y="244965"/>
                  </a:lnTo>
                  <a:cubicBezTo>
                    <a:pt x="561324" y="260525"/>
                    <a:pt x="528585" y="279190"/>
                    <a:pt x="463089" y="300959"/>
                  </a:cubicBezTo>
                  <a:lnTo>
                    <a:pt x="442041" y="279966"/>
                  </a:lnTo>
                  <a:lnTo>
                    <a:pt x="519228" y="195994"/>
                  </a:lnTo>
                  <a:close/>
                </a:path>
              </a:pathLst>
            </a:custGeom>
            <a:grpFill/>
            <a:ln w="1806" cap="flat">
              <a:noFill/>
              <a:prstDash val="solid"/>
              <a:miter/>
            </a:ln>
            <a:scene3d>
              <a:camera prst="orthographicFront"/>
              <a:lightRig rig="threePt" dir="t"/>
            </a:scene3d>
            <a:sp3d prstMaterial="softEdge">
              <a:bevelT w="12700"/>
            </a:sp3d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任意形状 19">
              <a:extLst>
                <a:ext uri="{FF2B5EF4-FFF2-40B4-BE49-F238E27FC236}">
                  <a16:creationId xmlns:a16="http://schemas.microsoft.com/office/drawing/2014/main" id="{19FEFDD0-6442-AB47-7B33-A1A5B2078897}"/>
                </a:ext>
              </a:extLst>
            </p:cNvPr>
            <p:cNvSpPr/>
            <p:nvPr/>
          </p:nvSpPr>
          <p:spPr>
            <a:xfrm>
              <a:off x="4556458" y="620371"/>
              <a:ext cx="498198" cy="629841"/>
            </a:xfrm>
            <a:custGeom>
              <a:avLst/>
              <a:gdLst>
                <a:gd name="csX0" fmla="*/ 386010 w 498198"/>
                <a:gd name="csY0" fmla="*/ 0 h 629841"/>
                <a:gd name="csX1" fmla="*/ 491249 w 498198"/>
                <a:gd name="csY1" fmla="*/ 62979 h 629841"/>
                <a:gd name="csX2" fmla="*/ 224613 w 498198"/>
                <a:gd name="csY2" fmla="*/ 237926 h 629841"/>
                <a:gd name="csX3" fmla="*/ 154447 w 498198"/>
                <a:gd name="csY3" fmla="*/ 398883 h 629841"/>
                <a:gd name="csX4" fmla="*/ 147425 w 498198"/>
                <a:gd name="csY4" fmla="*/ 426880 h 629841"/>
                <a:gd name="csX5" fmla="*/ 168473 w 498198"/>
                <a:gd name="csY5" fmla="*/ 426880 h 629841"/>
                <a:gd name="csX6" fmla="*/ 168473 w 498198"/>
                <a:gd name="csY6" fmla="*/ 433884 h 629841"/>
                <a:gd name="csX7" fmla="*/ 147425 w 498198"/>
                <a:gd name="csY7" fmla="*/ 440887 h 629841"/>
                <a:gd name="csX8" fmla="*/ 168473 w 498198"/>
                <a:gd name="csY8" fmla="*/ 475888 h 629841"/>
                <a:gd name="csX9" fmla="*/ 252665 w 498198"/>
                <a:gd name="csY9" fmla="*/ 440887 h 629841"/>
                <a:gd name="csX10" fmla="*/ 357904 w 498198"/>
                <a:gd name="csY10" fmla="*/ 454877 h 629841"/>
                <a:gd name="csX11" fmla="*/ 315808 w 498198"/>
                <a:gd name="csY11" fmla="*/ 335905 h 629841"/>
                <a:gd name="csX12" fmla="*/ 245643 w 498198"/>
                <a:gd name="csY12" fmla="*/ 356898 h 629841"/>
                <a:gd name="csX13" fmla="*/ 238621 w 498198"/>
                <a:gd name="csY13" fmla="*/ 349894 h 629841"/>
                <a:gd name="csX14" fmla="*/ 238621 w 498198"/>
                <a:gd name="csY14" fmla="*/ 342890 h 629841"/>
                <a:gd name="csX15" fmla="*/ 343860 w 498198"/>
                <a:gd name="csY15" fmla="*/ 293901 h 629841"/>
                <a:gd name="csX16" fmla="*/ 371930 w 498198"/>
                <a:gd name="csY16" fmla="*/ 335887 h 629841"/>
                <a:gd name="csX17" fmla="*/ 364908 w 498198"/>
                <a:gd name="csY17" fmla="*/ 342890 h 629841"/>
                <a:gd name="csX18" fmla="*/ 364908 w 498198"/>
                <a:gd name="csY18" fmla="*/ 349894 h 629841"/>
                <a:gd name="csX19" fmla="*/ 378933 w 498198"/>
                <a:gd name="csY19" fmla="*/ 349894 h 629841"/>
                <a:gd name="csX20" fmla="*/ 378933 w 498198"/>
                <a:gd name="csY20" fmla="*/ 356898 h 629841"/>
                <a:gd name="csX21" fmla="*/ 371911 w 498198"/>
                <a:gd name="csY21" fmla="*/ 363901 h 629841"/>
                <a:gd name="csX22" fmla="*/ 371911 w 498198"/>
                <a:gd name="csY22" fmla="*/ 370905 h 629841"/>
                <a:gd name="csX23" fmla="*/ 385937 w 498198"/>
                <a:gd name="csY23" fmla="*/ 370905 h 629841"/>
                <a:gd name="csX24" fmla="*/ 385937 w 498198"/>
                <a:gd name="csY24" fmla="*/ 377909 h 629841"/>
                <a:gd name="csX25" fmla="*/ 378915 w 498198"/>
                <a:gd name="csY25" fmla="*/ 398902 h 629841"/>
                <a:gd name="csX26" fmla="*/ 399963 w 498198"/>
                <a:gd name="csY26" fmla="*/ 419894 h 629841"/>
                <a:gd name="csX27" fmla="*/ 399963 w 498198"/>
                <a:gd name="csY27" fmla="*/ 482873 h 629841"/>
                <a:gd name="csX28" fmla="*/ 477151 w 498198"/>
                <a:gd name="csY28" fmla="*/ 552856 h 629841"/>
                <a:gd name="csX29" fmla="*/ 498199 w 498198"/>
                <a:gd name="csY29" fmla="*/ 566845 h 629841"/>
                <a:gd name="csX30" fmla="*/ 491177 w 498198"/>
                <a:gd name="csY30" fmla="*/ 573849 h 629841"/>
                <a:gd name="csX31" fmla="*/ 456103 w 498198"/>
                <a:gd name="csY31" fmla="*/ 601845 h 629841"/>
                <a:gd name="csX32" fmla="*/ 456103 w 498198"/>
                <a:gd name="csY32" fmla="*/ 608849 h 629841"/>
                <a:gd name="csX33" fmla="*/ 449081 w 498198"/>
                <a:gd name="csY33" fmla="*/ 608849 h 629841"/>
                <a:gd name="csX34" fmla="*/ 399963 w 498198"/>
                <a:gd name="csY34" fmla="*/ 524877 h 629841"/>
                <a:gd name="csX35" fmla="*/ 378915 w 498198"/>
                <a:gd name="csY35" fmla="*/ 524877 h 629841"/>
                <a:gd name="csX36" fmla="*/ 294724 w 498198"/>
                <a:gd name="csY36" fmla="*/ 559859 h 629841"/>
                <a:gd name="csX37" fmla="*/ 287702 w 498198"/>
                <a:gd name="csY37" fmla="*/ 559859 h 629841"/>
                <a:gd name="csX38" fmla="*/ 147371 w 498198"/>
                <a:gd name="csY38" fmla="*/ 475888 h 629841"/>
                <a:gd name="csX39" fmla="*/ 140349 w 498198"/>
                <a:gd name="csY39" fmla="*/ 475888 h 629841"/>
                <a:gd name="csX40" fmla="*/ 140349 w 498198"/>
                <a:gd name="csY40" fmla="*/ 482891 h 629841"/>
                <a:gd name="csX41" fmla="*/ 147371 w 498198"/>
                <a:gd name="csY41" fmla="*/ 517873 h 629841"/>
                <a:gd name="csX42" fmla="*/ 21066 w 498198"/>
                <a:gd name="csY42" fmla="*/ 629842 h 629841"/>
                <a:gd name="csX43" fmla="*/ 14044 w 498198"/>
                <a:gd name="csY43" fmla="*/ 629842 h 629841"/>
                <a:gd name="csX44" fmla="*/ 18 w 498198"/>
                <a:gd name="csY44" fmla="*/ 615852 h 629841"/>
                <a:gd name="csX45" fmla="*/ 18 w 498198"/>
                <a:gd name="csY45" fmla="*/ 559859 h 629841"/>
                <a:gd name="csX46" fmla="*/ 154375 w 498198"/>
                <a:gd name="csY46" fmla="*/ 286933 h 629841"/>
                <a:gd name="csX47" fmla="*/ 147353 w 498198"/>
                <a:gd name="csY47" fmla="*/ 286933 h 629841"/>
                <a:gd name="csX48" fmla="*/ 7022 w 498198"/>
                <a:gd name="csY48" fmla="*/ 370905 h 629841"/>
                <a:gd name="csX49" fmla="*/ 0 w 498198"/>
                <a:gd name="csY49" fmla="*/ 363901 h 629841"/>
                <a:gd name="csX50" fmla="*/ 0 w 498198"/>
                <a:gd name="csY50" fmla="*/ 356898 h 629841"/>
                <a:gd name="csX51" fmla="*/ 224522 w 498198"/>
                <a:gd name="csY51" fmla="*/ 160940 h 629841"/>
                <a:gd name="csX52" fmla="*/ 386010 w 498198"/>
                <a:gd name="csY52" fmla="*/ 0 h 629841"/>
                <a:gd name="csX53" fmla="*/ 224631 w 498198"/>
                <a:gd name="csY53" fmla="*/ 475888 h 629841"/>
                <a:gd name="csX54" fmla="*/ 224631 w 498198"/>
                <a:gd name="csY54" fmla="*/ 482891 h 629841"/>
                <a:gd name="csX55" fmla="*/ 308822 w 498198"/>
                <a:gd name="csY55" fmla="*/ 531881 h 629841"/>
                <a:gd name="csX56" fmla="*/ 329870 w 498198"/>
                <a:gd name="csY56" fmla="*/ 517891 h 629841"/>
                <a:gd name="csX57" fmla="*/ 336892 w 498198"/>
                <a:gd name="csY57" fmla="*/ 510888 h 629841"/>
                <a:gd name="csX58" fmla="*/ 336892 w 498198"/>
                <a:gd name="csY58" fmla="*/ 489895 h 629841"/>
                <a:gd name="csX59" fmla="*/ 238657 w 498198"/>
                <a:gd name="csY59" fmla="*/ 475906 h 629841"/>
                <a:gd name="csX60" fmla="*/ 224631 w 498198"/>
                <a:gd name="csY60" fmla="*/ 475906 h 629841"/>
                <a:gd name="csX61" fmla="*/ 301818 w 498198"/>
                <a:gd name="csY61" fmla="*/ 111986 h 629841"/>
                <a:gd name="csX62" fmla="*/ 301818 w 498198"/>
                <a:gd name="csY62" fmla="*/ 132979 h 629841"/>
                <a:gd name="csX63" fmla="*/ 308840 w 498198"/>
                <a:gd name="csY63" fmla="*/ 132979 h 629841"/>
                <a:gd name="csX64" fmla="*/ 379006 w 498198"/>
                <a:gd name="csY64" fmla="*/ 90993 h 629841"/>
                <a:gd name="csX65" fmla="*/ 386028 w 498198"/>
                <a:gd name="csY65" fmla="*/ 97997 h 629841"/>
                <a:gd name="csX66" fmla="*/ 393050 w 498198"/>
                <a:gd name="csY66" fmla="*/ 97997 h 629841"/>
                <a:gd name="csX67" fmla="*/ 449189 w 498198"/>
                <a:gd name="csY67" fmla="*/ 56011 h 629841"/>
                <a:gd name="csX68" fmla="*/ 449189 w 498198"/>
                <a:gd name="csY68" fmla="*/ 49008 h 629841"/>
                <a:gd name="csX69" fmla="*/ 379024 w 498198"/>
                <a:gd name="csY69" fmla="*/ 21011 h 629841"/>
                <a:gd name="csX70" fmla="*/ 301836 w 498198"/>
                <a:gd name="csY70" fmla="*/ 111986 h 629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98198" h="629841">
                  <a:moveTo>
                    <a:pt x="386010" y="0"/>
                  </a:moveTo>
                  <a:cubicBezTo>
                    <a:pt x="456175" y="31119"/>
                    <a:pt x="491249" y="52130"/>
                    <a:pt x="491249" y="62979"/>
                  </a:cubicBezTo>
                  <a:cubicBezTo>
                    <a:pt x="436648" y="109640"/>
                    <a:pt x="347769" y="167943"/>
                    <a:pt x="224613" y="237926"/>
                  </a:cubicBezTo>
                  <a:lnTo>
                    <a:pt x="154447" y="398883"/>
                  </a:lnTo>
                  <a:lnTo>
                    <a:pt x="147425" y="426880"/>
                  </a:lnTo>
                  <a:lnTo>
                    <a:pt x="168473" y="426880"/>
                  </a:lnTo>
                  <a:lnTo>
                    <a:pt x="168473" y="433884"/>
                  </a:lnTo>
                  <a:lnTo>
                    <a:pt x="147425" y="440887"/>
                  </a:lnTo>
                  <a:cubicBezTo>
                    <a:pt x="153633" y="464209"/>
                    <a:pt x="160655" y="475888"/>
                    <a:pt x="168473" y="475888"/>
                  </a:cubicBezTo>
                  <a:cubicBezTo>
                    <a:pt x="193394" y="452566"/>
                    <a:pt x="221464" y="440887"/>
                    <a:pt x="252665" y="440887"/>
                  </a:cubicBezTo>
                  <a:lnTo>
                    <a:pt x="357904" y="454877"/>
                  </a:lnTo>
                  <a:cubicBezTo>
                    <a:pt x="346973" y="375562"/>
                    <a:pt x="332947" y="335905"/>
                    <a:pt x="315808" y="335905"/>
                  </a:cubicBezTo>
                  <a:lnTo>
                    <a:pt x="245643" y="356898"/>
                  </a:lnTo>
                  <a:lnTo>
                    <a:pt x="238621" y="349894"/>
                  </a:lnTo>
                  <a:lnTo>
                    <a:pt x="238621" y="342890"/>
                  </a:lnTo>
                  <a:cubicBezTo>
                    <a:pt x="268229" y="310237"/>
                    <a:pt x="303302" y="293901"/>
                    <a:pt x="343860" y="293901"/>
                  </a:cubicBezTo>
                  <a:lnTo>
                    <a:pt x="371930" y="335887"/>
                  </a:lnTo>
                  <a:lnTo>
                    <a:pt x="364908" y="342890"/>
                  </a:lnTo>
                  <a:lnTo>
                    <a:pt x="364908" y="349894"/>
                  </a:lnTo>
                  <a:lnTo>
                    <a:pt x="378933" y="349894"/>
                  </a:lnTo>
                  <a:lnTo>
                    <a:pt x="378933" y="356898"/>
                  </a:lnTo>
                  <a:lnTo>
                    <a:pt x="371911" y="363901"/>
                  </a:lnTo>
                  <a:lnTo>
                    <a:pt x="371911" y="370905"/>
                  </a:lnTo>
                  <a:lnTo>
                    <a:pt x="385937" y="370905"/>
                  </a:lnTo>
                  <a:lnTo>
                    <a:pt x="385937" y="377909"/>
                  </a:lnTo>
                  <a:lnTo>
                    <a:pt x="378915" y="398902"/>
                  </a:lnTo>
                  <a:lnTo>
                    <a:pt x="399963" y="419894"/>
                  </a:lnTo>
                  <a:lnTo>
                    <a:pt x="399963" y="482873"/>
                  </a:lnTo>
                  <a:cubicBezTo>
                    <a:pt x="410858" y="482873"/>
                    <a:pt x="436575" y="506195"/>
                    <a:pt x="477151" y="552856"/>
                  </a:cubicBezTo>
                  <a:cubicBezTo>
                    <a:pt x="491177" y="552856"/>
                    <a:pt x="498199" y="557513"/>
                    <a:pt x="498199" y="566845"/>
                  </a:cubicBezTo>
                  <a:lnTo>
                    <a:pt x="491177" y="573849"/>
                  </a:lnTo>
                  <a:lnTo>
                    <a:pt x="456103" y="601845"/>
                  </a:lnTo>
                  <a:lnTo>
                    <a:pt x="456103" y="608849"/>
                  </a:lnTo>
                  <a:lnTo>
                    <a:pt x="449081" y="608849"/>
                  </a:lnTo>
                  <a:cubicBezTo>
                    <a:pt x="439724" y="608849"/>
                    <a:pt x="423346" y="580852"/>
                    <a:pt x="399963" y="524877"/>
                  </a:cubicBezTo>
                  <a:lnTo>
                    <a:pt x="378915" y="524877"/>
                  </a:lnTo>
                  <a:cubicBezTo>
                    <a:pt x="350846" y="548199"/>
                    <a:pt x="322776" y="559859"/>
                    <a:pt x="294724" y="559859"/>
                  </a:cubicBezTo>
                  <a:lnTo>
                    <a:pt x="287702" y="559859"/>
                  </a:lnTo>
                  <a:cubicBezTo>
                    <a:pt x="245606" y="559859"/>
                    <a:pt x="198823" y="531863"/>
                    <a:pt x="147371" y="475888"/>
                  </a:cubicBezTo>
                  <a:lnTo>
                    <a:pt x="140349" y="475888"/>
                  </a:lnTo>
                  <a:lnTo>
                    <a:pt x="140349" y="482891"/>
                  </a:lnTo>
                  <a:lnTo>
                    <a:pt x="147371" y="517873"/>
                  </a:lnTo>
                  <a:cubicBezTo>
                    <a:pt x="92770" y="592513"/>
                    <a:pt x="50674" y="629842"/>
                    <a:pt x="21066" y="629842"/>
                  </a:cubicBezTo>
                  <a:lnTo>
                    <a:pt x="14044" y="629842"/>
                  </a:lnTo>
                  <a:lnTo>
                    <a:pt x="18" y="615852"/>
                  </a:lnTo>
                  <a:lnTo>
                    <a:pt x="18" y="559859"/>
                  </a:lnTo>
                  <a:cubicBezTo>
                    <a:pt x="29626" y="520960"/>
                    <a:pt x="81078" y="430021"/>
                    <a:pt x="154375" y="286933"/>
                  </a:cubicBezTo>
                  <a:lnTo>
                    <a:pt x="147353" y="286933"/>
                  </a:lnTo>
                  <a:lnTo>
                    <a:pt x="7022" y="370905"/>
                  </a:lnTo>
                  <a:lnTo>
                    <a:pt x="0" y="363901"/>
                  </a:lnTo>
                  <a:lnTo>
                    <a:pt x="0" y="356898"/>
                  </a:lnTo>
                  <a:cubicBezTo>
                    <a:pt x="143444" y="251157"/>
                    <a:pt x="218279" y="185850"/>
                    <a:pt x="224522" y="160940"/>
                  </a:cubicBezTo>
                  <a:cubicBezTo>
                    <a:pt x="277603" y="53647"/>
                    <a:pt x="331408" y="0"/>
                    <a:pt x="386010" y="0"/>
                  </a:cubicBezTo>
                  <a:close/>
                  <a:moveTo>
                    <a:pt x="224631" y="475888"/>
                  </a:moveTo>
                  <a:lnTo>
                    <a:pt x="224631" y="482891"/>
                  </a:lnTo>
                  <a:cubicBezTo>
                    <a:pt x="254239" y="515545"/>
                    <a:pt x="282291" y="531881"/>
                    <a:pt x="308822" y="531881"/>
                  </a:cubicBezTo>
                  <a:cubicBezTo>
                    <a:pt x="308822" y="522549"/>
                    <a:pt x="315844" y="517891"/>
                    <a:pt x="329870" y="517891"/>
                  </a:cubicBezTo>
                  <a:lnTo>
                    <a:pt x="336892" y="510888"/>
                  </a:lnTo>
                  <a:lnTo>
                    <a:pt x="336892" y="489895"/>
                  </a:lnTo>
                  <a:lnTo>
                    <a:pt x="238657" y="475906"/>
                  </a:lnTo>
                  <a:lnTo>
                    <a:pt x="224631" y="475906"/>
                  </a:lnTo>
                  <a:close/>
                  <a:moveTo>
                    <a:pt x="301818" y="111986"/>
                  </a:moveTo>
                  <a:lnTo>
                    <a:pt x="301818" y="132979"/>
                  </a:lnTo>
                  <a:lnTo>
                    <a:pt x="308840" y="132979"/>
                  </a:lnTo>
                  <a:lnTo>
                    <a:pt x="379006" y="90993"/>
                  </a:lnTo>
                  <a:lnTo>
                    <a:pt x="386028" y="97997"/>
                  </a:lnTo>
                  <a:lnTo>
                    <a:pt x="393050" y="97997"/>
                  </a:lnTo>
                  <a:cubicBezTo>
                    <a:pt x="393050" y="90235"/>
                    <a:pt x="411763" y="76228"/>
                    <a:pt x="449189" y="56011"/>
                  </a:cubicBezTo>
                  <a:lnTo>
                    <a:pt x="449189" y="49008"/>
                  </a:lnTo>
                  <a:lnTo>
                    <a:pt x="379024" y="21011"/>
                  </a:lnTo>
                  <a:cubicBezTo>
                    <a:pt x="357162" y="27238"/>
                    <a:pt x="331445" y="57564"/>
                    <a:pt x="301836" y="111986"/>
                  </a:cubicBezTo>
                  <a:close/>
                </a:path>
              </a:pathLst>
            </a:custGeom>
            <a:grpFill/>
            <a:ln w="1806" cap="flat">
              <a:noFill/>
              <a:prstDash val="solid"/>
              <a:miter/>
            </a:ln>
            <a:scene3d>
              <a:camera prst="orthographicFront"/>
              <a:lightRig rig="threePt" dir="t"/>
            </a:scene3d>
            <a:sp3d prstMaterial="softEdge">
              <a:bevelT w="12700"/>
            </a:sp3d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任意形状 20">
              <a:extLst>
                <a:ext uri="{FF2B5EF4-FFF2-40B4-BE49-F238E27FC236}">
                  <a16:creationId xmlns:a16="http://schemas.microsoft.com/office/drawing/2014/main" id="{1232D311-33D2-69FF-A6EA-4112871B4213}"/>
                </a:ext>
              </a:extLst>
            </p:cNvPr>
            <p:cNvSpPr/>
            <p:nvPr/>
          </p:nvSpPr>
          <p:spPr>
            <a:xfrm>
              <a:off x="5171677" y="718349"/>
              <a:ext cx="540258" cy="517855"/>
            </a:xfrm>
            <a:custGeom>
              <a:avLst/>
              <a:gdLst>
                <a:gd name="csX0" fmla="*/ 14026 w 540258"/>
                <a:gd name="csY0" fmla="*/ 132961 h 517855"/>
                <a:gd name="csX1" fmla="*/ 21048 w 540258"/>
                <a:gd name="csY1" fmla="*/ 132961 h 517855"/>
                <a:gd name="csX2" fmla="*/ 84191 w 540258"/>
                <a:gd name="csY2" fmla="*/ 454877 h 517855"/>
                <a:gd name="csX3" fmla="*/ 84191 w 540258"/>
                <a:gd name="csY3" fmla="*/ 482873 h 517855"/>
                <a:gd name="csX4" fmla="*/ 70166 w 540258"/>
                <a:gd name="csY4" fmla="*/ 496862 h 517855"/>
                <a:gd name="csX5" fmla="*/ 0 w 540258"/>
                <a:gd name="csY5" fmla="*/ 202944 h 517855"/>
                <a:gd name="csX6" fmla="*/ 0 w 540258"/>
                <a:gd name="csY6" fmla="*/ 146950 h 517855"/>
                <a:gd name="csX7" fmla="*/ 14026 w 540258"/>
                <a:gd name="csY7" fmla="*/ 132961 h 517855"/>
                <a:gd name="csX8" fmla="*/ 357831 w 540258"/>
                <a:gd name="csY8" fmla="*/ 34982 h 517855"/>
                <a:gd name="csX9" fmla="*/ 357831 w 540258"/>
                <a:gd name="csY9" fmla="*/ 41986 h 517855"/>
                <a:gd name="csX10" fmla="*/ 175405 w 540258"/>
                <a:gd name="csY10" fmla="*/ 167961 h 517855"/>
                <a:gd name="csX11" fmla="*/ 175405 w 540258"/>
                <a:gd name="csY11" fmla="*/ 160958 h 517855"/>
                <a:gd name="csX12" fmla="*/ 98217 w 540258"/>
                <a:gd name="csY12" fmla="*/ 174947 h 517855"/>
                <a:gd name="csX13" fmla="*/ 322740 w 540258"/>
                <a:gd name="csY13" fmla="*/ 34982 h 517855"/>
                <a:gd name="csX14" fmla="*/ 357831 w 540258"/>
                <a:gd name="csY14" fmla="*/ 34982 h 517855"/>
                <a:gd name="csX15" fmla="*/ 294688 w 540258"/>
                <a:gd name="csY15" fmla="*/ 160958 h 517855"/>
                <a:gd name="csX16" fmla="*/ 308714 w 540258"/>
                <a:gd name="csY16" fmla="*/ 160958 h 517855"/>
                <a:gd name="csX17" fmla="*/ 322740 w 540258"/>
                <a:gd name="csY17" fmla="*/ 174947 h 517855"/>
                <a:gd name="csX18" fmla="*/ 322740 w 540258"/>
                <a:gd name="csY18" fmla="*/ 209929 h 517855"/>
                <a:gd name="csX19" fmla="*/ 273622 w 540258"/>
                <a:gd name="csY19" fmla="*/ 426880 h 517855"/>
                <a:gd name="csX20" fmla="*/ 273622 w 540258"/>
                <a:gd name="csY20" fmla="*/ 482873 h 517855"/>
                <a:gd name="csX21" fmla="*/ 245552 w 540258"/>
                <a:gd name="csY21" fmla="*/ 517855 h 517855"/>
                <a:gd name="csX22" fmla="*/ 224504 w 540258"/>
                <a:gd name="csY22" fmla="*/ 433884 h 517855"/>
                <a:gd name="csX23" fmla="*/ 168365 w 540258"/>
                <a:gd name="csY23" fmla="*/ 335905 h 517855"/>
                <a:gd name="csX24" fmla="*/ 161343 w 540258"/>
                <a:gd name="csY24" fmla="*/ 335905 h 517855"/>
                <a:gd name="csX25" fmla="*/ 161343 w 540258"/>
                <a:gd name="csY25" fmla="*/ 356898 h 517855"/>
                <a:gd name="csX26" fmla="*/ 168365 w 540258"/>
                <a:gd name="csY26" fmla="*/ 391898 h 517855"/>
                <a:gd name="csX27" fmla="*/ 147317 w 540258"/>
                <a:gd name="csY27" fmla="*/ 419894 h 517855"/>
                <a:gd name="csX28" fmla="*/ 133291 w 540258"/>
                <a:gd name="csY28" fmla="*/ 419894 h 517855"/>
                <a:gd name="csX29" fmla="*/ 119265 w 540258"/>
                <a:gd name="csY29" fmla="*/ 405905 h 517855"/>
                <a:gd name="csX30" fmla="*/ 119265 w 540258"/>
                <a:gd name="csY30" fmla="*/ 356916 h 517855"/>
                <a:gd name="csX31" fmla="*/ 140313 w 540258"/>
                <a:gd name="csY31" fmla="*/ 230940 h 517855"/>
                <a:gd name="csX32" fmla="*/ 217500 w 540258"/>
                <a:gd name="csY32" fmla="*/ 286933 h 517855"/>
                <a:gd name="csX33" fmla="*/ 210478 w 540258"/>
                <a:gd name="csY33" fmla="*/ 356916 h 517855"/>
                <a:gd name="csX34" fmla="*/ 238548 w 540258"/>
                <a:gd name="csY34" fmla="*/ 377909 h 517855"/>
                <a:gd name="csX35" fmla="*/ 245570 w 540258"/>
                <a:gd name="csY35" fmla="*/ 377909 h 517855"/>
                <a:gd name="csX36" fmla="*/ 280644 w 540258"/>
                <a:gd name="csY36" fmla="*/ 216951 h 517855"/>
                <a:gd name="csX37" fmla="*/ 252574 w 540258"/>
                <a:gd name="csY37" fmla="*/ 195958 h 517855"/>
                <a:gd name="csX38" fmla="*/ 245552 w 540258"/>
                <a:gd name="csY38" fmla="*/ 188954 h 517855"/>
                <a:gd name="csX39" fmla="*/ 245552 w 540258"/>
                <a:gd name="csY39" fmla="*/ 181951 h 517855"/>
                <a:gd name="csX40" fmla="*/ 294670 w 540258"/>
                <a:gd name="csY40" fmla="*/ 160958 h 517855"/>
                <a:gd name="csX41" fmla="*/ 449045 w 540258"/>
                <a:gd name="csY41" fmla="*/ 0 h 517855"/>
                <a:gd name="csX42" fmla="*/ 456067 w 540258"/>
                <a:gd name="csY42" fmla="*/ 0 h 517855"/>
                <a:gd name="csX43" fmla="*/ 540258 w 540258"/>
                <a:gd name="csY43" fmla="*/ 62979 h 517855"/>
                <a:gd name="csX44" fmla="*/ 540258 w 540258"/>
                <a:gd name="csY44" fmla="*/ 90975 h 517855"/>
                <a:gd name="csX45" fmla="*/ 442023 w 540258"/>
                <a:gd name="csY45" fmla="*/ 447891 h 517855"/>
                <a:gd name="csX46" fmla="*/ 371857 w 540258"/>
                <a:gd name="csY46" fmla="*/ 503884 h 517855"/>
                <a:gd name="csX47" fmla="*/ 336784 w 540258"/>
                <a:gd name="csY47" fmla="*/ 433902 h 517855"/>
                <a:gd name="csX48" fmla="*/ 378879 w 540258"/>
                <a:gd name="csY48" fmla="*/ 405905 h 517855"/>
                <a:gd name="csX49" fmla="*/ 498162 w 540258"/>
                <a:gd name="csY49" fmla="*/ 62997 h 517855"/>
                <a:gd name="csX50" fmla="*/ 498162 w 540258"/>
                <a:gd name="csY50" fmla="*/ 55993 h 517855"/>
                <a:gd name="csX51" fmla="*/ 435019 w 540258"/>
                <a:gd name="csY51" fmla="*/ 20993 h 517855"/>
                <a:gd name="csX52" fmla="*/ 435019 w 540258"/>
                <a:gd name="csY52" fmla="*/ 13989 h 517855"/>
                <a:gd name="csX53" fmla="*/ 449045 w 540258"/>
                <a:gd name="csY53" fmla="*/ 0 h 517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540258" h="517855">
                  <a:moveTo>
                    <a:pt x="14026" y="132961"/>
                  </a:moveTo>
                  <a:lnTo>
                    <a:pt x="21048" y="132961"/>
                  </a:lnTo>
                  <a:cubicBezTo>
                    <a:pt x="25717" y="311825"/>
                    <a:pt x="46783" y="419082"/>
                    <a:pt x="84191" y="454877"/>
                  </a:cubicBezTo>
                  <a:lnTo>
                    <a:pt x="84191" y="482873"/>
                  </a:lnTo>
                  <a:lnTo>
                    <a:pt x="70166" y="496862"/>
                  </a:lnTo>
                  <a:cubicBezTo>
                    <a:pt x="23383" y="459534"/>
                    <a:pt x="0" y="361555"/>
                    <a:pt x="0" y="202944"/>
                  </a:cubicBezTo>
                  <a:lnTo>
                    <a:pt x="0" y="146950"/>
                  </a:lnTo>
                  <a:lnTo>
                    <a:pt x="14026" y="132961"/>
                  </a:lnTo>
                  <a:close/>
                  <a:moveTo>
                    <a:pt x="357831" y="34982"/>
                  </a:moveTo>
                  <a:lnTo>
                    <a:pt x="357831" y="41986"/>
                  </a:lnTo>
                  <a:cubicBezTo>
                    <a:pt x="290779" y="125958"/>
                    <a:pt x="229970" y="167961"/>
                    <a:pt x="175405" y="167961"/>
                  </a:cubicBezTo>
                  <a:lnTo>
                    <a:pt x="175405" y="160958"/>
                  </a:lnTo>
                  <a:lnTo>
                    <a:pt x="98217" y="174947"/>
                  </a:lnTo>
                  <a:cubicBezTo>
                    <a:pt x="121600" y="145416"/>
                    <a:pt x="196452" y="98773"/>
                    <a:pt x="322740" y="34982"/>
                  </a:cubicBezTo>
                  <a:lnTo>
                    <a:pt x="357831" y="34982"/>
                  </a:lnTo>
                  <a:close/>
                  <a:moveTo>
                    <a:pt x="294688" y="160958"/>
                  </a:moveTo>
                  <a:lnTo>
                    <a:pt x="308714" y="160958"/>
                  </a:lnTo>
                  <a:lnTo>
                    <a:pt x="322740" y="174947"/>
                  </a:lnTo>
                  <a:lnTo>
                    <a:pt x="322740" y="209929"/>
                  </a:lnTo>
                  <a:cubicBezTo>
                    <a:pt x="290000" y="264388"/>
                    <a:pt x="273622" y="336699"/>
                    <a:pt x="273622" y="426880"/>
                  </a:cubicBezTo>
                  <a:lnTo>
                    <a:pt x="273622" y="482873"/>
                  </a:lnTo>
                  <a:lnTo>
                    <a:pt x="245552" y="517855"/>
                  </a:lnTo>
                  <a:cubicBezTo>
                    <a:pt x="231526" y="508523"/>
                    <a:pt x="224504" y="480527"/>
                    <a:pt x="224504" y="433884"/>
                  </a:cubicBezTo>
                  <a:cubicBezTo>
                    <a:pt x="187078" y="407421"/>
                    <a:pt x="168365" y="374804"/>
                    <a:pt x="168365" y="335905"/>
                  </a:cubicBezTo>
                  <a:lnTo>
                    <a:pt x="161343" y="335905"/>
                  </a:lnTo>
                  <a:lnTo>
                    <a:pt x="161343" y="356898"/>
                  </a:lnTo>
                  <a:lnTo>
                    <a:pt x="168365" y="391898"/>
                  </a:lnTo>
                  <a:cubicBezTo>
                    <a:pt x="162121" y="410562"/>
                    <a:pt x="155099" y="419894"/>
                    <a:pt x="147317" y="419894"/>
                  </a:cubicBezTo>
                  <a:lnTo>
                    <a:pt x="133291" y="419894"/>
                  </a:lnTo>
                  <a:lnTo>
                    <a:pt x="119265" y="405905"/>
                  </a:lnTo>
                  <a:lnTo>
                    <a:pt x="119265" y="356916"/>
                  </a:lnTo>
                  <a:lnTo>
                    <a:pt x="140313" y="230940"/>
                  </a:lnTo>
                  <a:cubicBezTo>
                    <a:pt x="191765" y="230940"/>
                    <a:pt x="217500" y="249605"/>
                    <a:pt x="217500" y="286933"/>
                  </a:cubicBezTo>
                  <a:lnTo>
                    <a:pt x="210478" y="356916"/>
                  </a:lnTo>
                  <a:lnTo>
                    <a:pt x="238548" y="377909"/>
                  </a:lnTo>
                  <a:lnTo>
                    <a:pt x="245570" y="377909"/>
                  </a:lnTo>
                  <a:lnTo>
                    <a:pt x="280644" y="216951"/>
                  </a:lnTo>
                  <a:cubicBezTo>
                    <a:pt x="280644" y="202962"/>
                    <a:pt x="271287" y="195958"/>
                    <a:pt x="252574" y="195958"/>
                  </a:cubicBezTo>
                  <a:lnTo>
                    <a:pt x="245552" y="188954"/>
                  </a:lnTo>
                  <a:lnTo>
                    <a:pt x="245552" y="181951"/>
                  </a:lnTo>
                  <a:cubicBezTo>
                    <a:pt x="262691" y="167961"/>
                    <a:pt x="279069" y="160958"/>
                    <a:pt x="294670" y="160958"/>
                  </a:cubicBezTo>
                  <a:close/>
                  <a:moveTo>
                    <a:pt x="449045" y="0"/>
                  </a:moveTo>
                  <a:lnTo>
                    <a:pt x="456067" y="0"/>
                  </a:lnTo>
                  <a:cubicBezTo>
                    <a:pt x="498162" y="0"/>
                    <a:pt x="526232" y="20993"/>
                    <a:pt x="540258" y="62979"/>
                  </a:cubicBezTo>
                  <a:lnTo>
                    <a:pt x="540258" y="90975"/>
                  </a:lnTo>
                  <a:cubicBezTo>
                    <a:pt x="521545" y="137636"/>
                    <a:pt x="488806" y="256590"/>
                    <a:pt x="442023" y="447891"/>
                  </a:cubicBezTo>
                  <a:cubicBezTo>
                    <a:pt x="423310" y="485220"/>
                    <a:pt x="399927" y="503884"/>
                    <a:pt x="371857" y="503884"/>
                  </a:cubicBezTo>
                  <a:cubicBezTo>
                    <a:pt x="348475" y="475888"/>
                    <a:pt x="336784" y="452566"/>
                    <a:pt x="336784" y="433902"/>
                  </a:cubicBezTo>
                  <a:cubicBezTo>
                    <a:pt x="364853" y="433902"/>
                    <a:pt x="378879" y="424570"/>
                    <a:pt x="378879" y="405905"/>
                  </a:cubicBezTo>
                  <a:cubicBezTo>
                    <a:pt x="391349" y="405905"/>
                    <a:pt x="431110" y="291608"/>
                    <a:pt x="498162" y="62997"/>
                  </a:cubicBezTo>
                  <a:lnTo>
                    <a:pt x="498162" y="55993"/>
                  </a:lnTo>
                  <a:cubicBezTo>
                    <a:pt x="485657" y="32672"/>
                    <a:pt x="464609" y="20993"/>
                    <a:pt x="435019" y="20993"/>
                  </a:cubicBezTo>
                  <a:lnTo>
                    <a:pt x="435019" y="13989"/>
                  </a:lnTo>
                  <a:lnTo>
                    <a:pt x="449045" y="0"/>
                  </a:lnTo>
                  <a:close/>
                </a:path>
              </a:pathLst>
            </a:custGeom>
            <a:grpFill/>
            <a:ln w="1806" cap="flat">
              <a:noFill/>
              <a:prstDash val="solid"/>
              <a:miter/>
            </a:ln>
            <a:scene3d>
              <a:camera prst="orthographicFront"/>
              <a:lightRig rig="threePt" dir="t"/>
            </a:scene3d>
            <a:sp3d prstMaterial="softEdge">
              <a:bevelT w="12700"/>
            </a:sp3d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任意形状 21">
              <a:extLst>
                <a:ext uri="{FF2B5EF4-FFF2-40B4-BE49-F238E27FC236}">
                  <a16:creationId xmlns:a16="http://schemas.microsoft.com/office/drawing/2014/main" id="{D3A815AB-EC08-9B66-2744-36B310BD6314}"/>
                </a:ext>
              </a:extLst>
            </p:cNvPr>
            <p:cNvSpPr/>
            <p:nvPr/>
          </p:nvSpPr>
          <p:spPr>
            <a:xfrm>
              <a:off x="5737653" y="620371"/>
              <a:ext cx="542628" cy="627458"/>
            </a:xfrm>
            <a:custGeom>
              <a:avLst/>
              <a:gdLst>
                <a:gd name="csX0" fmla="*/ 297040 w 542628"/>
                <a:gd name="csY0" fmla="*/ 123629 h 627458"/>
                <a:gd name="csX1" fmla="*/ 322776 w 542628"/>
                <a:gd name="csY1" fmla="*/ 123629 h 627458"/>
                <a:gd name="csX2" fmla="*/ 397611 w 542628"/>
                <a:gd name="csY2" fmla="*/ 200615 h 627458"/>
                <a:gd name="csX3" fmla="*/ 397611 w 542628"/>
                <a:gd name="csY3" fmla="*/ 216951 h 627458"/>
                <a:gd name="csX4" fmla="*/ 306397 w 542628"/>
                <a:gd name="csY4" fmla="*/ 324262 h 627458"/>
                <a:gd name="csX5" fmla="*/ 306397 w 542628"/>
                <a:gd name="csY5" fmla="*/ 347584 h 627458"/>
                <a:gd name="csX6" fmla="*/ 484154 w 542628"/>
                <a:gd name="csY6" fmla="*/ 279930 h 627458"/>
                <a:gd name="csX7" fmla="*/ 526250 w 542628"/>
                <a:gd name="csY7" fmla="*/ 279930 h 627458"/>
                <a:gd name="csX8" fmla="*/ 542629 w 542628"/>
                <a:gd name="csY8" fmla="*/ 293919 h 627458"/>
                <a:gd name="csX9" fmla="*/ 542629 w 542628"/>
                <a:gd name="csY9" fmla="*/ 317240 h 627458"/>
                <a:gd name="csX10" fmla="*/ 449081 w 542628"/>
                <a:gd name="csY10" fmla="*/ 417548 h 627458"/>
                <a:gd name="csX11" fmla="*/ 509890 w 542628"/>
                <a:gd name="csY11" fmla="*/ 510852 h 627458"/>
                <a:gd name="csX12" fmla="*/ 509890 w 542628"/>
                <a:gd name="csY12" fmla="*/ 524841 h 627458"/>
                <a:gd name="csX13" fmla="*/ 390607 w 542628"/>
                <a:gd name="csY13" fmla="*/ 548162 h 627458"/>
                <a:gd name="csX14" fmla="*/ 381250 w 542628"/>
                <a:gd name="csY14" fmla="*/ 541159 h 627458"/>
                <a:gd name="csX15" fmla="*/ 381250 w 542628"/>
                <a:gd name="csY15" fmla="*/ 534155 h 627458"/>
                <a:gd name="csX16" fmla="*/ 423346 w 542628"/>
                <a:gd name="csY16" fmla="*/ 501501 h 627458"/>
                <a:gd name="csX17" fmla="*/ 397629 w 542628"/>
                <a:gd name="csY17" fmla="*/ 417530 h 627458"/>
                <a:gd name="csX18" fmla="*/ 449081 w 542628"/>
                <a:gd name="csY18" fmla="*/ 347547 h 627458"/>
                <a:gd name="csX19" fmla="*/ 449081 w 542628"/>
                <a:gd name="csY19" fmla="*/ 333558 h 627458"/>
                <a:gd name="csX20" fmla="*/ 306415 w 542628"/>
                <a:gd name="csY20" fmla="*/ 403541 h 627458"/>
                <a:gd name="csX21" fmla="*/ 313437 w 542628"/>
                <a:gd name="csY21" fmla="*/ 496844 h 627458"/>
                <a:gd name="csX22" fmla="*/ 313437 w 542628"/>
                <a:gd name="csY22" fmla="*/ 524841 h 627458"/>
                <a:gd name="csX23" fmla="*/ 297059 w 542628"/>
                <a:gd name="csY23" fmla="*/ 541177 h 627458"/>
                <a:gd name="csX24" fmla="*/ 280680 w 542628"/>
                <a:gd name="csY24" fmla="*/ 541177 h 627458"/>
                <a:gd name="csX25" fmla="*/ 203493 w 542628"/>
                <a:gd name="csY25" fmla="*/ 524841 h 627458"/>
                <a:gd name="csX26" fmla="*/ 177757 w 542628"/>
                <a:gd name="csY26" fmla="*/ 496844 h 627458"/>
                <a:gd name="csX27" fmla="*/ 177757 w 542628"/>
                <a:gd name="csY27" fmla="*/ 480509 h 627458"/>
                <a:gd name="csX28" fmla="*/ 194136 w 542628"/>
                <a:gd name="csY28" fmla="*/ 464173 h 627458"/>
                <a:gd name="csX29" fmla="*/ 187114 w 542628"/>
                <a:gd name="csY29" fmla="*/ 457169 h 627458"/>
                <a:gd name="csX30" fmla="*/ 187114 w 542628"/>
                <a:gd name="csY30" fmla="*/ 450165 h 627458"/>
                <a:gd name="csX31" fmla="*/ 261949 w 542628"/>
                <a:gd name="csY31" fmla="*/ 363847 h 627458"/>
                <a:gd name="csX32" fmla="*/ 261949 w 542628"/>
                <a:gd name="csY32" fmla="*/ 340526 h 627458"/>
                <a:gd name="csX33" fmla="*/ 254927 w 542628"/>
                <a:gd name="csY33" fmla="*/ 340526 h 627458"/>
                <a:gd name="csX34" fmla="*/ 102904 w 542628"/>
                <a:gd name="csY34" fmla="*/ 426844 h 627458"/>
                <a:gd name="csX35" fmla="*/ 109926 w 542628"/>
                <a:gd name="csY35" fmla="*/ 480491 h 627458"/>
                <a:gd name="csX36" fmla="*/ 67831 w 542628"/>
                <a:gd name="csY36" fmla="*/ 627459 h 627458"/>
                <a:gd name="csX37" fmla="*/ 0 w 542628"/>
                <a:gd name="csY37" fmla="*/ 541141 h 627458"/>
                <a:gd name="csX38" fmla="*/ 35074 w 542628"/>
                <a:gd name="csY38" fmla="*/ 403504 h 627458"/>
                <a:gd name="csX39" fmla="*/ 25717 w 542628"/>
                <a:gd name="csY39" fmla="*/ 317186 h 627458"/>
                <a:gd name="csX40" fmla="*/ 42096 w 542628"/>
                <a:gd name="csY40" fmla="*/ 317186 h 627458"/>
                <a:gd name="csX41" fmla="*/ 93548 w 542628"/>
                <a:gd name="csY41" fmla="*/ 410490 h 627458"/>
                <a:gd name="csX42" fmla="*/ 280662 w 542628"/>
                <a:gd name="csY42" fmla="*/ 193539 h 627458"/>
                <a:gd name="csX43" fmla="*/ 297040 w 542628"/>
                <a:gd name="csY43" fmla="*/ 123557 h 627458"/>
                <a:gd name="csX44" fmla="*/ 35092 w 542628"/>
                <a:gd name="csY44" fmla="*/ 0 h 627458"/>
                <a:gd name="csX45" fmla="*/ 145018 w 542628"/>
                <a:gd name="csY45" fmla="*/ 153954 h 627458"/>
                <a:gd name="csX46" fmla="*/ 145018 w 542628"/>
                <a:gd name="csY46" fmla="*/ 170290 h 627458"/>
                <a:gd name="csX47" fmla="*/ 58474 w 542628"/>
                <a:gd name="csY47" fmla="*/ 209947 h 627458"/>
                <a:gd name="csX48" fmla="*/ 58474 w 542628"/>
                <a:gd name="csY48" fmla="*/ 186626 h 627458"/>
                <a:gd name="csX49" fmla="*/ 67831 w 542628"/>
                <a:gd name="csY49" fmla="*/ 177294 h 627458"/>
                <a:gd name="csX50" fmla="*/ 16379 w 542628"/>
                <a:gd name="csY50" fmla="*/ 16336 h 627458"/>
                <a:gd name="csX51" fmla="*/ 35092 w 542628"/>
                <a:gd name="csY51" fmla="*/ 0 h 627458"/>
                <a:gd name="csX52" fmla="*/ 238566 w 542628"/>
                <a:gd name="csY52" fmla="*/ 417566 h 627458"/>
                <a:gd name="csX53" fmla="*/ 219853 w 542628"/>
                <a:gd name="csY53" fmla="*/ 473559 h 627458"/>
                <a:gd name="csX54" fmla="*/ 254945 w 542628"/>
                <a:gd name="csY54" fmla="*/ 480563 h 627458"/>
                <a:gd name="csX55" fmla="*/ 254945 w 542628"/>
                <a:gd name="csY55" fmla="*/ 417584 h 627458"/>
                <a:gd name="csX56" fmla="*/ 238566 w 542628"/>
                <a:gd name="csY56" fmla="*/ 417584 h 627458"/>
                <a:gd name="csX57" fmla="*/ 322758 w 542628"/>
                <a:gd name="csY57" fmla="*/ 163304 h 627458"/>
                <a:gd name="csX58" fmla="*/ 313401 w 542628"/>
                <a:gd name="csY58" fmla="*/ 216951 h 627458"/>
                <a:gd name="csX59" fmla="*/ 322758 w 542628"/>
                <a:gd name="csY59" fmla="*/ 216951 h 627458"/>
                <a:gd name="csX60" fmla="*/ 348475 w 542628"/>
                <a:gd name="csY60" fmla="*/ 186626 h 627458"/>
                <a:gd name="csX61" fmla="*/ 339118 w 542628"/>
                <a:gd name="csY61" fmla="*/ 163304 h 627458"/>
                <a:gd name="csX62" fmla="*/ 322740 w 542628"/>
                <a:gd name="csY62" fmla="*/ 163304 h 627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42628" h="627458">
                  <a:moveTo>
                    <a:pt x="297040" y="123629"/>
                  </a:moveTo>
                  <a:lnTo>
                    <a:pt x="322776" y="123629"/>
                  </a:lnTo>
                  <a:lnTo>
                    <a:pt x="397611" y="200615"/>
                  </a:lnTo>
                  <a:lnTo>
                    <a:pt x="397611" y="216951"/>
                  </a:lnTo>
                  <a:cubicBezTo>
                    <a:pt x="336801" y="265164"/>
                    <a:pt x="306397" y="300923"/>
                    <a:pt x="306397" y="324262"/>
                  </a:cubicBezTo>
                  <a:lnTo>
                    <a:pt x="306397" y="347584"/>
                  </a:lnTo>
                  <a:cubicBezTo>
                    <a:pt x="360962" y="314930"/>
                    <a:pt x="420197" y="292403"/>
                    <a:pt x="484154" y="279930"/>
                  </a:cubicBezTo>
                  <a:lnTo>
                    <a:pt x="526250" y="279930"/>
                  </a:lnTo>
                  <a:lnTo>
                    <a:pt x="542629" y="293919"/>
                  </a:lnTo>
                  <a:lnTo>
                    <a:pt x="542629" y="317240"/>
                  </a:lnTo>
                  <a:lnTo>
                    <a:pt x="449081" y="417548"/>
                  </a:lnTo>
                  <a:cubicBezTo>
                    <a:pt x="449081" y="433108"/>
                    <a:pt x="469332" y="464209"/>
                    <a:pt x="509890" y="510852"/>
                  </a:cubicBezTo>
                  <a:lnTo>
                    <a:pt x="509890" y="524841"/>
                  </a:lnTo>
                  <a:cubicBezTo>
                    <a:pt x="484933" y="540365"/>
                    <a:pt x="445172" y="548162"/>
                    <a:pt x="390607" y="548162"/>
                  </a:cubicBezTo>
                  <a:lnTo>
                    <a:pt x="381250" y="541159"/>
                  </a:lnTo>
                  <a:lnTo>
                    <a:pt x="381250" y="534155"/>
                  </a:lnTo>
                  <a:lnTo>
                    <a:pt x="423346" y="501501"/>
                  </a:lnTo>
                  <a:cubicBezTo>
                    <a:pt x="406171" y="478180"/>
                    <a:pt x="397629" y="450183"/>
                    <a:pt x="397629" y="417530"/>
                  </a:cubicBezTo>
                  <a:cubicBezTo>
                    <a:pt x="410098" y="370869"/>
                    <a:pt x="427237" y="347547"/>
                    <a:pt x="449081" y="347547"/>
                  </a:cubicBezTo>
                  <a:lnTo>
                    <a:pt x="449081" y="333558"/>
                  </a:lnTo>
                  <a:lnTo>
                    <a:pt x="306415" y="403541"/>
                  </a:lnTo>
                  <a:lnTo>
                    <a:pt x="313437" y="496844"/>
                  </a:lnTo>
                  <a:lnTo>
                    <a:pt x="313437" y="524841"/>
                  </a:lnTo>
                  <a:lnTo>
                    <a:pt x="297059" y="541177"/>
                  </a:lnTo>
                  <a:lnTo>
                    <a:pt x="280680" y="541177"/>
                  </a:lnTo>
                  <a:cubicBezTo>
                    <a:pt x="268174" y="530274"/>
                    <a:pt x="242457" y="524841"/>
                    <a:pt x="203493" y="524841"/>
                  </a:cubicBezTo>
                  <a:lnTo>
                    <a:pt x="177757" y="496844"/>
                  </a:lnTo>
                  <a:lnTo>
                    <a:pt x="177757" y="480509"/>
                  </a:lnTo>
                  <a:lnTo>
                    <a:pt x="194136" y="464173"/>
                  </a:lnTo>
                  <a:lnTo>
                    <a:pt x="187114" y="457169"/>
                  </a:lnTo>
                  <a:lnTo>
                    <a:pt x="187114" y="450165"/>
                  </a:lnTo>
                  <a:cubicBezTo>
                    <a:pt x="187114" y="426844"/>
                    <a:pt x="212035" y="398071"/>
                    <a:pt x="261949" y="363847"/>
                  </a:cubicBezTo>
                  <a:lnTo>
                    <a:pt x="261949" y="340526"/>
                  </a:lnTo>
                  <a:lnTo>
                    <a:pt x="254927" y="340526"/>
                  </a:lnTo>
                  <a:cubicBezTo>
                    <a:pt x="178517" y="398071"/>
                    <a:pt x="127825" y="426844"/>
                    <a:pt x="102904" y="426844"/>
                  </a:cubicBezTo>
                  <a:lnTo>
                    <a:pt x="109926" y="480491"/>
                  </a:lnTo>
                  <a:cubicBezTo>
                    <a:pt x="91213" y="578470"/>
                    <a:pt x="77187" y="627459"/>
                    <a:pt x="67831" y="627459"/>
                  </a:cubicBezTo>
                  <a:cubicBezTo>
                    <a:pt x="22586" y="596340"/>
                    <a:pt x="0" y="567567"/>
                    <a:pt x="0" y="541141"/>
                  </a:cubicBezTo>
                  <a:lnTo>
                    <a:pt x="35074" y="403504"/>
                  </a:lnTo>
                  <a:lnTo>
                    <a:pt x="25717" y="317186"/>
                  </a:lnTo>
                  <a:lnTo>
                    <a:pt x="42096" y="317186"/>
                  </a:lnTo>
                  <a:cubicBezTo>
                    <a:pt x="56121" y="317186"/>
                    <a:pt x="73260" y="348306"/>
                    <a:pt x="93548" y="410490"/>
                  </a:cubicBezTo>
                  <a:cubicBezTo>
                    <a:pt x="218278" y="326518"/>
                    <a:pt x="280662" y="254189"/>
                    <a:pt x="280662" y="193539"/>
                  </a:cubicBezTo>
                  <a:lnTo>
                    <a:pt x="297040" y="123557"/>
                  </a:lnTo>
                  <a:close/>
                  <a:moveTo>
                    <a:pt x="35092" y="0"/>
                  </a:moveTo>
                  <a:cubicBezTo>
                    <a:pt x="89657" y="48213"/>
                    <a:pt x="126305" y="99549"/>
                    <a:pt x="145018" y="153954"/>
                  </a:cubicBezTo>
                  <a:lnTo>
                    <a:pt x="145018" y="170290"/>
                  </a:lnTo>
                  <a:cubicBezTo>
                    <a:pt x="145018" y="182763"/>
                    <a:pt x="116152" y="195958"/>
                    <a:pt x="58474" y="209947"/>
                  </a:cubicBezTo>
                  <a:lnTo>
                    <a:pt x="58474" y="186626"/>
                  </a:lnTo>
                  <a:lnTo>
                    <a:pt x="67831" y="177294"/>
                  </a:lnTo>
                  <a:lnTo>
                    <a:pt x="16379" y="16336"/>
                  </a:lnTo>
                  <a:lnTo>
                    <a:pt x="35092" y="0"/>
                  </a:lnTo>
                  <a:close/>
                  <a:moveTo>
                    <a:pt x="238566" y="417566"/>
                  </a:moveTo>
                  <a:lnTo>
                    <a:pt x="219853" y="473559"/>
                  </a:lnTo>
                  <a:lnTo>
                    <a:pt x="254945" y="480563"/>
                  </a:lnTo>
                  <a:lnTo>
                    <a:pt x="254945" y="417584"/>
                  </a:lnTo>
                  <a:lnTo>
                    <a:pt x="238566" y="417584"/>
                  </a:lnTo>
                  <a:close/>
                  <a:moveTo>
                    <a:pt x="322758" y="163304"/>
                  </a:moveTo>
                  <a:lnTo>
                    <a:pt x="313401" y="216951"/>
                  </a:lnTo>
                  <a:lnTo>
                    <a:pt x="322758" y="216951"/>
                  </a:lnTo>
                  <a:cubicBezTo>
                    <a:pt x="332114" y="216951"/>
                    <a:pt x="340656" y="206861"/>
                    <a:pt x="348475" y="186626"/>
                  </a:cubicBezTo>
                  <a:lnTo>
                    <a:pt x="339118" y="163304"/>
                  </a:lnTo>
                  <a:lnTo>
                    <a:pt x="322740" y="163304"/>
                  </a:lnTo>
                  <a:close/>
                </a:path>
              </a:pathLst>
            </a:custGeom>
            <a:grpFill/>
            <a:ln w="1806" cap="flat">
              <a:noFill/>
              <a:prstDash val="solid"/>
              <a:miter/>
            </a:ln>
            <a:scene3d>
              <a:camera prst="orthographicFront"/>
              <a:lightRig rig="threePt" dir="t"/>
            </a:scene3d>
            <a:sp3d prstMaterial="softEdge">
              <a:bevelT w="12700"/>
            </a:sp3d>
          </p:spPr>
          <p:txBody>
            <a:bodyPr/>
            <a:lstStyle/>
            <a:p>
              <a:endParaRPr lang="zh-CN" altLang="en-US"/>
            </a:p>
          </p:txBody>
        </p:sp>
      </p:grpSp>
    </p:spTree>
    <p:custDataLst>
      <p:tags r:id="rId1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 additive="base">
                                        <p:cTn id="6" dur="303012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showWhenStopped="0">
                <p:cTn id="7" repeatCount="indefinite" fill="hold" display="1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"/>
                </p:tgtEl>
              </p:cMediaNode>
            </p:audi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图形 4"/>
          <p:cNvGrpSpPr/>
          <p:nvPr/>
        </p:nvGrpSpPr>
        <p:grpSpPr>
          <a:xfrm>
            <a:off x="2048857" y="3313894"/>
            <a:ext cx="925830" cy="337751"/>
            <a:chOff x="643174" y="2890066"/>
            <a:chExt cx="424579" cy="154890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10800000" scaled="1"/>
            <a:tileRect/>
          </a:gradFill>
        </p:grpSpPr>
        <p:sp>
          <p:nvSpPr>
            <p:cNvPr id="40" name="任意多边形: 形状 39"/>
            <p:cNvSpPr/>
            <p:nvPr/>
          </p:nvSpPr>
          <p:spPr>
            <a:xfrm>
              <a:off x="643174" y="2968980"/>
              <a:ext cx="413973" cy="75976"/>
            </a:xfrm>
            <a:custGeom>
              <a:avLst/>
              <a:gdLst>
                <a:gd name="connsiteX0" fmla="*/ 401905 w 413973"/>
                <a:gd name="connsiteY0" fmla="*/ 75280 h 75976"/>
                <a:gd name="connsiteX1" fmla="*/ 35779 w 413973"/>
                <a:gd name="connsiteY1" fmla="*/ 71471 h 75976"/>
                <a:gd name="connsiteX2" fmla="*/ 1967 w 413973"/>
                <a:gd name="connsiteY2" fmla="*/ 57420 h 75976"/>
                <a:gd name="connsiteX3" fmla="*/ 16017 w 413973"/>
                <a:gd name="connsiteY3" fmla="*/ 23608 h 75976"/>
                <a:gd name="connsiteX4" fmla="*/ 18149 w 413973"/>
                <a:gd name="connsiteY4" fmla="*/ 22832 h 75976"/>
                <a:gd name="connsiteX5" fmla="*/ 18326 w 413973"/>
                <a:gd name="connsiteY5" fmla="*/ 22776 h 75976"/>
                <a:gd name="connsiteX6" fmla="*/ 219320 w 413973"/>
                <a:gd name="connsiteY6" fmla="*/ 2419 h 75976"/>
                <a:gd name="connsiteX7" fmla="*/ 409442 w 413973"/>
                <a:gd name="connsiteY7" fmla="*/ 59748 h 75976"/>
                <a:gd name="connsiteX8" fmla="*/ 412933 w 413973"/>
                <a:gd name="connsiteY8" fmla="*/ 71452 h 75976"/>
                <a:gd name="connsiteX9" fmla="*/ 401905 w 413973"/>
                <a:gd name="connsiteY9" fmla="*/ 75280 h 7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973" h="75976">
                  <a:moveTo>
                    <a:pt x="401905" y="75280"/>
                  </a:moveTo>
                  <a:cubicBezTo>
                    <a:pt x="284755" y="24794"/>
                    <a:pt x="149253" y="24613"/>
                    <a:pt x="35779" y="71471"/>
                  </a:cubicBezTo>
                  <a:cubicBezTo>
                    <a:pt x="22564" y="76927"/>
                    <a:pt x="7423" y="70639"/>
                    <a:pt x="1967" y="57420"/>
                  </a:cubicBezTo>
                  <a:cubicBezTo>
                    <a:pt x="-3490" y="44205"/>
                    <a:pt x="2798" y="29065"/>
                    <a:pt x="16017" y="23608"/>
                  </a:cubicBezTo>
                  <a:cubicBezTo>
                    <a:pt x="16723" y="23316"/>
                    <a:pt x="17432" y="23057"/>
                    <a:pt x="18149" y="22832"/>
                  </a:cubicBezTo>
                  <a:lnTo>
                    <a:pt x="18326" y="22776"/>
                  </a:lnTo>
                  <a:cubicBezTo>
                    <a:pt x="83771" y="2371"/>
                    <a:pt x="152508" y="-4053"/>
                    <a:pt x="219320" y="2419"/>
                  </a:cubicBezTo>
                  <a:cubicBezTo>
                    <a:pt x="286136" y="8889"/>
                    <a:pt x="351242" y="28304"/>
                    <a:pt x="409442" y="59748"/>
                  </a:cubicBezTo>
                  <a:cubicBezTo>
                    <a:pt x="413639" y="62016"/>
                    <a:pt x="415202" y="67255"/>
                    <a:pt x="412933" y="71452"/>
                  </a:cubicBezTo>
                  <a:cubicBezTo>
                    <a:pt x="410794" y="75420"/>
                    <a:pt x="405965" y="77016"/>
                    <a:pt x="401905" y="752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905794" y="2890066"/>
              <a:ext cx="161959" cy="90132"/>
            </a:xfrm>
            <a:custGeom>
              <a:avLst/>
              <a:gdLst>
                <a:gd name="connsiteX0" fmla="*/ 147691 w 161959"/>
                <a:gd name="connsiteY0" fmla="*/ 88099 h 90132"/>
                <a:gd name="connsiteX1" fmla="*/ 29099 w 161959"/>
                <a:gd name="connsiteY1" fmla="*/ 52099 h 90132"/>
                <a:gd name="connsiteX2" fmla="*/ 171 w 161959"/>
                <a:gd name="connsiteY2" fmla="*/ 29100 h 90132"/>
                <a:gd name="connsiteX3" fmla="*/ 23170 w 161959"/>
                <a:gd name="connsiteY3" fmla="*/ 172 h 90132"/>
                <a:gd name="connsiteX4" fmla="*/ 29676 w 161959"/>
                <a:gd name="connsiteY4" fmla="*/ 239 h 90132"/>
                <a:gd name="connsiteX5" fmla="*/ 30788 w 161959"/>
                <a:gd name="connsiteY5" fmla="*/ 401 h 90132"/>
                <a:gd name="connsiteX6" fmla="*/ 160241 w 161959"/>
                <a:gd name="connsiteY6" fmla="*/ 76258 h 90132"/>
                <a:gd name="connsiteX7" fmla="*/ 158460 w 161959"/>
                <a:gd name="connsiteY7" fmla="*/ 88413 h 90132"/>
                <a:gd name="connsiteX8" fmla="*/ 147776 w 161959"/>
                <a:gd name="connsiteY8" fmla="*/ 88173 h 90132"/>
                <a:gd name="connsiteX9" fmla="*/ 147691 w 161959"/>
                <a:gd name="connsiteY9" fmla="*/ 88099 h 9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59" h="90132">
                  <a:moveTo>
                    <a:pt x="147691" y="88099"/>
                  </a:moveTo>
                  <a:cubicBezTo>
                    <a:pt x="113209" y="59876"/>
                    <a:pt x="68746" y="47569"/>
                    <a:pt x="29099" y="52099"/>
                  </a:cubicBezTo>
                  <a:cubicBezTo>
                    <a:pt x="14761" y="53736"/>
                    <a:pt x="1808" y="43439"/>
                    <a:pt x="171" y="29100"/>
                  </a:cubicBezTo>
                  <a:cubicBezTo>
                    <a:pt x="-1466" y="14762"/>
                    <a:pt x="8831" y="1809"/>
                    <a:pt x="23170" y="172"/>
                  </a:cubicBezTo>
                  <a:cubicBezTo>
                    <a:pt x="25383" y="-83"/>
                    <a:pt x="27566" y="-50"/>
                    <a:pt x="29676" y="239"/>
                  </a:cubicBezTo>
                  <a:lnTo>
                    <a:pt x="30788" y="401"/>
                  </a:lnTo>
                  <a:cubicBezTo>
                    <a:pt x="84174" y="7982"/>
                    <a:pt x="130847" y="36774"/>
                    <a:pt x="160241" y="76258"/>
                  </a:cubicBezTo>
                  <a:cubicBezTo>
                    <a:pt x="163104" y="80107"/>
                    <a:pt x="162310" y="85549"/>
                    <a:pt x="158460" y="88413"/>
                  </a:cubicBezTo>
                  <a:cubicBezTo>
                    <a:pt x="155198" y="90844"/>
                    <a:pt x="150787" y="90637"/>
                    <a:pt x="147776" y="88173"/>
                  </a:cubicBezTo>
                  <a:lnTo>
                    <a:pt x="147691" y="8809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grpSp>
        <p:nvGrpSpPr>
          <p:cNvPr id="31" name="图形 4"/>
          <p:cNvGrpSpPr/>
          <p:nvPr/>
        </p:nvGrpSpPr>
        <p:grpSpPr>
          <a:xfrm>
            <a:off x="9570478" y="3190090"/>
            <a:ext cx="902703" cy="750612"/>
            <a:chOff x="2297623" y="3214134"/>
            <a:chExt cx="344188" cy="286198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0" scaled="1"/>
            <a:tileRect/>
          </a:gradFill>
        </p:grpSpPr>
        <p:sp>
          <p:nvSpPr>
            <p:cNvPr id="35" name="任意多边形: 形状 34"/>
            <p:cNvSpPr/>
            <p:nvPr/>
          </p:nvSpPr>
          <p:spPr>
            <a:xfrm>
              <a:off x="2307070" y="3428254"/>
              <a:ext cx="141811" cy="72078"/>
            </a:xfrm>
            <a:custGeom>
              <a:avLst/>
              <a:gdLst>
                <a:gd name="connsiteX0" fmla="*/ 9362 w 141811"/>
                <a:gd name="connsiteY0" fmla="*/ 25070 h 72078"/>
                <a:gd name="connsiteX1" fmla="*/ 58308 w 141811"/>
                <a:gd name="connsiteY1" fmla="*/ 34276 h 72078"/>
                <a:gd name="connsiteX2" fmla="*/ 94788 w 141811"/>
                <a:gd name="connsiteY2" fmla="*/ 62070 h 72078"/>
                <a:gd name="connsiteX3" fmla="*/ 131803 w 141811"/>
                <a:gd name="connsiteY3" fmla="*/ 66397 h 72078"/>
                <a:gd name="connsiteX4" fmla="*/ 136130 w 141811"/>
                <a:gd name="connsiteY4" fmla="*/ 29385 h 72078"/>
                <a:gd name="connsiteX5" fmla="*/ 129897 w 141811"/>
                <a:gd name="connsiteY5" fmla="*/ 23677 h 72078"/>
                <a:gd name="connsiteX6" fmla="*/ 128179 w 141811"/>
                <a:gd name="connsiteY6" fmla="*/ 22572 h 72078"/>
                <a:gd name="connsiteX7" fmla="*/ 66576 w 141811"/>
                <a:gd name="connsiteY7" fmla="*/ 793 h 72078"/>
                <a:gd name="connsiteX8" fmla="*/ 5638 w 141811"/>
                <a:gd name="connsiteY8" fmla="*/ 8222 h 72078"/>
                <a:gd name="connsiteX9" fmla="*/ 566 w 141811"/>
                <a:gd name="connsiteY9" fmla="*/ 19458 h 72078"/>
                <a:gd name="connsiteX10" fmla="*/ 9152 w 141811"/>
                <a:gd name="connsiteY10" fmla="*/ 25084 h 72078"/>
                <a:gd name="connsiteX11" fmla="*/ 9362 w 141811"/>
                <a:gd name="connsiteY11" fmla="*/ 25070 h 72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811" h="72078">
                  <a:moveTo>
                    <a:pt x="9362" y="25070"/>
                  </a:moveTo>
                  <a:cubicBezTo>
                    <a:pt x="26660" y="24187"/>
                    <a:pt x="43537" y="27670"/>
                    <a:pt x="58308" y="34276"/>
                  </a:cubicBezTo>
                  <a:cubicBezTo>
                    <a:pt x="73086" y="40871"/>
                    <a:pt x="85758" y="50654"/>
                    <a:pt x="94788" y="62070"/>
                  </a:cubicBezTo>
                  <a:cubicBezTo>
                    <a:pt x="103813" y="73487"/>
                    <a:pt x="120387" y="75422"/>
                    <a:pt x="131803" y="66397"/>
                  </a:cubicBezTo>
                  <a:cubicBezTo>
                    <a:pt x="143220" y="57371"/>
                    <a:pt x="145155" y="40797"/>
                    <a:pt x="136130" y="29385"/>
                  </a:cubicBezTo>
                  <a:cubicBezTo>
                    <a:pt x="134319" y="27098"/>
                    <a:pt x="132210" y="25192"/>
                    <a:pt x="129897" y="23677"/>
                  </a:cubicBezTo>
                  <a:lnTo>
                    <a:pt x="128179" y="22572"/>
                  </a:lnTo>
                  <a:cubicBezTo>
                    <a:pt x="108964" y="10110"/>
                    <a:pt x="87657" y="3050"/>
                    <a:pt x="66576" y="793"/>
                  </a:cubicBezTo>
                  <a:cubicBezTo>
                    <a:pt x="45488" y="-1461"/>
                    <a:pt x="24451" y="1114"/>
                    <a:pt x="5638" y="8222"/>
                  </a:cubicBezTo>
                  <a:cubicBezTo>
                    <a:pt x="1135" y="9922"/>
                    <a:pt x="-1137" y="14954"/>
                    <a:pt x="566" y="19458"/>
                  </a:cubicBezTo>
                  <a:cubicBezTo>
                    <a:pt x="1936" y="23089"/>
                    <a:pt x="5472" y="25269"/>
                    <a:pt x="9152" y="25084"/>
                  </a:cubicBezTo>
                  <a:lnTo>
                    <a:pt x="9362" y="250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2297623" y="3330564"/>
              <a:ext cx="344188" cy="94239"/>
            </a:xfrm>
            <a:custGeom>
              <a:avLst/>
              <a:gdLst>
                <a:gd name="connsiteX0" fmla="*/ 10252 w 344188"/>
                <a:gd name="connsiteY0" fmla="*/ 35177 h 94239"/>
                <a:gd name="connsiteX1" fmla="*/ 304500 w 344188"/>
                <a:gd name="connsiteY1" fmla="*/ 90266 h 94239"/>
                <a:gd name="connsiteX2" fmla="*/ 340215 w 344188"/>
                <a:gd name="connsiteY2" fmla="*/ 82112 h 94239"/>
                <a:gd name="connsiteX3" fmla="*/ 332061 w 344188"/>
                <a:gd name="connsiteY3" fmla="*/ 46394 h 94239"/>
                <a:gd name="connsiteX4" fmla="*/ 329604 w 344188"/>
                <a:gd name="connsiteY4" fmla="*/ 45027 h 94239"/>
                <a:gd name="connsiteX5" fmla="*/ 329423 w 344188"/>
                <a:gd name="connsiteY5" fmla="*/ 44942 h 94239"/>
                <a:gd name="connsiteX6" fmla="*/ 6151 w 344188"/>
                <a:gd name="connsiteY6" fmla="*/ 18415 h 94239"/>
                <a:gd name="connsiteX7" fmla="*/ 369 w 344188"/>
                <a:gd name="connsiteY7" fmla="*/ 29181 h 94239"/>
                <a:gd name="connsiteX8" fmla="*/ 10189 w 344188"/>
                <a:gd name="connsiteY8" fmla="*/ 35192 h 94239"/>
                <a:gd name="connsiteX9" fmla="*/ 10252 w 344188"/>
                <a:gd name="connsiteY9" fmla="*/ 35177 h 9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188" h="94239">
                  <a:moveTo>
                    <a:pt x="10252" y="35177"/>
                  </a:moveTo>
                  <a:cubicBezTo>
                    <a:pt x="112676" y="16013"/>
                    <a:pt x="220032" y="37194"/>
                    <a:pt x="304500" y="90266"/>
                  </a:cubicBezTo>
                  <a:cubicBezTo>
                    <a:pt x="316614" y="97877"/>
                    <a:pt x="332604" y="94227"/>
                    <a:pt x="340215" y="82112"/>
                  </a:cubicBezTo>
                  <a:cubicBezTo>
                    <a:pt x="347826" y="69998"/>
                    <a:pt x="344176" y="54008"/>
                    <a:pt x="332061" y="46394"/>
                  </a:cubicBezTo>
                  <a:cubicBezTo>
                    <a:pt x="331256" y="45887"/>
                    <a:pt x="330436" y="45433"/>
                    <a:pt x="329604" y="45027"/>
                  </a:cubicBezTo>
                  <a:lnTo>
                    <a:pt x="329423" y="44942"/>
                  </a:lnTo>
                  <a:cubicBezTo>
                    <a:pt x="227646" y="-4388"/>
                    <a:pt x="110178" y="-12919"/>
                    <a:pt x="6151" y="18415"/>
                  </a:cubicBezTo>
                  <a:cubicBezTo>
                    <a:pt x="1581" y="19789"/>
                    <a:pt x="-1005" y="24611"/>
                    <a:pt x="369" y="29181"/>
                  </a:cubicBezTo>
                  <a:cubicBezTo>
                    <a:pt x="1651" y="33437"/>
                    <a:pt x="5918" y="35971"/>
                    <a:pt x="10189" y="35192"/>
                  </a:cubicBezTo>
                  <a:lnTo>
                    <a:pt x="10252" y="35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 rot="20395347">
              <a:off x="2324264" y="3214134"/>
              <a:ext cx="131515" cy="56235"/>
            </a:xfrm>
            <a:custGeom>
              <a:avLst/>
              <a:gdLst>
                <a:gd name="connsiteX0" fmla="*/ 10604 w 131515"/>
                <a:gd name="connsiteY0" fmla="*/ 36281 h 56235"/>
                <a:gd name="connsiteX1" fmla="*/ 90088 w 131515"/>
                <a:gd name="connsiteY1" fmla="*/ 51654 h 56235"/>
                <a:gd name="connsiteX2" fmla="*/ 126934 w 131515"/>
                <a:gd name="connsiteY2" fmla="*/ 44605 h 56235"/>
                <a:gd name="connsiteX3" fmla="*/ 119885 w 131515"/>
                <a:gd name="connsiteY3" fmla="*/ 7759 h 56235"/>
                <a:gd name="connsiteX4" fmla="*/ 110696 w 131515"/>
                <a:gd name="connsiteY4" fmla="*/ 3795 h 56235"/>
                <a:gd name="connsiteX5" fmla="*/ 108550 w 131515"/>
                <a:gd name="connsiteY5" fmla="*/ 3337 h 56235"/>
                <a:gd name="connsiteX6" fmla="*/ 4175 w 131515"/>
                <a:gd name="connsiteY6" fmla="*/ 20265 h 56235"/>
                <a:gd name="connsiteX7" fmla="*/ 1293 w 131515"/>
                <a:gd name="connsiteY7" fmla="*/ 32302 h 56235"/>
                <a:gd name="connsiteX8" fmla="*/ 10367 w 131515"/>
                <a:gd name="connsiteY8" fmla="*/ 36329 h 56235"/>
                <a:gd name="connsiteX9" fmla="*/ 10604 w 131515"/>
                <a:gd name="connsiteY9" fmla="*/ 36281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515" h="56235">
                  <a:moveTo>
                    <a:pt x="10604" y="36281"/>
                  </a:moveTo>
                  <a:cubicBezTo>
                    <a:pt x="39776" y="30732"/>
                    <a:pt x="69132" y="37430"/>
                    <a:pt x="90088" y="51654"/>
                  </a:cubicBezTo>
                  <a:cubicBezTo>
                    <a:pt x="102210" y="59882"/>
                    <a:pt x="118706" y="56727"/>
                    <a:pt x="126934" y="44605"/>
                  </a:cubicBezTo>
                  <a:cubicBezTo>
                    <a:pt x="135161" y="32483"/>
                    <a:pt x="132006" y="15987"/>
                    <a:pt x="119885" y="7759"/>
                  </a:cubicBezTo>
                  <a:cubicBezTo>
                    <a:pt x="117010" y="5809"/>
                    <a:pt x="113892" y="4497"/>
                    <a:pt x="110696" y="3795"/>
                  </a:cubicBezTo>
                  <a:lnTo>
                    <a:pt x="108550" y="3337"/>
                  </a:lnTo>
                  <a:cubicBezTo>
                    <a:pt x="70884" y="-4828"/>
                    <a:pt x="33236" y="2436"/>
                    <a:pt x="4175" y="20265"/>
                  </a:cubicBezTo>
                  <a:cubicBezTo>
                    <a:pt x="56" y="22793"/>
                    <a:pt x="-1234" y="28179"/>
                    <a:pt x="1293" y="32302"/>
                  </a:cubicBezTo>
                  <a:cubicBezTo>
                    <a:pt x="3244" y="35483"/>
                    <a:pt x="6905" y="36980"/>
                    <a:pt x="10367" y="36329"/>
                  </a:cubicBezTo>
                  <a:lnTo>
                    <a:pt x="10604" y="3628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4" name="图形 11438" descr="D:\51PPT模板网\51pptmoban.com\图片.jpg"/>
          <p:cNvGrpSpPr/>
          <p:nvPr/>
        </p:nvGrpSpPr>
        <p:grpSpPr>
          <a:xfrm>
            <a:off x="2265722" y="4427974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grpSp>
        <p:nvGrpSpPr>
          <p:cNvPr id="1302" name="图形 11438"/>
          <p:cNvGrpSpPr/>
          <p:nvPr/>
        </p:nvGrpSpPr>
        <p:grpSpPr>
          <a:xfrm>
            <a:off x="8572375" y="402331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sp>
        <p:nvSpPr>
          <p:cNvPr id="54" name="文本框 53"/>
          <p:cNvSpPr txBox="1"/>
          <p:nvPr/>
        </p:nvSpPr>
        <p:spPr>
          <a:xfrm>
            <a:off x="2289810" y="1980323"/>
            <a:ext cx="7612380" cy="19380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学院党委副书记、院长</a:t>
            </a:r>
            <a:endParaRPr lang="en-US" altLang="zh-CN" sz="6000" spc="-150" dirty="0">
              <a:gradFill>
                <a:gsLst>
                  <a:gs pos="3670">
                    <a:srgbClr val="EE822F">
                      <a:lumMod val="40000"/>
                      <a:lumOff val="60000"/>
                    </a:srgbClr>
                  </a:gs>
                  <a:gs pos="34000">
                    <a:srgbClr val="75BD42">
                      <a:lumMod val="20000"/>
                      <a:lumOff val="80000"/>
                    </a:srgbClr>
                  </a:gs>
                  <a:gs pos="100000">
                    <a:srgbClr val="EE822F">
                      <a:lumMod val="40000"/>
                      <a:lumOff val="60000"/>
                    </a:srgbClr>
                  </a:gs>
                </a:gsLst>
                <a:lin ang="5400000" scaled="1"/>
              </a:gradFill>
              <a:latin typeface="STXinwei" panose="02010800040101010101" pitchFamily="2" charset="-122"/>
              <a:ea typeface="STXinwei" panose="02010800040101010101" pitchFamily="2" charset="-122"/>
              <a:cs typeface="Times New Roman" panose="02020603050405020304" pitchFamily="18" charset="0"/>
            </a:endParaRPr>
          </a:p>
          <a:p>
            <a:pPr algn="ctr" defTabSz="914400">
              <a:defRPr/>
            </a:pPr>
            <a:r>
              <a:rPr lang="zh-CN" altLang="en-US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王琦教授讲话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图形 4"/>
          <p:cNvGrpSpPr/>
          <p:nvPr/>
        </p:nvGrpSpPr>
        <p:grpSpPr>
          <a:xfrm>
            <a:off x="2747351" y="2959583"/>
            <a:ext cx="925830" cy="337751"/>
            <a:chOff x="643174" y="2890066"/>
            <a:chExt cx="424579" cy="154890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10800000" scaled="1"/>
            <a:tileRect/>
          </a:gradFill>
        </p:grpSpPr>
        <p:sp>
          <p:nvSpPr>
            <p:cNvPr id="40" name="任意多边形: 形状 39"/>
            <p:cNvSpPr/>
            <p:nvPr/>
          </p:nvSpPr>
          <p:spPr>
            <a:xfrm>
              <a:off x="643174" y="2968980"/>
              <a:ext cx="413973" cy="75976"/>
            </a:xfrm>
            <a:custGeom>
              <a:avLst/>
              <a:gdLst>
                <a:gd name="connsiteX0" fmla="*/ 401905 w 413973"/>
                <a:gd name="connsiteY0" fmla="*/ 75280 h 75976"/>
                <a:gd name="connsiteX1" fmla="*/ 35779 w 413973"/>
                <a:gd name="connsiteY1" fmla="*/ 71471 h 75976"/>
                <a:gd name="connsiteX2" fmla="*/ 1967 w 413973"/>
                <a:gd name="connsiteY2" fmla="*/ 57420 h 75976"/>
                <a:gd name="connsiteX3" fmla="*/ 16017 w 413973"/>
                <a:gd name="connsiteY3" fmla="*/ 23608 h 75976"/>
                <a:gd name="connsiteX4" fmla="*/ 18149 w 413973"/>
                <a:gd name="connsiteY4" fmla="*/ 22832 h 75976"/>
                <a:gd name="connsiteX5" fmla="*/ 18326 w 413973"/>
                <a:gd name="connsiteY5" fmla="*/ 22776 h 75976"/>
                <a:gd name="connsiteX6" fmla="*/ 219320 w 413973"/>
                <a:gd name="connsiteY6" fmla="*/ 2419 h 75976"/>
                <a:gd name="connsiteX7" fmla="*/ 409442 w 413973"/>
                <a:gd name="connsiteY7" fmla="*/ 59748 h 75976"/>
                <a:gd name="connsiteX8" fmla="*/ 412933 w 413973"/>
                <a:gd name="connsiteY8" fmla="*/ 71452 h 75976"/>
                <a:gd name="connsiteX9" fmla="*/ 401905 w 413973"/>
                <a:gd name="connsiteY9" fmla="*/ 75280 h 7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973" h="75976">
                  <a:moveTo>
                    <a:pt x="401905" y="75280"/>
                  </a:moveTo>
                  <a:cubicBezTo>
                    <a:pt x="284755" y="24794"/>
                    <a:pt x="149253" y="24613"/>
                    <a:pt x="35779" y="71471"/>
                  </a:cubicBezTo>
                  <a:cubicBezTo>
                    <a:pt x="22564" y="76927"/>
                    <a:pt x="7423" y="70639"/>
                    <a:pt x="1967" y="57420"/>
                  </a:cubicBezTo>
                  <a:cubicBezTo>
                    <a:pt x="-3490" y="44205"/>
                    <a:pt x="2798" y="29065"/>
                    <a:pt x="16017" y="23608"/>
                  </a:cubicBezTo>
                  <a:cubicBezTo>
                    <a:pt x="16723" y="23316"/>
                    <a:pt x="17432" y="23057"/>
                    <a:pt x="18149" y="22832"/>
                  </a:cubicBezTo>
                  <a:lnTo>
                    <a:pt x="18326" y="22776"/>
                  </a:lnTo>
                  <a:cubicBezTo>
                    <a:pt x="83771" y="2371"/>
                    <a:pt x="152508" y="-4053"/>
                    <a:pt x="219320" y="2419"/>
                  </a:cubicBezTo>
                  <a:cubicBezTo>
                    <a:pt x="286136" y="8889"/>
                    <a:pt x="351242" y="28304"/>
                    <a:pt x="409442" y="59748"/>
                  </a:cubicBezTo>
                  <a:cubicBezTo>
                    <a:pt x="413639" y="62016"/>
                    <a:pt x="415202" y="67255"/>
                    <a:pt x="412933" y="71452"/>
                  </a:cubicBezTo>
                  <a:cubicBezTo>
                    <a:pt x="410794" y="75420"/>
                    <a:pt x="405965" y="77016"/>
                    <a:pt x="401905" y="752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905794" y="2890066"/>
              <a:ext cx="161959" cy="90132"/>
            </a:xfrm>
            <a:custGeom>
              <a:avLst/>
              <a:gdLst>
                <a:gd name="connsiteX0" fmla="*/ 147691 w 161959"/>
                <a:gd name="connsiteY0" fmla="*/ 88099 h 90132"/>
                <a:gd name="connsiteX1" fmla="*/ 29099 w 161959"/>
                <a:gd name="connsiteY1" fmla="*/ 52099 h 90132"/>
                <a:gd name="connsiteX2" fmla="*/ 171 w 161959"/>
                <a:gd name="connsiteY2" fmla="*/ 29100 h 90132"/>
                <a:gd name="connsiteX3" fmla="*/ 23170 w 161959"/>
                <a:gd name="connsiteY3" fmla="*/ 172 h 90132"/>
                <a:gd name="connsiteX4" fmla="*/ 29676 w 161959"/>
                <a:gd name="connsiteY4" fmla="*/ 239 h 90132"/>
                <a:gd name="connsiteX5" fmla="*/ 30788 w 161959"/>
                <a:gd name="connsiteY5" fmla="*/ 401 h 90132"/>
                <a:gd name="connsiteX6" fmla="*/ 160241 w 161959"/>
                <a:gd name="connsiteY6" fmla="*/ 76258 h 90132"/>
                <a:gd name="connsiteX7" fmla="*/ 158460 w 161959"/>
                <a:gd name="connsiteY7" fmla="*/ 88413 h 90132"/>
                <a:gd name="connsiteX8" fmla="*/ 147776 w 161959"/>
                <a:gd name="connsiteY8" fmla="*/ 88173 h 90132"/>
                <a:gd name="connsiteX9" fmla="*/ 147691 w 161959"/>
                <a:gd name="connsiteY9" fmla="*/ 88099 h 9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59" h="90132">
                  <a:moveTo>
                    <a:pt x="147691" y="88099"/>
                  </a:moveTo>
                  <a:cubicBezTo>
                    <a:pt x="113209" y="59876"/>
                    <a:pt x="68746" y="47569"/>
                    <a:pt x="29099" y="52099"/>
                  </a:cubicBezTo>
                  <a:cubicBezTo>
                    <a:pt x="14761" y="53736"/>
                    <a:pt x="1808" y="43439"/>
                    <a:pt x="171" y="29100"/>
                  </a:cubicBezTo>
                  <a:cubicBezTo>
                    <a:pt x="-1466" y="14762"/>
                    <a:pt x="8831" y="1809"/>
                    <a:pt x="23170" y="172"/>
                  </a:cubicBezTo>
                  <a:cubicBezTo>
                    <a:pt x="25383" y="-83"/>
                    <a:pt x="27566" y="-50"/>
                    <a:pt x="29676" y="239"/>
                  </a:cubicBezTo>
                  <a:lnTo>
                    <a:pt x="30788" y="401"/>
                  </a:lnTo>
                  <a:cubicBezTo>
                    <a:pt x="84174" y="7982"/>
                    <a:pt x="130847" y="36774"/>
                    <a:pt x="160241" y="76258"/>
                  </a:cubicBezTo>
                  <a:cubicBezTo>
                    <a:pt x="163104" y="80107"/>
                    <a:pt x="162310" y="85549"/>
                    <a:pt x="158460" y="88413"/>
                  </a:cubicBezTo>
                  <a:cubicBezTo>
                    <a:pt x="155198" y="90844"/>
                    <a:pt x="150787" y="90637"/>
                    <a:pt x="147776" y="88173"/>
                  </a:cubicBezTo>
                  <a:lnTo>
                    <a:pt x="147691" y="8809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grpSp>
        <p:nvGrpSpPr>
          <p:cNvPr id="31" name="图形 4"/>
          <p:cNvGrpSpPr/>
          <p:nvPr/>
        </p:nvGrpSpPr>
        <p:grpSpPr>
          <a:xfrm>
            <a:off x="8381563" y="2828832"/>
            <a:ext cx="927620" cy="771331"/>
            <a:chOff x="2297623" y="3214134"/>
            <a:chExt cx="344188" cy="286198"/>
          </a:xfr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0" scaled="1"/>
            <a:tileRect/>
          </a:gradFill>
        </p:grpSpPr>
        <p:sp>
          <p:nvSpPr>
            <p:cNvPr id="35" name="任意多边形: 形状 34"/>
            <p:cNvSpPr/>
            <p:nvPr/>
          </p:nvSpPr>
          <p:spPr>
            <a:xfrm>
              <a:off x="2307070" y="3428254"/>
              <a:ext cx="141811" cy="72078"/>
            </a:xfrm>
            <a:custGeom>
              <a:avLst/>
              <a:gdLst>
                <a:gd name="connsiteX0" fmla="*/ 9362 w 141811"/>
                <a:gd name="connsiteY0" fmla="*/ 25070 h 72078"/>
                <a:gd name="connsiteX1" fmla="*/ 58308 w 141811"/>
                <a:gd name="connsiteY1" fmla="*/ 34276 h 72078"/>
                <a:gd name="connsiteX2" fmla="*/ 94788 w 141811"/>
                <a:gd name="connsiteY2" fmla="*/ 62070 h 72078"/>
                <a:gd name="connsiteX3" fmla="*/ 131803 w 141811"/>
                <a:gd name="connsiteY3" fmla="*/ 66397 h 72078"/>
                <a:gd name="connsiteX4" fmla="*/ 136130 w 141811"/>
                <a:gd name="connsiteY4" fmla="*/ 29385 h 72078"/>
                <a:gd name="connsiteX5" fmla="*/ 129897 w 141811"/>
                <a:gd name="connsiteY5" fmla="*/ 23677 h 72078"/>
                <a:gd name="connsiteX6" fmla="*/ 128179 w 141811"/>
                <a:gd name="connsiteY6" fmla="*/ 22572 h 72078"/>
                <a:gd name="connsiteX7" fmla="*/ 66576 w 141811"/>
                <a:gd name="connsiteY7" fmla="*/ 793 h 72078"/>
                <a:gd name="connsiteX8" fmla="*/ 5638 w 141811"/>
                <a:gd name="connsiteY8" fmla="*/ 8222 h 72078"/>
                <a:gd name="connsiteX9" fmla="*/ 566 w 141811"/>
                <a:gd name="connsiteY9" fmla="*/ 19458 h 72078"/>
                <a:gd name="connsiteX10" fmla="*/ 9152 w 141811"/>
                <a:gd name="connsiteY10" fmla="*/ 25084 h 72078"/>
                <a:gd name="connsiteX11" fmla="*/ 9362 w 141811"/>
                <a:gd name="connsiteY11" fmla="*/ 25070 h 72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811" h="72078">
                  <a:moveTo>
                    <a:pt x="9362" y="25070"/>
                  </a:moveTo>
                  <a:cubicBezTo>
                    <a:pt x="26660" y="24187"/>
                    <a:pt x="43537" y="27670"/>
                    <a:pt x="58308" y="34276"/>
                  </a:cubicBezTo>
                  <a:cubicBezTo>
                    <a:pt x="73086" y="40871"/>
                    <a:pt x="85758" y="50654"/>
                    <a:pt x="94788" y="62070"/>
                  </a:cubicBezTo>
                  <a:cubicBezTo>
                    <a:pt x="103813" y="73487"/>
                    <a:pt x="120387" y="75422"/>
                    <a:pt x="131803" y="66397"/>
                  </a:cubicBezTo>
                  <a:cubicBezTo>
                    <a:pt x="143220" y="57371"/>
                    <a:pt x="145155" y="40797"/>
                    <a:pt x="136130" y="29385"/>
                  </a:cubicBezTo>
                  <a:cubicBezTo>
                    <a:pt x="134319" y="27098"/>
                    <a:pt x="132210" y="25192"/>
                    <a:pt x="129897" y="23677"/>
                  </a:cubicBezTo>
                  <a:lnTo>
                    <a:pt x="128179" y="22572"/>
                  </a:lnTo>
                  <a:cubicBezTo>
                    <a:pt x="108964" y="10110"/>
                    <a:pt x="87657" y="3050"/>
                    <a:pt x="66576" y="793"/>
                  </a:cubicBezTo>
                  <a:cubicBezTo>
                    <a:pt x="45488" y="-1461"/>
                    <a:pt x="24451" y="1114"/>
                    <a:pt x="5638" y="8222"/>
                  </a:cubicBezTo>
                  <a:cubicBezTo>
                    <a:pt x="1135" y="9922"/>
                    <a:pt x="-1137" y="14954"/>
                    <a:pt x="566" y="19458"/>
                  </a:cubicBezTo>
                  <a:cubicBezTo>
                    <a:pt x="1936" y="23089"/>
                    <a:pt x="5472" y="25269"/>
                    <a:pt x="9152" y="25084"/>
                  </a:cubicBezTo>
                  <a:lnTo>
                    <a:pt x="9362" y="250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2297623" y="3330564"/>
              <a:ext cx="344188" cy="94239"/>
            </a:xfrm>
            <a:custGeom>
              <a:avLst/>
              <a:gdLst>
                <a:gd name="connsiteX0" fmla="*/ 10252 w 344188"/>
                <a:gd name="connsiteY0" fmla="*/ 35177 h 94239"/>
                <a:gd name="connsiteX1" fmla="*/ 304500 w 344188"/>
                <a:gd name="connsiteY1" fmla="*/ 90266 h 94239"/>
                <a:gd name="connsiteX2" fmla="*/ 340215 w 344188"/>
                <a:gd name="connsiteY2" fmla="*/ 82112 h 94239"/>
                <a:gd name="connsiteX3" fmla="*/ 332061 w 344188"/>
                <a:gd name="connsiteY3" fmla="*/ 46394 h 94239"/>
                <a:gd name="connsiteX4" fmla="*/ 329604 w 344188"/>
                <a:gd name="connsiteY4" fmla="*/ 45027 h 94239"/>
                <a:gd name="connsiteX5" fmla="*/ 329423 w 344188"/>
                <a:gd name="connsiteY5" fmla="*/ 44942 h 94239"/>
                <a:gd name="connsiteX6" fmla="*/ 6151 w 344188"/>
                <a:gd name="connsiteY6" fmla="*/ 18415 h 94239"/>
                <a:gd name="connsiteX7" fmla="*/ 369 w 344188"/>
                <a:gd name="connsiteY7" fmla="*/ 29181 h 94239"/>
                <a:gd name="connsiteX8" fmla="*/ 10189 w 344188"/>
                <a:gd name="connsiteY8" fmla="*/ 35192 h 94239"/>
                <a:gd name="connsiteX9" fmla="*/ 10252 w 344188"/>
                <a:gd name="connsiteY9" fmla="*/ 35177 h 9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188" h="94239">
                  <a:moveTo>
                    <a:pt x="10252" y="35177"/>
                  </a:moveTo>
                  <a:cubicBezTo>
                    <a:pt x="112676" y="16013"/>
                    <a:pt x="220032" y="37194"/>
                    <a:pt x="304500" y="90266"/>
                  </a:cubicBezTo>
                  <a:cubicBezTo>
                    <a:pt x="316614" y="97877"/>
                    <a:pt x="332604" y="94227"/>
                    <a:pt x="340215" y="82112"/>
                  </a:cubicBezTo>
                  <a:cubicBezTo>
                    <a:pt x="347826" y="69998"/>
                    <a:pt x="344176" y="54008"/>
                    <a:pt x="332061" y="46394"/>
                  </a:cubicBezTo>
                  <a:cubicBezTo>
                    <a:pt x="331256" y="45887"/>
                    <a:pt x="330436" y="45433"/>
                    <a:pt x="329604" y="45027"/>
                  </a:cubicBezTo>
                  <a:lnTo>
                    <a:pt x="329423" y="44942"/>
                  </a:lnTo>
                  <a:cubicBezTo>
                    <a:pt x="227646" y="-4388"/>
                    <a:pt x="110178" y="-12919"/>
                    <a:pt x="6151" y="18415"/>
                  </a:cubicBezTo>
                  <a:cubicBezTo>
                    <a:pt x="1581" y="19789"/>
                    <a:pt x="-1005" y="24611"/>
                    <a:pt x="369" y="29181"/>
                  </a:cubicBezTo>
                  <a:cubicBezTo>
                    <a:pt x="1651" y="33437"/>
                    <a:pt x="5918" y="35971"/>
                    <a:pt x="10189" y="35192"/>
                  </a:cubicBezTo>
                  <a:lnTo>
                    <a:pt x="10252" y="35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  <p:sp>
          <p:nvSpPr>
            <p:cNvPr id="37" name="任意多边形: 形状 36"/>
            <p:cNvSpPr/>
            <p:nvPr/>
          </p:nvSpPr>
          <p:spPr>
            <a:xfrm rot="20395347">
              <a:off x="2324264" y="3214134"/>
              <a:ext cx="131515" cy="56235"/>
            </a:xfrm>
            <a:custGeom>
              <a:avLst/>
              <a:gdLst>
                <a:gd name="connsiteX0" fmla="*/ 10604 w 131515"/>
                <a:gd name="connsiteY0" fmla="*/ 36281 h 56235"/>
                <a:gd name="connsiteX1" fmla="*/ 90088 w 131515"/>
                <a:gd name="connsiteY1" fmla="*/ 51654 h 56235"/>
                <a:gd name="connsiteX2" fmla="*/ 126934 w 131515"/>
                <a:gd name="connsiteY2" fmla="*/ 44605 h 56235"/>
                <a:gd name="connsiteX3" fmla="*/ 119885 w 131515"/>
                <a:gd name="connsiteY3" fmla="*/ 7759 h 56235"/>
                <a:gd name="connsiteX4" fmla="*/ 110696 w 131515"/>
                <a:gd name="connsiteY4" fmla="*/ 3795 h 56235"/>
                <a:gd name="connsiteX5" fmla="*/ 108550 w 131515"/>
                <a:gd name="connsiteY5" fmla="*/ 3337 h 56235"/>
                <a:gd name="connsiteX6" fmla="*/ 4175 w 131515"/>
                <a:gd name="connsiteY6" fmla="*/ 20265 h 56235"/>
                <a:gd name="connsiteX7" fmla="*/ 1293 w 131515"/>
                <a:gd name="connsiteY7" fmla="*/ 32302 h 56235"/>
                <a:gd name="connsiteX8" fmla="*/ 10367 w 131515"/>
                <a:gd name="connsiteY8" fmla="*/ 36329 h 56235"/>
                <a:gd name="connsiteX9" fmla="*/ 10604 w 131515"/>
                <a:gd name="connsiteY9" fmla="*/ 36281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515" h="56235">
                  <a:moveTo>
                    <a:pt x="10604" y="36281"/>
                  </a:moveTo>
                  <a:cubicBezTo>
                    <a:pt x="39776" y="30732"/>
                    <a:pt x="69132" y="37430"/>
                    <a:pt x="90088" y="51654"/>
                  </a:cubicBezTo>
                  <a:cubicBezTo>
                    <a:pt x="102210" y="59882"/>
                    <a:pt x="118706" y="56727"/>
                    <a:pt x="126934" y="44605"/>
                  </a:cubicBezTo>
                  <a:cubicBezTo>
                    <a:pt x="135161" y="32483"/>
                    <a:pt x="132006" y="15987"/>
                    <a:pt x="119885" y="7759"/>
                  </a:cubicBezTo>
                  <a:cubicBezTo>
                    <a:pt x="117010" y="5809"/>
                    <a:pt x="113892" y="4497"/>
                    <a:pt x="110696" y="3795"/>
                  </a:cubicBezTo>
                  <a:lnTo>
                    <a:pt x="108550" y="3337"/>
                  </a:lnTo>
                  <a:cubicBezTo>
                    <a:pt x="70884" y="-4828"/>
                    <a:pt x="33236" y="2436"/>
                    <a:pt x="4175" y="20265"/>
                  </a:cubicBezTo>
                  <a:cubicBezTo>
                    <a:pt x="56" y="22793"/>
                    <a:pt x="-1234" y="28179"/>
                    <a:pt x="1293" y="32302"/>
                  </a:cubicBezTo>
                  <a:cubicBezTo>
                    <a:pt x="3244" y="35483"/>
                    <a:pt x="6905" y="36980"/>
                    <a:pt x="10367" y="36329"/>
                  </a:cubicBezTo>
                  <a:lnTo>
                    <a:pt x="10604" y="3628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Light" panose="020F0502020204030204"/>
                <a:cs typeface="+mn-ea"/>
                <a:sym typeface="+mn-lt"/>
              </a:endParaRPr>
            </a:p>
          </p:txBody>
        </p:sp>
      </p:grpSp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4" name="图形 11438" descr="D:\51PPT模板网\51pptmoban.com\图片.jpg"/>
          <p:cNvGrpSpPr/>
          <p:nvPr/>
        </p:nvGrpSpPr>
        <p:grpSpPr>
          <a:xfrm>
            <a:off x="2265722" y="4427974"/>
            <a:ext cx="1313908" cy="1191032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61000">
                <a:schemeClr val="accent4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51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063" name="任意多边形: 形状 1062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4" name="任意多边形: 形状 1063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5" name="任意多边形: 形状 1064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6" name="任意多边形: 形状 1065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7" name="任意多边形: 形状 1066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8" name="任意多边形: 形状 1067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9" name="任意多边形: 形状 1068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0" name="任意多边形: 形状 1069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1" name="任意多边形: 形状 1070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2" name="任意多边形: 形状 1071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3" name="任意多边形: 形状 1072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4" name="任意多边形: 形状 1073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5" name="任意多边形: 形状 1074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6" name="任意多边形: 形状 1075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7" name="任意多边形: 形状 1076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8" name="任意多边形: 形状 1077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9" name="任意多边形: 形状 1078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57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050" name="任意多边形: 形状 1049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1" name="任意多边形: 形状 1050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2" name="任意多边形: 形状 1051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3" name="任意多边形: 形状 1052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4" name="任意多边形: 形状 1053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5" name="任意多边形: 形状 1054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6" name="任意多边形: 形状 1055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7" name="任意多边形: 形状 1056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8" name="任意多边形: 形状 1057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9" name="任意多边形: 形状 1058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0" name="任意多边形: 形状 1059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1" name="任意多边形: 形状 1060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2" name="任意多边形: 形状 1061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034" name="任意多边形: 形状 1033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5" name="任意多边形: 形状 1034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6" name="任意多边形: 形状 1035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7" name="任意多边形: 形状 1036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8" name="任意多边形: 形状 1037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9" name="任意多边形: 形状 1038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0" name="任意多边形: 形状 1039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1" name="任意多边形: 形状 1040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2" name="任意多边形: 形状 1041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3" name="任意多边形: 形状 1042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4" name="任意多边形: 形状 1043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5" name="任意多边形: 形状 1044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6" name="任意多边形: 形状 1045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7" name="任意多边形: 形状 1046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8" name="任意多边形: 形状 1047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9" name="任意多边形: 形状 1048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03" name="任意多边形: 形状 10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4" name="任意多边形: 形状 1023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5" name="任意多边形: 形状 1024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7" name="任意多边形: 形状 1026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8" name="任意多边形: 形状 1027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9" name="任意多边形: 形状 1028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0" name="任意多边形: 形状 1029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1" name="任意多边形: 形状 1030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2" name="任意多边形: 形状 1031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33" name="任意多边形: 形状 1032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7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8" name="任意多边形: 形状 8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grpSp>
        <p:nvGrpSpPr>
          <p:cNvPr id="1302" name="图形 11438"/>
          <p:cNvGrpSpPr/>
          <p:nvPr/>
        </p:nvGrpSpPr>
        <p:grpSpPr>
          <a:xfrm>
            <a:off x="8572375" y="4023318"/>
            <a:ext cx="1690377" cy="1532293"/>
            <a:chOff x="12349" y="-483920"/>
            <a:chExt cx="3941292" cy="3572706"/>
          </a:xfr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61000">
                <a:schemeClr val="accent4">
                  <a:lumMod val="20000"/>
                  <a:lumOff val="80000"/>
                  <a:alpha val="34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1303" name="图形 11438"/>
            <p:cNvGrpSpPr/>
            <p:nvPr/>
          </p:nvGrpSpPr>
          <p:grpSpPr>
            <a:xfrm>
              <a:off x="311587" y="-167165"/>
              <a:ext cx="3505420" cy="3084387"/>
              <a:chOff x="311587" y="-167165"/>
              <a:chExt cx="3505420" cy="3084387"/>
            </a:xfrm>
            <a:grpFill/>
          </p:grpSpPr>
          <p:sp>
            <p:nvSpPr>
              <p:cNvPr id="1396" name="任意多边形: 形状 1395"/>
              <p:cNvSpPr/>
              <p:nvPr/>
            </p:nvSpPr>
            <p:spPr>
              <a:xfrm>
                <a:off x="311587" y="1382670"/>
                <a:ext cx="504953" cy="453017"/>
              </a:xfrm>
              <a:custGeom>
                <a:avLst/>
                <a:gdLst>
                  <a:gd name="connsiteX0" fmla="*/ 487465 w 504953"/>
                  <a:gd name="connsiteY0" fmla="*/ 1359 h 453017"/>
                  <a:gd name="connsiteX1" fmla="*/ 319015 w 504953"/>
                  <a:gd name="connsiteY1" fmla="*/ 87941 h 453017"/>
                  <a:gd name="connsiteX2" fmla="*/ 185284 w 504953"/>
                  <a:gd name="connsiteY2" fmla="*/ 157807 h 453017"/>
                  <a:gd name="connsiteX3" fmla="*/ 80271 w 504953"/>
                  <a:gd name="connsiteY3" fmla="*/ 255962 h 453017"/>
                  <a:gd name="connsiteX4" fmla="*/ 1404 w 504953"/>
                  <a:gd name="connsiteY4" fmla="*/ 389265 h 453017"/>
                  <a:gd name="connsiteX5" fmla="*/ 95701 w 504953"/>
                  <a:gd name="connsiteY5" fmla="*/ 429127 h 453017"/>
                  <a:gd name="connsiteX6" fmla="*/ 160852 w 504953"/>
                  <a:gd name="connsiteY6" fmla="*/ 306540 h 453017"/>
                  <a:gd name="connsiteX7" fmla="*/ 240577 w 504953"/>
                  <a:gd name="connsiteY7" fmla="*/ 206670 h 453017"/>
                  <a:gd name="connsiteX8" fmla="*/ 351591 w 504953"/>
                  <a:gd name="connsiteY8" fmla="*/ 110230 h 453017"/>
                  <a:gd name="connsiteX9" fmla="*/ 499466 w 504953"/>
                  <a:gd name="connsiteY9" fmla="*/ 21505 h 453017"/>
                  <a:gd name="connsiteX10" fmla="*/ 487465 w 504953"/>
                  <a:gd name="connsiteY10" fmla="*/ 1359 h 45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4953" h="453017">
                    <a:moveTo>
                      <a:pt x="487465" y="1359"/>
                    </a:moveTo>
                    <a:cubicBezTo>
                      <a:pt x="430029" y="27934"/>
                      <a:pt x="377308" y="63510"/>
                      <a:pt x="319015" y="87941"/>
                    </a:cubicBezTo>
                    <a:cubicBezTo>
                      <a:pt x="271866" y="107230"/>
                      <a:pt x="226432" y="127375"/>
                      <a:pt x="185284" y="157807"/>
                    </a:cubicBezTo>
                    <a:cubicBezTo>
                      <a:pt x="146279" y="186525"/>
                      <a:pt x="111132" y="218672"/>
                      <a:pt x="80271" y="255962"/>
                    </a:cubicBezTo>
                    <a:cubicBezTo>
                      <a:pt x="48981" y="294110"/>
                      <a:pt x="12120" y="339973"/>
                      <a:pt x="1404" y="389265"/>
                    </a:cubicBezTo>
                    <a:cubicBezTo>
                      <a:pt x="-11026" y="447129"/>
                      <a:pt x="62269" y="477133"/>
                      <a:pt x="95701" y="429127"/>
                    </a:cubicBezTo>
                    <a:cubicBezTo>
                      <a:pt x="121419" y="391408"/>
                      <a:pt x="135992" y="345116"/>
                      <a:pt x="160852" y="306540"/>
                    </a:cubicBezTo>
                    <a:cubicBezTo>
                      <a:pt x="183570" y="270536"/>
                      <a:pt x="210573" y="237103"/>
                      <a:pt x="240577" y="206670"/>
                    </a:cubicBezTo>
                    <a:cubicBezTo>
                      <a:pt x="274867" y="171952"/>
                      <a:pt x="311728" y="138090"/>
                      <a:pt x="351591" y="110230"/>
                    </a:cubicBezTo>
                    <a:cubicBezTo>
                      <a:pt x="398739" y="77226"/>
                      <a:pt x="451889" y="53651"/>
                      <a:pt x="499466" y="21505"/>
                    </a:cubicBezTo>
                    <a:cubicBezTo>
                      <a:pt x="511896" y="12932"/>
                      <a:pt x="501181" y="-5070"/>
                      <a:pt x="487465" y="135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7" name="任意多边形: 形状 1396"/>
              <p:cNvSpPr/>
              <p:nvPr/>
            </p:nvSpPr>
            <p:spPr>
              <a:xfrm>
                <a:off x="321661" y="1269433"/>
                <a:ext cx="428947" cy="323976"/>
              </a:xfrm>
              <a:custGeom>
                <a:avLst/>
                <a:gdLst>
                  <a:gd name="connsiteX0" fmla="*/ 82627 w 428947"/>
                  <a:gd name="connsiteY0" fmla="*/ 304477 h 323976"/>
                  <a:gd name="connsiteX1" fmla="*/ 215929 w 428947"/>
                  <a:gd name="connsiteY1" fmla="*/ 149315 h 323976"/>
                  <a:gd name="connsiteX2" fmla="*/ 424241 w 428947"/>
                  <a:gd name="connsiteY2" fmla="*/ 17727 h 323976"/>
                  <a:gd name="connsiteX3" fmla="*/ 414383 w 428947"/>
                  <a:gd name="connsiteY3" fmla="*/ 1011 h 323976"/>
                  <a:gd name="connsiteX4" fmla="*/ 6332 w 428947"/>
                  <a:gd name="connsiteY4" fmla="*/ 259900 h 323976"/>
                  <a:gd name="connsiteX5" fmla="*/ 82627 w 428947"/>
                  <a:gd name="connsiteY5" fmla="*/ 304477 h 32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947" h="323976">
                    <a:moveTo>
                      <a:pt x="82627" y="304477"/>
                    </a:moveTo>
                    <a:cubicBezTo>
                      <a:pt x="124632" y="248756"/>
                      <a:pt x="161065" y="193463"/>
                      <a:pt x="215929" y="149315"/>
                    </a:cubicBezTo>
                    <a:cubicBezTo>
                      <a:pt x="279366" y="98309"/>
                      <a:pt x="353089" y="57161"/>
                      <a:pt x="424241" y="17727"/>
                    </a:cubicBezTo>
                    <a:cubicBezTo>
                      <a:pt x="434957" y="11726"/>
                      <a:pt x="425527" y="-4133"/>
                      <a:pt x="414383" y="1011"/>
                    </a:cubicBezTo>
                    <a:cubicBezTo>
                      <a:pt x="272936" y="68305"/>
                      <a:pt x="89056" y="111596"/>
                      <a:pt x="6332" y="259900"/>
                    </a:cubicBezTo>
                    <a:cubicBezTo>
                      <a:pt x="-21529" y="310907"/>
                      <a:pt x="49623" y="348626"/>
                      <a:pt x="82627" y="3044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8" name="任意多边形: 形状 1397"/>
              <p:cNvSpPr/>
              <p:nvPr/>
            </p:nvSpPr>
            <p:spPr>
              <a:xfrm>
                <a:off x="2350185" y="1846864"/>
                <a:ext cx="220647" cy="584825"/>
              </a:xfrm>
              <a:custGeom>
                <a:avLst/>
                <a:gdLst>
                  <a:gd name="connsiteX0" fmla="*/ 130791 w 220647"/>
                  <a:gd name="connsiteY0" fmla="*/ 280830 h 584825"/>
                  <a:gd name="connsiteX1" fmla="*/ 10776 w 220647"/>
                  <a:gd name="connsiteY1" fmla="*/ 3081 h 584825"/>
                  <a:gd name="connsiteX2" fmla="*/ 60 w 220647"/>
                  <a:gd name="connsiteY2" fmla="*/ 7367 h 584825"/>
                  <a:gd name="connsiteX3" fmla="*/ 68640 w 220647"/>
                  <a:gd name="connsiteY3" fmla="*/ 309548 h 584825"/>
                  <a:gd name="connsiteX4" fmla="*/ 112788 w 220647"/>
                  <a:gd name="connsiteY4" fmla="*/ 451851 h 584825"/>
                  <a:gd name="connsiteX5" fmla="*/ 181368 w 220647"/>
                  <a:gd name="connsiteY5" fmla="*/ 581296 h 584825"/>
                  <a:gd name="connsiteX6" fmla="*/ 217373 w 220647"/>
                  <a:gd name="connsiteY6" fmla="*/ 566722 h 584825"/>
                  <a:gd name="connsiteX7" fmla="*/ 184797 w 220647"/>
                  <a:gd name="connsiteY7" fmla="*/ 420133 h 584825"/>
                  <a:gd name="connsiteX8" fmla="*/ 130791 w 220647"/>
                  <a:gd name="connsiteY8" fmla="*/ 280830 h 58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647" h="584825">
                    <a:moveTo>
                      <a:pt x="130791" y="280830"/>
                    </a:moveTo>
                    <a:cubicBezTo>
                      <a:pt x="93500" y="186961"/>
                      <a:pt x="54067" y="94378"/>
                      <a:pt x="10776" y="3081"/>
                    </a:cubicBezTo>
                    <a:cubicBezTo>
                      <a:pt x="7775" y="-3349"/>
                      <a:pt x="-797" y="1366"/>
                      <a:pt x="60" y="7367"/>
                    </a:cubicBezTo>
                    <a:cubicBezTo>
                      <a:pt x="16776" y="109808"/>
                      <a:pt x="40351" y="209678"/>
                      <a:pt x="68640" y="309548"/>
                    </a:cubicBezTo>
                    <a:cubicBezTo>
                      <a:pt x="82356" y="357553"/>
                      <a:pt x="96072" y="405131"/>
                      <a:pt x="112788" y="451851"/>
                    </a:cubicBezTo>
                    <a:cubicBezTo>
                      <a:pt x="128647" y="495571"/>
                      <a:pt x="140649" y="554292"/>
                      <a:pt x="181368" y="581296"/>
                    </a:cubicBezTo>
                    <a:cubicBezTo>
                      <a:pt x="194656" y="590297"/>
                      <a:pt x="213515" y="580867"/>
                      <a:pt x="217373" y="566722"/>
                    </a:cubicBezTo>
                    <a:cubicBezTo>
                      <a:pt x="230660" y="519574"/>
                      <a:pt x="200228" y="463852"/>
                      <a:pt x="184797" y="420133"/>
                    </a:cubicBezTo>
                    <a:cubicBezTo>
                      <a:pt x="168938" y="372984"/>
                      <a:pt x="149221" y="327121"/>
                      <a:pt x="130791" y="28083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9" name="任意多边形: 形状 1398"/>
              <p:cNvSpPr/>
              <p:nvPr/>
            </p:nvSpPr>
            <p:spPr>
              <a:xfrm>
                <a:off x="2242379" y="-74857"/>
                <a:ext cx="503555" cy="433480"/>
              </a:xfrm>
              <a:custGeom>
                <a:avLst/>
                <a:gdLst>
                  <a:gd name="connsiteX0" fmla="*/ 487628 w 503555"/>
                  <a:gd name="connsiteY0" fmla="*/ 7563 h 433480"/>
                  <a:gd name="connsiteX1" fmla="*/ 406618 w 503555"/>
                  <a:gd name="connsiteY1" fmla="*/ 19994 h 433480"/>
                  <a:gd name="connsiteX2" fmla="*/ 334180 w 503555"/>
                  <a:gd name="connsiteY2" fmla="*/ 64999 h 433480"/>
                  <a:gd name="connsiteX3" fmla="*/ 193162 w 503555"/>
                  <a:gd name="connsiteY3" fmla="*/ 174299 h 433480"/>
                  <a:gd name="connsiteX4" fmla="*/ 710 w 503555"/>
                  <a:gd name="connsiteY4" fmla="*/ 423758 h 433480"/>
                  <a:gd name="connsiteX5" fmla="*/ 11854 w 503555"/>
                  <a:gd name="connsiteY5" fmla="*/ 430188 h 433480"/>
                  <a:gd name="connsiteX6" fmla="*/ 235596 w 503555"/>
                  <a:gd name="connsiteY6" fmla="*/ 211589 h 433480"/>
                  <a:gd name="connsiteX7" fmla="*/ 379186 w 503555"/>
                  <a:gd name="connsiteY7" fmla="*/ 131007 h 433480"/>
                  <a:gd name="connsiteX8" fmla="*/ 503487 w 503555"/>
                  <a:gd name="connsiteY8" fmla="*/ 35424 h 433480"/>
                  <a:gd name="connsiteX9" fmla="*/ 487628 w 503555"/>
                  <a:gd name="connsiteY9" fmla="*/ 7563 h 43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3555" h="433480">
                    <a:moveTo>
                      <a:pt x="487628" y="7563"/>
                    </a:moveTo>
                    <a:cubicBezTo>
                      <a:pt x="459767" y="-9582"/>
                      <a:pt x="432335" y="5849"/>
                      <a:pt x="406618" y="19994"/>
                    </a:cubicBezTo>
                    <a:cubicBezTo>
                      <a:pt x="381757" y="33710"/>
                      <a:pt x="357754" y="48711"/>
                      <a:pt x="334180" y="64999"/>
                    </a:cubicBezTo>
                    <a:cubicBezTo>
                      <a:pt x="284888" y="98432"/>
                      <a:pt x="236882" y="134008"/>
                      <a:pt x="193162" y="174299"/>
                    </a:cubicBezTo>
                    <a:cubicBezTo>
                      <a:pt x="115581" y="245879"/>
                      <a:pt x="44858" y="327318"/>
                      <a:pt x="710" y="423758"/>
                    </a:cubicBezTo>
                    <a:cubicBezTo>
                      <a:pt x="-2719" y="431474"/>
                      <a:pt x="7139" y="437474"/>
                      <a:pt x="11854" y="430188"/>
                    </a:cubicBezTo>
                    <a:cubicBezTo>
                      <a:pt x="70147" y="341891"/>
                      <a:pt x="146014" y="267739"/>
                      <a:pt x="235596" y="211589"/>
                    </a:cubicBezTo>
                    <a:cubicBezTo>
                      <a:pt x="281888" y="182443"/>
                      <a:pt x="329894" y="155439"/>
                      <a:pt x="379186" y="131007"/>
                    </a:cubicBezTo>
                    <a:cubicBezTo>
                      <a:pt x="421191" y="110433"/>
                      <a:pt x="500058" y="89859"/>
                      <a:pt x="503487" y="35424"/>
                    </a:cubicBezTo>
                    <a:cubicBezTo>
                      <a:pt x="504344" y="24280"/>
                      <a:pt x="497058" y="13136"/>
                      <a:pt x="487628" y="756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0" name="任意多边形: 形状 1399"/>
              <p:cNvSpPr/>
              <p:nvPr/>
            </p:nvSpPr>
            <p:spPr>
              <a:xfrm>
                <a:off x="1605555" y="-167165"/>
                <a:ext cx="239665" cy="591084"/>
              </a:xfrm>
              <a:custGeom>
                <a:avLst/>
                <a:gdLst>
                  <a:gd name="connsiteX0" fmla="*/ 231197 w 239665"/>
                  <a:gd name="connsiteY0" fmla="*/ 584647 h 591084"/>
                  <a:gd name="connsiteX1" fmla="*/ 217053 w 239665"/>
                  <a:gd name="connsiteY1" fmla="*/ 287609 h 591084"/>
                  <a:gd name="connsiteX2" fmla="*/ 157903 w 239665"/>
                  <a:gd name="connsiteY2" fmla="*/ 153450 h 591084"/>
                  <a:gd name="connsiteX3" fmla="*/ 121470 w 239665"/>
                  <a:gd name="connsiteY3" fmla="*/ 83584 h 591084"/>
                  <a:gd name="connsiteX4" fmla="*/ 71320 w 239665"/>
                  <a:gd name="connsiteY4" fmla="*/ 9860 h 591084"/>
                  <a:gd name="connsiteX5" fmla="*/ 169 w 239665"/>
                  <a:gd name="connsiteY5" fmla="*/ 39436 h 591084"/>
                  <a:gd name="connsiteX6" fmla="*/ 65320 w 239665"/>
                  <a:gd name="connsiteY6" fmla="*/ 181739 h 591084"/>
                  <a:gd name="connsiteX7" fmla="*/ 138615 w 239665"/>
                  <a:gd name="connsiteY7" fmla="*/ 309469 h 591084"/>
                  <a:gd name="connsiteX8" fmla="*/ 217910 w 239665"/>
                  <a:gd name="connsiteY8" fmla="*/ 586361 h 591084"/>
                  <a:gd name="connsiteX9" fmla="*/ 231197 w 239665"/>
                  <a:gd name="connsiteY9" fmla="*/ 584647 h 59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665" h="591084">
                    <a:moveTo>
                      <a:pt x="231197" y="584647"/>
                    </a:moveTo>
                    <a:cubicBezTo>
                      <a:pt x="241056" y="485634"/>
                      <a:pt x="248342" y="384050"/>
                      <a:pt x="217053" y="287609"/>
                    </a:cubicBezTo>
                    <a:cubicBezTo>
                      <a:pt x="202051" y="240889"/>
                      <a:pt x="180191" y="197170"/>
                      <a:pt x="157903" y="153450"/>
                    </a:cubicBezTo>
                    <a:cubicBezTo>
                      <a:pt x="145901" y="129875"/>
                      <a:pt x="134328" y="106730"/>
                      <a:pt x="121470" y="83584"/>
                    </a:cubicBezTo>
                    <a:cubicBezTo>
                      <a:pt x="107325" y="57866"/>
                      <a:pt x="94895" y="28291"/>
                      <a:pt x="71320" y="9860"/>
                    </a:cubicBezTo>
                    <a:cubicBezTo>
                      <a:pt x="46460" y="-9428"/>
                      <a:pt x="-3260" y="-855"/>
                      <a:pt x="169" y="39436"/>
                    </a:cubicBezTo>
                    <a:cubicBezTo>
                      <a:pt x="4884" y="90013"/>
                      <a:pt x="40031" y="138448"/>
                      <a:pt x="65320" y="181739"/>
                    </a:cubicBezTo>
                    <a:cubicBezTo>
                      <a:pt x="90180" y="223744"/>
                      <a:pt x="117612" y="265321"/>
                      <a:pt x="138615" y="309469"/>
                    </a:cubicBezTo>
                    <a:cubicBezTo>
                      <a:pt x="179763" y="395623"/>
                      <a:pt x="199051" y="493349"/>
                      <a:pt x="217910" y="586361"/>
                    </a:cubicBezTo>
                    <a:cubicBezTo>
                      <a:pt x="220053" y="594076"/>
                      <a:pt x="230340" y="591505"/>
                      <a:pt x="231197" y="58464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1" name="任意多边形: 形状 1400"/>
              <p:cNvSpPr/>
              <p:nvPr/>
            </p:nvSpPr>
            <p:spPr>
              <a:xfrm>
                <a:off x="697144" y="29995"/>
                <a:ext cx="596386" cy="383327"/>
              </a:xfrm>
              <a:custGeom>
                <a:avLst/>
                <a:gdLst>
                  <a:gd name="connsiteX0" fmla="*/ 72761 w 596386"/>
                  <a:gd name="connsiteY0" fmla="*/ 105021 h 383327"/>
                  <a:gd name="connsiteX1" fmla="*/ 150770 w 596386"/>
                  <a:gd name="connsiteY1" fmla="*/ 135454 h 383327"/>
                  <a:gd name="connsiteX2" fmla="*/ 301218 w 596386"/>
                  <a:gd name="connsiteY2" fmla="*/ 198033 h 383327"/>
                  <a:gd name="connsiteX3" fmla="*/ 578110 w 596386"/>
                  <a:gd name="connsiteY3" fmla="*/ 380627 h 383327"/>
                  <a:gd name="connsiteX4" fmla="*/ 593111 w 596386"/>
                  <a:gd name="connsiteY4" fmla="*/ 365625 h 383327"/>
                  <a:gd name="connsiteX5" fmla="*/ 336365 w 596386"/>
                  <a:gd name="connsiteY5" fmla="*/ 147026 h 383327"/>
                  <a:gd name="connsiteX6" fmla="*/ 194919 w 596386"/>
                  <a:gd name="connsiteY6" fmla="*/ 55729 h 383327"/>
                  <a:gd name="connsiteX7" fmla="*/ 116480 w 596386"/>
                  <a:gd name="connsiteY7" fmla="*/ 18868 h 383327"/>
                  <a:gd name="connsiteX8" fmla="*/ 28612 w 596386"/>
                  <a:gd name="connsiteY8" fmla="*/ 3866 h 383327"/>
                  <a:gd name="connsiteX9" fmla="*/ 5466 w 596386"/>
                  <a:gd name="connsiteY9" fmla="*/ 60873 h 383327"/>
                  <a:gd name="connsiteX10" fmla="*/ 72761 w 596386"/>
                  <a:gd name="connsiteY10" fmla="*/ 105021 h 38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6386" h="383327">
                    <a:moveTo>
                      <a:pt x="72761" y="105021"/>
                    </a:moveTo>
                    <a:cubicBezTo>
                      <a:pt x="98907" y="114880"/>
                      <a:pt x="124624" y="126024"/>
                      <a:pt x="150770" y="135454"/>
                    </a:cubicBezTo>
                    <a:cubicBezTo>
                      <a:pt x="201348" y="154313"/>
                      <a:pt x="252354" y="174030"/>
                      <a:pt x="301218" y="198033"/>
                    </a:cubicBezTo>
                    <a:cubicBezTo>
                      <a:pt x="399801" y="246896"/>
                      <a:pt x="494528" y="309904"/>
                      <a:pt x="578110" y="380627"/>
                    </a:cubicBezTo>
                    <a:cubicBezTo>
                      <a:pt x="588396" y="389200"/>
                      <a:pt x="602970" y="375484"/>
                      <a:pt x="593111" y="365625"/>
                    </a:cubicBezTo>
                    <a:cubicBezTo>
                      <a:pt x="513816" y="284615"/>
                      <a:pt x="429377" y="211749"/>
                      <a:pt x="336365" y="147026"/>
                    </a:cubicBezTo>
                    <a:cubicBezTo>
                      <a:pt x="290073" y="114880"/>
                      <a:pt x="244211" y="83161"/>
                      <a:pt x="194919" y="55729"/>
                    </a:cubicBezTo>
                    <a:cubicBezTo>
                      <a:pt x="169630" y="41585"/>
                      <a:pt x="143484" y="30012"/>
                      <a:pt x="116480" y="18868"/>
                    </a:cubicBezTo>
                    <a:cubicBezTo>
                      <a:pt x="89048" y="8152"/>
                      <a:pt x="58187" y="-7279"/>
                      <a:pt x="28612" y="3866"/>
                    </a:cubicBezTo>
                    <a:cubicBezTo>
                      <a:pt x="5466" y="12438"/>
                      <a:pt x="-8250" y="37727"/>
                      <a:pt x="5466" y="60873"/>
                    </a:cubicBezTo>
                    <a:cubicBezTo>
                      <a:pt x="20468" y="86590"/>
                      <a:pt x="46186" y="94734"/>
                      <a:pt x="72761" y="1050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2" name="任意多边形: 形状 1401"/>
              <p:cNvSpPr/>
              <p:nvPr/>
            </p:nvSpPr>
            <p:spPr>
              <a:xfrm>
                <a:off x="700594" y="601012"/>
                <a:ext cx="498120" cy="141073"/>
              </a:xfrm>
              <a:custGeom>
                <a:avLst/>
                <a:gdLst>
                  <a:gd name="connsiteX0" fmla="*/ 378778 w 498120"/>
                  <a:gd name="connsiteY0" fmla="*/ 73215 h 141073"/>
                  <a:gd name="connsiteX1" fmla="*/ 256620 w 498120"/>
                  <a:gd name="connsiteY1" fmla="*/ 36781 h 141073"/>
                  <a:gd name="connsiteX2" fmla="*/ 137891 w 498120"/>
                  <a:gd name="connsiteY2" fmla="*/ 10207 h 141073"/>
                  <a:gd name="connsiteX3" fmla="*/ 15733 w 498120"/>
                  <a:gd name="connsiteY3" fmla="*/ 13636 h 141073"/>
                  <a:gd name="connsiteX4" fmla="*/ 9303 w 498120"/>
                  <a:gd name="connsiteY4" fmla="*/ 64642 h 141073"/>
                  <a:gd name="connsiteX5" fmla="*/ 120317 w 498120"/>
                  <a:gd name="connsiteY5" fmla="*/ 98075 h 141073"/>
                  <a:gd name="connsiteX6" fmla="*/ 240761 w 498120"/>
                  <a:gd name="connsiteY6" fmla="*/ 111791 h 141073"/>
                  <a:gd name="connsiteX7" fmla="*/ 360347 w 498120"/>
                  <a:gd name="connsiteY7" fmla="*/ 128079 h 141073"/>
                  <a:gd name="connsiteX8" fmla="*/ 486791 w 498120"/>
                  <a:gd name="connsiteY8" fmla="*/ 140937 h 141073"/>
                  <a:gd name="connsiteX9" fmla="*/ 491506 w 498120"/>
                  <a:gd name="connsiteY9" fmla="*/ 122935 h 141073"/>
                  <a:gd name="connsiteX10" fmla="*/ 378778 w 498120"/>
                  <a:gd name="connsiteY10" fmla="*/ 73215 h 14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8120" h="141073">
                    <a:moveTo>
                      <a:pt x="378778" y="73215"/>
                    </a:moveTo>
                    <a:cubicBezTo>
                      <a:pt x="338916" y="58213"/>
                      <a:pt x="297768" y="47497"/>
                      <a:pt x="256620" y="36781"/>
                    </a:cubicBezTo>
                    <a:cubicBezTo>
                      <a:pt x="217186" y="26494"/>
                      <a:pt x="178181" y="16636"/>
                      <a:pt x="137891" y="10207"/>
                    </a:cubicBezTo>
                    <a:cubicBezTo>
                      <a:pt x="100600" y="3777"/>
                      <a:pt x="49165" y="-10796"/>
                      <a:pt x="15733" y="13636"/>
                    </a:cubicBezTo>
                    <a:cubicBezTo>
                      <a:pt x="-1841" y="26494"/>
                      <a:pt x="-5699" y="47497"/>
                      <a:pt x="9303" y="64642"/>
                    </a:cubicBezTo>
                    <a:cubicBezTo>
                      <a:pt x="35021" y="94646"/>
                      <a:pt x="83884" y="93360"/>
                      <a:pt x="120317" y="98075"/>
                    </a:cubicBezTo>
                    <a:cubicBezTo>
                      <a:pt x="160608" y="103218"/>
                      <a:pt x="200470" y="107076"/>
                      <a:pt x="240761" y="111791"/>
                    </a:cubicBezTo>
                    <a:cubicBezTo>
                      <a:pt x="280623" y="116506"/>
                      <a:pt x="320485" y="123364"/>
                      <a:pt x="360347" y="128079"/>
                    </a:cubicBezTo>
                    <a:cubicBezTo>
                      <a:pt x="402352" y="132793"/>
                      <a:pt x="445215" y="134079"/>
                      <a:pt x="486791" y="140937"/>
                    </a:cubicBezTo>
                    <a:cubicBezTo>
                      <a:pt x="498793" y="142652"/>
                      <a:pt x="502651" y="127650"/>
                      <a:pt x="491506" y="122935"/>
                    </a:cubicBezTo>
                    <a:cubicBezTo>
                      <a:pt x="454216" y="106647"/>
                      <a:pt x="417783" y="87788"/>
                      <a:pt x="378778" y="7321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3" name="任意多边形: 形状 1402"/>
              <p:cNvSpPr/>
              <p:nvPr/>
            </p:nvSpPr>
            <p:spPr>
              <a:xfrm>
                <a:off x="368558" y="815244"/>
                <a:ext cx="611320" cy="127089"/>
              </a:xfrm>
              <a:custGeom>
                <a:avLst/>
                <a:gdLst>
                  <a:gd name="connsiteX0" fmla="*/ 19442 w 611320"/>
                  <a:gd name="connsiteY0" fmla="*/ 122587 h 127089"/>
                  <a:gd name="connsiteX1" fmla="*/ 154888 w 611320"/>
                  <a:gd name="connsiteY1" fmla="*/ 90440 h 127089"/>
                  <a:gd name="connsiteX2" fmla="*/ 290333 w 611320"/>
                  <a:gd name="connsiteY2" fmla="*/ 63008 h 127089"/>
                  <a:gd name="connsiteX3" fmla="*/ 601515 w 611320"/>
                  <a:gd name="connsiteY3" fmla="*/ 36433 h 127089"/>
                  <a:gd name="connsiteX4" fmla="*/ 601515 w 611320"/>
                  <a:gd name="connsiteY4" fmla="*/ 15859 h 127089"/>
                  <a:gd name="connsiteX5" fmla="*/ 269331 w 611320"/>
                  <a:gd name="connsiteY5" fmla="*/ 0 h 127089"/>
                  <a:gd name="connsiteX6" fmla="*/ 124027 w 611320"/>
                  <a:gd name="connsiteY6" fmla="*/ 17145 h 127089"/>
                  <a:gd name="connsiteX7" fmla="*/ 1440 w 611320"/>
                  <a:gd name="connsiteY7" fmla="*/ 90440 h 127089"/>
                  <a:gd name="connsiteX8" fmla="*/ 19442 w 611320"/>
                  <a:gd name="connsiteY8" fmla="*/ 122587 h 12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20" h="127089">
                    <a:moveTo>
                      <a:pt x="19442" y="122587"/>
                    </a:moveTo>
                    <a:cubicBezTo>
                      <a:pt x="61019" y="139732"/>
                      <a:pt x="115454" y="103299"/>
                      <a:pt x="154888" y="90440"/>
                    </a:cubicBezTo>
                    <a:cubicBezTo>
                      <a:pt x="199465" y="76295"/>
                      <a:pt x="243613" y="67294"/>
                      <a:pt x="290333" y="63008"/>
                    </a:cubicBezTo>
                    <a:cubicBezTo>
                      <a:pt x="393632" y="53150"/>
                      <a:pt x="497788" y="39862"/>
                      <a:pt x="601515" y="36433"/>
                    </a:cubicBezTo>
                    <a:cubicBezTo>
                      <a:pt x="614803" y="36005"/>
                      <a:pt x="614374" y="17145"/>
                      <a:pt x="601515" y="15859"/>
                    </a:cubicBezTo>
                    <a:cubicBezTo>
                      <a:pt x="490930" y="6429"/>
                      <a:pt x="380773" y="0"/>
                      <a:pt x="269331" y="0"/>
                    </a:cubicBezTo>
                    <a:cubicBezTo>
                      <a:pt x="220468" y="0"/>
                      <a:pt x="171176" y="3000"/>
                      <a:pt x="124027" y="17145"/>
                    </a:cubicBezTo>
                    <a:cubicBezTo>
                      <a:pt x="80736" y="30432"/>
                      <a:pt x="19442" y="44148"/>
                      <a:pt x="1440" y="90440"/>
                    </a:cubicBezTo>
                    <a:cubicBezTo>
                      <a:pt x="-4132" y="105013"/>
                      <a:pt x="7441" y="117872"/>
                      <a:pt x="19442" y="12258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4" name="任意多边形: 形状 1403"/>
              <p:cNvSpPr/>
              <p:nvPr/>
            </p:nvSpPr>
            <p:spPr>
              <a:xfrm>
                <a:off x="841235" y="1585937"/>
                <a:ext cx="409811" cy="578256"/>
              </a:xfrm>
              <a:custGeom>
                <a:avLst/>
                <a:gdLst>
                  <a:gd name="connsiteX0" fmla="*/ 388584 w 409811"/>
                  <a:gd name="connsiteY0" fmla="*/ 2976 h 578256"/>
                  <a:gd name="connsiteX1" fmla="*/ 256568 w 409811"/>
                  <a:gd name="connsiteY1" fmla="*/ 128134 h 578256"/>
                  <a:gd name="connsiteX2" fmla="*/ 141696 w 409811"/>
                  <a:gd name="connsiteY2" fmla="*/ 249007 h 578256"/>
                  <a:gd name="connsiteX3" fmla="*/ 50828 w 409811"/>
                  <a:gd name="connsiteY3" fmla="*/ 397311 h 578256"/>
                  <a:gd name="connsiteX4" fmla="*/ 13966 w 409811"/>
                  <a:gd name="connsiteY4" fmla="*/ 477892 h 578256"/>
                  <a:gd name="connsiteX5" fmla="*/ 7537 w 409811"/>
                  <a:gd name="connsiteY5" fmla="*/ 560617 h 578256"/>
                  <a:gd name="connsiteX6" fmla="*/ 47399 w 409811"/>
                  <a:gd name="connsiteY6" fmla="*/ 576905 h 578256"/>
                  <a:gd name="connsiteX7" fmla="*/ 100548 w 409811"/>
                  <a:gd name="connsiteY7" fmla="*/ 515611 h 578256"/>
                  <a:gd name="connsiteX8" fmla="*/ 136981 w 409811"/>
                  <a:gd name="connsiteY8" fmla="*/ 434601 h 578256"/>
                  <a:gd name="connsiteX9" fmla="*/ 211133 w 409811"/>
                  <a:gd name="connsiteY9" fmla="*/ 288440 h 578256"/>
                  <a:gd name="connsiteX10" fmla="*/ 407872 w 409811"/>
                  <a:gd name="connsiteY10" fmla="*/ 17120 h 578256"/>
                  <a:gd name="connsiteX11" fmla="*/ 388584 w 409811"/>
                  <a:gd name="connsiteY11" fmla="*/ 2976 h 57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9811" h="578256">
                    <a:moveTo>
                      <a:pt x="388584" y="2976"/>
                    </a:moveTo>
                    <a:cubicBezTo>
                      <a:pt x="343150" y="43267"/>
                      <a:pt x="300287" y="85700"/>
                      <a:pt x="256568" y="128134"/>
                    </a:cubicBezTo>
                    <a:cubicBezTo>
                      <a:pt x="216277" y="166711"/>
                      <a:pt x="175986" y="204858"/>
                      <a:pt x="141696" y="249007"/>
                    </a:cubicBezTo>
                    <a:cubicBezTo>
                      <a:pt x="105692" y="295298"/>
                      <a:pt x="77402" y="345447"/>
                      <a:pt x="50828" y="397311"/>
                    </a:cubicBezTo>
                    <a:cubicBezTo>
                      <a:pt x="37112" y="423457"/>
                      <a:pt x="25539" y="450889"/>
                      <a:pt x="13966" y="477892"/>
                    </a:cubicBezTo>
                    <a:cubicBezTo>
                      <a:pt x="1964" y="506182"/>
                      <a:pt x="-7037" y="531899"/>
                      <a:pt x="7537" y="560617"/>
                    </a:cubicBezTo>
                    <a:cubicBezTo>
                      <a:pt x="13966" y="573476"/>
                      <a:pt x="33254" y="581620"/>
                      <a:pt x="47399" y="576905"/>
                    </a:cubicBezTo>
                    <a:cubicBezTo>
                      <a:pt x="77402" y="566189"/>
                      <a:pt x="88118" y="543472"/>
                      <a:pt x="100548" y="515611"/>
                    </a:cubicBezTo>
                    <a:cubicBezTo>
                      <a:pt x="112978" y="488608"/>
                      <a:pt x="124980" y="461605"/>
                      <a:pt x="136981" y="434601"/>
                    </a:cubicBezTo>
                    <a:cubicBezTo>
                      <a:pt x="159270" y="385309"/>
                      <a:pt x="182416" y="334732"/>
                      <a:pt x="211133" y="288440"/>
                    </a:cubicBezTo>
                    <a:cubicBezTo>
                      <a:pt x="269855" y="193714"/>
                      <a:pt x="345293" y="109275"/>
                      <a:pt x="407872" y="17120"/>
                    </a:cubicBezTo>
                    <a:cubicBezTo>
                      <a:pt x="415588" y="5976"/>
                      <a:pt x="398443" y="-5597"/>
                      <a:pt x="388584" y="297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5" name="任意多边形: 形状 1404"/>
              <p:cNvSpPr/>
              <p:nvPr/>
            </p:nvSpPr>
            <p:spPr>
              <a:xfrm>
                <a:off x="1642960" y="2156391"/>
                <a:ext cx="82414" cy="397840"/>
              </a:xfrm>
              <a:custGeom>
                <a:avLst/>
                <a:gdLst>
                  <a:gd name="connsiteX0" fmla="*/ 79349 w 82414"/>
                  <a:gd name="connsiteY0" fmla="*/ 15023 h 397840"/>
                  <a:gd name="connsiteX1" fmla="*/ 49345 w 82414"/>
                  <a:gd name="connsiteY1" fmla="*/ 10737 h 397840"/>
                  <a:gd name="connsiteX2" fmla="*/ 6483 w 82414"/>
                  <a:gd name="connsiteY2" fmla="*/ 212619 h 397840"/>
                  <a:gd name="connsiteX3" fmla="*/ 54 w 82414"/>
                  <a:gd name="connsiteY3" fmla="*/ 313346 h 397840"/>
                  <a:gd name="connsiteX4" fmla="*/ 26628 w 82414"/>
                  <a:gd name="connsiteY4" fmla="*/ 394785 h 397840"/>
                  <a:gd name="connsiteX5" fmla="*/ 48917 w 82414"/>
                  <a:gd name="connsiteY5" fmla="*/ 394785 h 397840"/>
                  <a:gd name="connsiteX6" fmla="*/ 78063 w 82414"/>
                  <a:gd name="connsiteY6" fmla="*/ 318918 h 397840"/>
                  <a:gd name="connsiteX7" fmla="*/ 82350 w 82414"/>
                  <a:gd name="connsiteY7" fmla="*/ 217334 h 397840"/>
                  <a:gd name="connsiteX8" fmla="*/ 79349 w 82414"/>
                  <a:gd name="connsiteY8" fmla="*/ 15023 h 39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414" h="397840">
                    <a:moveTo>
                      <a:pt x="79349" y="15023"/>
                    </a:moveTo>
                    <a:cubicBezTo>
                      <a:pt x="80206" y="-2122"/>
                      <a:pt x="52774" y="-5979"/>
                      <a:pt x="49345" y="10737"/>
                    </a:cubicBezTo>
                    <a:cubicBezTo>
                      <a:pt x="35201" y="78460"/>
                      <a:pt x="16341" y="144039"/>
                      <a:pt x="6483" y="212619"/>
                    </a:cubicBezTo>
                    <a:cubicBezTo>
                      <a:pt x="1768" y="245624"/>
                      <a:pt x="-375" y="279914"/>
                      <a:pt x="54" y="313346"/>
                    </a:cubicBezTo>
                    <a:cubicBezTo>
                      <a:pt x="482" y="342493"/>
                      <a:pt x="-375" y="377640"/>
                      <a:pt x="26628" y="394785"/>
                    </a:cubicBezTo>
                    <a:cubicBezTo>
                      <a:pt x="33486" y="399071"/>
                      <a:pt x="42487" y="398642"/>
                      <a:pt x="48917" y="394785"/>
                    </a:cubicBezTo>
                    <a:cubicBezTo>
                      <a:pt x="75063" y="379783"/>
                      <a:pt x="75492" y="346350"/>
                      <a:pt x="78063" y="318918"/>
                    </a:cubicBezTo>
                    <a:cubicBezTo>
                      <a:pt x="81064" y="285486"/>
                      <a:pt x="82778" y="251196"/>
                      <a:pt x="82350" y="217334"/>
                    </a:cubicBezTo>
                    <a:cubicBezTo>
                      <a:pt x="81921" y="150040"/>
                      <a:pt x="75920" y="82746"/>
                      <a:pt x="79349" y="150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6" name="任意多边形: 形状 1405"/>
              <p:cNvSpPr/>
              <p:nvPr/>
            </p:nvSpPr>
            <p:spPr>
              <a:xfrm>
                <a:off x="1819438" y="2358776"/>
                <a:ext cx="73504" cy="300919"/>
              </a:xfrm>
              <a:custGeom>
                <a:avLst/>
                <a:gdLst>
                  <a:gd name="connsiteX0" fmla="*/ 28887 w 73504"/>
                  <a:gd name="connsiteY0" fmla="*/ 15378 h 300919"/>
                  <a:gd name="connsiteX1" fmla="*/ 7885 w 73504"/>
                  <a:gd name="connsiteY1" fmla="*/ 161539 h 300919"/>
                  <a:gd name="connsiteX2" fmla="*/ 15600 w 73504"/>
                  <a:gd name="connsiteY2" fmla="*/ 293126 h 300919"/>
                  <a:gd name="connsiteX3" fmla="*/ 40889 w 73504"/>
                  <a:gd name="connsiteY3" fmla="*/ 296555 h 300919"/>
                  <a:gd name="connsiteX4" fmla="*/ 73036 w 73504"/>
                  <a:gd name="connsiteY4" fmla="*/ 167539 h 300919"/>
                  <a:gd name="connsiteX5" fmla="*/ 61034 w 73504"/>
                  <a:gd name="connsiteY5" fmla="*/ 15806 h 300919"/>
                  <a:gd name="connsiteX6" fmla="*/ 28887 w 73504"/>
                  <a:gd name="connsiteY6" fmla="*/ 15378 h 300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504" h="300919">
                    <a:moveTo>
                      <a:pt x="28887" y="15378"/>
                    </a:moveTo>
                    <a:cubicBezTo>
                      <a:pt x="23315" y="64241"/>
                      <a:pt x="12600" y="112675"/>
                      <a:pt x="7885" y="161539"/>
                    </a:cubicBezTo>
                    <a:cubicBezTo>
                      <a:pt x="4027" y="202258"/>
                      <a:pt x="-11403" y="257551"/>
                      <a:pt x="15600" y="293126"/>
                    </a:cubicBezTo>
                    <a:cubicBezTo>
                      <a:pt x="22029" y="302127"/>
                      <a:pt x="32316" y="303413"/>
                      <a:pt x="40889" y="296555"/>
                    </a:cubicBezTo>
                    <a:cubicBezTo>
                      <a:pt x="76036" y="267409"/>
                      <a:pt x="71321" y="208687"/>
                      <a:pt x="73036" y="167539"/>
                    </a:cubicBezTo>
                    <a:cubicBezTo>
                      <a:pt x="75607" y="116104"/>
                      <a:pt x="67035" y="66384"/>
                      <a:pt x="61034" y="15806"/>
                    </a:cubicBezTo>
                    <a:cubicBezTo>
                      <a:pt x="58462" y="-5197"/>
                      <a:pt x="31030" y="-5197"/>
                      <a:pt x="28887" y="153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7" name="任意多边形: 形状 1406"/>
              <p:cNvSpPr/>
              <p:nvPr/>
            </p:nvSpPr>
            <p:spPr>
              <a:xfrm>
                <a:off x="1230490" y="1934414"/>
                <a:ext cx="215731" cy="593145"/>
              </a:xfrm>
              <a:custGeom>
                <a:avLst/>
                <a:gdLst>
                  <a:gd name="connsiteX0" fmla="*/ 191353 w 215731"/>
                  <a:gd name="connsiteY0" fmla="*/ 6399 h 593145"/>
                  <a:gd name="connsiteX1" fmla="*/ 49478 w 215731"/>
                  <a:gd name="connsiteY1" fmla="*/ 299579 h 593145"/>
                  <a:gd name="connsiteX2" fmla="*/ 5758 w 215731"/>
                  <a:gd name="connsiteY2" fmla="*/ 458599 h 593145"/>
                  <a:gd name="connsiteX3" fmla="*/ 33190 w 215731"/>
                  <a:gd name="connsiteY3" fmla="*/ 592330 h 593145"/>
                  <a:gd name="connsiteX4" fmla="*/ 77339 w 215731"/>
                  <a:gd name="connsiteY4" fmla="*/ 495889 h 593145"/>
                  <a:gd name="connsiteX5" fmla="*/ 109914 w 215731"/>
                  <a:gd name="connsiteY5" fmla="*/ 333012 h 593145"/>
                  <a:gd name="connsiteX6" fmla="*/ 215356 w 215731"/>
                  <a:gd name="connsiteY6" fmla="*/ 16258 h 593145"/>
                  <a:gd name="connsiteX7" fmla="*/ 191353 w 215731"/>
                  <a:gd name="connsiteY7" fmla="*/ 6399 h 59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731" h="593145">
                    <a:moveTo>
                      <a:pt x="191353" y="6399"/>
                    </a:moveTo>
                    <a:cubicBezTo>
                      <a:pt x="143776" y="104126"/>
                      <a:pt x="89769" y="197995"/>
                      <a:pt x="49478" y="299579"/>
                    </a:cubicBezTo>
                    <a:cubicBezTo>
                      <a:pt x="28904" y="351442"/>
                      <a:pt x="13474" y="403735"/>
                      <a:pt x="5758" y="458599"/>
                    </a:cubicBezTo>
                    <a:cubicBezTo>
                      <a:pt x="1043" y="489888"/>
                      <a:pt x="-13101" y="581614"/>
                      <a:pt x="33190" y="592330"/>
                    </a:cubicBezTo>
                    <a:cubicBezTo>
                      <a:pt x="75196" y="602188"/>
                      <a:pt x="74767" y="519892"/>
                      <a:pt x="77339" y="495889"/>
                    </a:cubicBezTo>
                    <a:cubicBezTo>
                      <a:pt x="82482" y="440596"/>
                      <a:pt x="94484" y="386590"/>
                      <a:pt x="109914" y="333012"/>
                    </a:cubicBezTo>
                    <a:cubicBezTo>
                      <a:pt x="140775" y="225855"/>
                      <a:pt x="186210" y="123843"/>
                      <a:pt x="215356" y="16258"/>
                    </a:cubicBezTo>
                    <a:cubicBezTo>
                      <a:pt x="218785" y="2542"/>
                      <a:pt x="197782" y="-6888"/>
                      <a:pt x="191353" y="63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8" name="任意多边形: 形状 1407"/>
              <p:cNvSpPr/>
              <p:nvPr/>
            </p:nvSpPr>
            <p:spPr>
              <a:xfrm>
                <a:off x="2089213" y="2085930"/>
                <a:ext cx="121796" cy="831291"/>
              </a:xfrm>
              <a:custGeom>
                <a:avLst/>
                <a:gdLst>
                  <a:gd name="connsiteX0" fmla="*/ 114014 w 121796"/>
                  <a:gd name="connsiteY0" fmla="*/ 604977 h 831291"/>
                  <a:gd name="connsiteX1" fmla="*/ 94726 w 121796"/>
                  <a:gd name="connsiteY1" fmla="*/ 403524 h 831291"/>
                  <a:gd name="connsiteX2" fmla="*/ 25718 w 121796"/>
                  <a:gd name="connsiteY2" fmla="*/ 9189 h 831291"/>
                  <a:gd name="connsiteX3" fmla="*/ 0 w 121796"/>
                  <a:gd name="connsiteY3" fmla="*/ 12618 h 831291"/>
                  <a:gd name="connsiteX4" fmla="*/ 12430 w 121796"/>
                  <a:gd name="connsiteY4" fmla="*/ 414668 h 831291"/>
                  <a:gd name="connsiteX5" fmla="*/ 22717 w 121796"/>
                  <a:gd name="connsiteY5" fmla="*/ 610549 h 831291"/>
                  <a:gd name="connsiteX6" fmla="*/ 28289 w 121796"/>
                  <a:gd name="connsiteY6" fmla="*/ 714277 h 831291"/>
                  <a:gd name="connsiteX7" fmla="*/ 47149 w 121796"/>
                  <a:gd name="connsiteY7" fmla="*/ 813289 h 831291"/>
                  <a:gd name="connsiteX8" fmla="*/ 78438 w 121796"/>
                  <a:gd name="connsiteY8" fmla="*/ 831291 h 831291"/>
                  <a:gd name="connsiteX9" fmla="*/ 88297 w 121796"/>
                  <a:gd name="connsiteY9" fmla="*/ 830006 h 831291"/>
                  <a:gd name="connsiteX10" fmla="*/ 113586 w 121796"/>
                  <a:gd name="connsiteY10" fmla="*/ 804717 h 831291"/>
                  <a:gd name="connsiteX11" fmla="*/ 120444 w 121796"/>
                  <a:gd name="connsiteY11" fmla="*/ 708276 h 831291"/>
                  <a:gd name="connsiteX12" fmla="*/ 114014 w 121796"/>
                  <a:gd name="connsiteY12" fmla="*/ 604977 h 83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796" h="831291">
                    <a:moveTo>
                      <a:pt x="114014" y="604977"/>
                    </a:moveTo>
                    <a:cubicBezTo>
                      <a:pt x="108442" y="537683"/>
                      <a:pt x="102441" y="470389"/>
                      <a:pt x="94726" y="403524"/>
                    </a:cubicBezTo>
                    <a:cubicBezTo>
                      <a:pt x="79296" y="269793"/>
                      <a:pt x="57436" y="139919"/>
                      <a:pt x="25718" y="9189"/>
                    </a:cubicBezTo>
                    <a:cubicBezTo>
                      <a:pt x="22288" y="-4956"/>
                      <a:pt x="0" y="-1956"/>
                      <a:pt x="0" y="12618"/>
                    </a:cubicBezTo>
                    <a:cubicBezTo>
                      <a:pt x="429" y="147206"/>
                      <a:pt x="5572" y="280508"/>
                      <a:pt x="12430" y="414668"/>
                    </a:cubicBezTo>
                    <a:cubicBezTo>
                      <a:pt x="15859" y="479819"/>
                      <a:pt x="19717" y="545399"/>
                      <a:pt x="22717" y="610549"/>
                    </a:cubicBezTo>
                    <a:cubicBezTo>
                      <a:pt x="24432" y="645268"/>
                      <a:pt x="26146" y="679558"/>
                      <a:pt x="28289" y="714277"/>
                    </a:cubicBezTo>
                    <a:cubicBezTo>
                      <a:pt x="30432" y="748567"/>
                      <a:pt x="32147" y="781999"/>
                      <a:pt x="47149" y="813289"/>
                    </a:cubicBezTo>
                    <a:cubicBezTo>
                      <a:pt x="52721" y="824862"/>
                      <a:pt x="66437" y="831291"/>
                      <a:pt x="78438" y="831291"/>
                    </a:cubicBezTo>
                    <a:cubicBezTo>
                      <a:pt x="81439" y="831291"/>
                      <a:pt x="84868" y="830434"/>
                      <a:pt x="88297" y="830006"/>
                    </a:cubicBezTo>
                    <a:cubicBezTo>
                      <a:pt x="101155" y="827862"/>
                      <a:pt x="109728" y="815861"/>
                      <a:pt x="113586" y="804717"/>
                    </a:cubicBezTo>
                    <a:cubicBezTo>
                      <a:pt x="124730" y="774284"/>
                      <a:pt x="121729" y="740423"/>
                      <a:pt x="120444" y="708276"/>
                    </a:cubicBezTo>
                    <a:cubicBezTo>
                      <a:pt x="119158" y="673986"/>
                      <a:pt x="117015" y="639696"/>
                      <a:pt x="114014" y="6049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09" name="任意多边形: 形状 1408"/>
              <p:cNvSpPr/>
              <p:nvPr/>
            </p:nvSpPr>
            <p:spPr>
              <a:xfrm>
                <a:off x="3003289" y="1919971"/>
                <a:ext cx="391330" cy="647124"/>
              </a:xfrm>
              <a:custGeom>
                <a:avLst/>
                <a:gdLst>
                  <a:gd name="connsiteX0" fmla="*/ 253069 w 391330"/>
                  <a:gd name="connsiteY0" fmla="*/ 292591 h 647124"/>
                  <a:gd name="connsiteX1" fmla="*/ 19897 w 391330"/>
                  <a:gd name="connsiteY1" fmla="*/ 3697 h 647124"/>
                  <a:gd name="connsiteX2" fmla="*/ 1466 w 391330"/>
                  <a:gd name="connsiteY2" fmla="*/ 17842 h 647124"/>
                  <a:gd name="connsiteX3" fmla="*/ 84620 w 391330"/>
                  <a:gd name="connsiteY3" fmla="*/ 173433 h 647124"/>
                  <a:gd name="connsiteX4" fmla="*/ 165201 w 391330"/>
                  <a:gd name="connsiteY4" fmla="*/ 337168 h 647124"/>
                  <a:gd name="connsiteX5" fmla="*/ 244068 w 391330"/>
                  <a:gd name="connsiteY5" fmla="*/ 487615 h 647124"/>
                  <a:gd name="connsiteX6" fmla="*/ 319506 w 391330"/>
                  <a:gd name="connsiteY6" fmla="*/ 635062 h 647124"/>
                  <a:gd name="connsiteX7" fmla="*/ 386371 w 391330"/>
                  <a:gd name="connsiteY7" fmla="*/ 617488 h 647124"/>
                  <a:gd name="connsiteX8" fmla="*/ 347367 w 391330"/>
                  <a:gd name="connsiteY8" fmla="*/ 445181 h 647124"/>
                  <a:gd name="connsiteX9" fmla="*/ 253069 w 391330"/>
                  <a:gd name="connsiteY9" fmla="*/ 292591 h 64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330" h="647124">
                    <a:moveTo>
                      <a:pt x="253069" y="292591"/>
                    </a:moveTo>
                    <a:cubicBezTo>
                      <a:pt x="183632" y="190149"/>
                      <a:pt x="98764" y="99281"/>
                      <a:pt x="19897" y="3697"/>
                    </a:cubicBezTo>
                    <a:cubicBezTo>
                      <a:pt x="11325" y="-6590"/>
                      <a:pt x="-4963" y="6698"/>
                      <a:pt x="1466" y="17842"/>
                    </a:cubicBezTo>
                    <a:cubicBezTo>
                      <a:pt x="31470" y="68848"/>
                      <a:pt x="59759" y="119855"/>
                      <a:pt x="84620" y="173433"/>
                    </a:cubicBezTo>
                    <a:cubicBezTo>
                      <a:pt x="109908" y="228726"/>
                      <a:pt x="136483" y="283589"/>
                      <a:pt x="165201" y="337168"/>
                    </a:cubicBezTo>
                    <a:cubicBezTo>
                      <a:pt x="191776" y="387317"/>
                      <a:pt x="219208" y="437037"/>
                      <a:pt x="244068" y="487615"/>
                    </a:cubicBezTo>
                    <a:cubicBezTo>
                      <a:pt x="268500" y="537336"/>
                      <a:pt x="283501" y="593057"/>
                      <a:pt x="319506" y="635062"/>
                    </a:cubicBezTo>
                    <a:cubicBezTo>
                      <a:pt x="339651" y="658636"/>
                      <a:pt x="378656" y="644921"/>
                      <a:pt x="386371" y="617488"/>
                    </a:cubicBezTo>
                    <a:cubicBezTo>
                      <a:pt x="403088" y="557909"/>
                      <a:pt x="374370" y="497473"/>
                      <a:pt x="347367" y="445181"/>
                    </a:cubicBezTo>
                    <a:cubicBezTo>
                      <a:pt x="319935" y="392032"/>
                      <a:pt x="286931" y="342311"/>
                      <a:pt x="253069" y="2925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0" name="任意多边形: 形状 1409"/>
              <p:cNvSpPr/>
              <p:nvPr/>
            </p:nvSpPr>
            <p:spPr>
              <a:xfrm>
                <a:off x="3222870" y="1649282"/>
                <a:ext cx="338123" cy="476654"/>
              </a:xfrm>
              <a:custGeom>
                <a:avLst/>
                <a:gdLst>
                  <a:gd name="connsiteX0" fmla="*/ 266660 w 338123"/>
                  <a:gd name="connsiteY0" fmla="*/ 302248 h 476654"/>
                  <a:gd name="connsiteX1" fmla="*/ 184792 w 338123"/>
                  <a:gd name="connsiteY1" fmla="*/ 184804 h 476654"/>
                  <a:gd name="connsiteX2" fmla="*/ 15486 w 338123"/>
                  <a:gd name="connsiteY2" fmla="*/ 1782 h 476654"/>
                  <a:gd name="connsiteX3" fmla="*/ 1341 w 338123"/>
                  <a:gd name="connsiteY3" fmla="*/ 15926 h 476654"/>
                  <a:gd name="connsiteX4" fmla="*/ 120499 w 338123"/>
                  <a:gd name="connsiteY4" fmla="*/ 235811 h 476654"/>
                  <a:gd name="connsiteX5" fmla="*/ 189079 w 338123"/>
                  <a:gd name="connsiteY5" fmla="*/ 354111 h 476654"/>
                  <a:gd name="connsiteX6" fmla="*/ 267089 w 338123"/>
                  <a:gd name="connsiteY6" fmla="*/ 465982 h 476654"/>
                  <a:gd name="connsiteX7" fmla="*/ 336526 w 338123"/>
                  <a:gd name="connsiteY7" fmla="*/ 425263 h 476654"/>
                  <a:gd name="connsiteX8" fmla="*/ 266660 w 338123"/>
                  <a:gd name="connsiteY8" fmla="*/ 302248 h 47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123" h="476654">
                    <a:moveTo>
                      <a:pt x="266660" y="302248"/>
                    </a:moveTo>
                    <a:cubicBezTo>
                      <a:pt x="240514" y="262385"/>
                      <a:pt x="213510" y="223381"/>
                      <a:pt x="184792" y="184804"/>
                    </a:cubicBezTo>
                    <a:cubicBezTo>
                      <a:pt x="133786" y="116653"/>
                      <a:pt x="83637" y="53217"/>
                      <a:pt x="15486" y="1782"/>
                    </a:cubicBezTo>
                    <a:cubicBezTo>
                      <a:pt x="6913" y="-4648"/>
                      <a:pt x="-3803" y="7782"/>
                      <a:pt x="1341" y="15926"/>
                    </a:cubicBezTo>
                    <a:cubicBezTo>
                      <a:pt x="45489" y="86649"/>
                      <a:pt x="81065" y="162516"/>
                      <a:pt x="120499" y="235811"/>
                    </a:cubicBezTo>
                    <a:cubicBezTo>
                      <a:pt x="141930" y="276102"/>
                      <a:pt x="165076" y="315106"/>
                      <a:pt x="189079" y="354111"/>
                    </a:cubicBezTo>
                    <a:cubicBezTo>
                      <a:pt x="211796" y="391830"/>
                      <a:pt x="232799" y="437264"/>
                      <a:pt x="267089" y="465982"/>
                    </a:cubicBezTo>
                    <a:cubicBezTo>
                      <a:pt x="297950" y="491700"/>
                      <a:pt x="347670" y="468125"/>
                      <a:pt x="336526" y="425263"/>
                    </a:cubicBezTo>
                    <a:cubicBezTo>
                      <a:pt x="324953" y="380257"/>
                      <a:pt x="291949" y="340824"/>
                      <a:pt x="266660" y="30224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1" name="任意多边形: 形状 1410"/>
              <p:cNvSpPr/>
              <p:nvPr/>
            </p:nvSpPr>
            <p:spPr>
              <a:xfrm>
                <a:off x="2914292" y="1233458"/>
                <a:ext cx="694830" cy="356853"/>
              </a:xfrm>
              <a:custGeom>
                <a:avLst/>
                <a:gdLst>
                  <a:gd name="connsiteX0" fmla="*/ 393930 w 694830"/>
                  <a:gd name="connsiteY0" fmla="*/ 76420 h 356853"/>
                  <a:gd name="connsiteX1" fmla="*/ 209622 w 694830"/>
                  <a:gd name="connsiteY1" fmla="*/ 45559 h 356853"/>
                  <a:gd name="connsiteX2" fmla="*/ 14597 w 694830"/>
                  <a:gd name="connsiteY2" fmla="*/ 553 h 356853"/>
                  <a:gd name="connsiteX3" fmla="*/ 8168 w 694830"/>
                  <a:gd name="connsiteY3" fmla="*/ 23699 h 356853"/>
                  <a:gd name="connsiteX4" fmla="*/ 173188 w 694830"/>
                  <a:gd name="connsiteY4" fmla="*/ 76420 h 356853"/>
                  <a:gd name="connsiteX5" fmla="*/ 330065 w 694830"/>
                  <a:gd name="connsiteY5" fmla="*/ 140285 h 356853"/>
                  <a:gd name="connsiteX6" fmla="*/ 565809 w 694830"/>
                  <a:gd name="connsiteY6" fmla="*/ 289875 h 356853"/>
                  <a:gd name="connsiteX7" fmla="*/ 680681 w 694830"/>
                  <a:gd name="connsiteY7" fmla="*/ 345596 h 356853"/>
                  <a:gd name="connsiteX8" fmla="*/ 643390 w 694830"/>
                  <a:gd name="connsiteY8" fmla="*/ 218723 h 356853"/>
                  <a:gd name="connsiteX9" fmla="*/ 393930 w 694830"/>
                  <a:gd name="connsiteY9" fmla="*/ 76420 h 35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4830" h="356853">
                    <a:moveTo>
                      <a:pt x="393930" y="76420"/>
                    </a:moveTo>
                    <a:cubicBezTo>
                      <a:pt x="333066" y="59703"/>
                      <a:pt x="271772" y="54560"/>
                      <a:pt x="209622" y="45559"/>
                    </a:cubicBezTo>
                    <a:cubicBezTo>
                      <a:pt x="144471" y="36129"/>
                      <a:pt x="78034" y="17698"/>
                      <a:pt x="14597" y="553"/>
                    </a:cubicBezTo>
                    <a:cubicBezTo>
                      <a:pt x="-405" y="-3733"/>
                      <a:pt x="-5977" y="18127"/>
                      <a:pt x="8168" y="23699"/>
                    </a:cubicBezTo>
                    <a:cubicBezTo>
                      <a:pt x="62175" y="44702"/>
                      <a:pt x="117467" y="60561"/>
                      <a:pt x="173188" y="76420"/>
                    </a:cubicBezTo>
                    <a:cubicBezTo>
                      <a:pt x="227624" y="91850"/>
                      <a:pt x="278630" y="117996"/>
                      <a:pt x="330065" y="140285"/>
                    </a:cubicBezTo>
                    <a:cubicBezTo>
                      <a:pt x="415362" y="177147"/>
                      <a:pt x="499801" y="223438"/>
                      <a:pt x="565809" y="289875"/>
                    </a:cubicBezTo>
                    <a:cubicBezTo>
                      <a:pt x="590241" y="314735"/>
                      <a:pt x="640818" y="383744"/>
                      <a:pt x="680681" y="345596"/>
                    </a:cubicBezTo>
                    <a:cubicBezTo>
                      <a:pt x="719257" y="308734"/>
                      <a:pt x="669536" y="246584"/>
                      <a:pt x="643390" y="218723"/>
                    </a:cubicBezTo>
                    <a:cubicBezTo>
                      <a:pt x="577811" y="148429"/>
                      <a:pt x="485228" y="101280"/>
                      <a:pt x="393930" y="764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412" name="任意多边形: 形状 1411"/>
              <p:cNvSpPr/>
              <p:nvPr/>
            </p:nvSpPr>
            <p:spPr>
              <a:xfrm>
                <a:off x="3329238" y="953527"/>
                <a:ext cx="487769" cy="208907"/>
              </a:xfrm>
              <a:custGeom>
                <a:avLst/>
                <a:gdLst>
                  <a:gd name="connsiteX0" fmla="*/ 408038 w 487769"/>
                  <a:gd name="connsiteY0" fmla="*/ 99175 h 208907"/>
                  <a:gd name="connsiteX1" fmla="*/ 298309 w 487769"/>
                  <a:gd name="connsiteY1" fmla="*/ 35310 h 208907"/>
                  <a:gd name="connsiteX2" fmla="*/ 4701 w 487769"/>
                  <a:gd name="connsiteY2" fmla="*/ 592 h 208907"/>
                  <a:gd name="connsiteX3" fmla="*/ 3415 w 487769"/>
                  <a:gd name="connsiteY3" fmla="*/ 10021 h 208907"/>
                  <a:gd name="connsiteX4" fmla="*/ 149148 w 487769"/>
                  <a:gd name="connsiteY4" fmla="*/ 64457 h 208907"/>
                  <a:gd name="connsiteX5" fmla="*/ 279021 w 487769"/>
                  <a:gd name="connsiteY5" fmla="*/ 121892 h 208907"/>
                  <a:gd name="connsiteX6" fmla="*/ 384034 w 487769"/>
                  <a:gd name="connsiteY6" fmla="*/ 193044 h 208907"/>
                  <a:gd name="connsiteX7" fmla="*/ 487333 w 487769"/>
                  <a:gd name="connsiteY7" fmla="*/ 174613 h 208907"/>
                  <a:gd name="connsiteX8" fmla="*/ 408038 w 487769"/>
                  <a:gd name="connsiteY8" fmla="*/ 99175 h 20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7769" h="208907">
                    <a:moveTo>
                      <a:pt x="408038" y="99175"/>
                    </a:moveTo>
                    <a:cubicBezTo>
                      <a:pt x="371604" y="75601"/>
                      <a:pt x="339029" y="51169"/>
                      <a:pt x="298309" y="35310"/>
                    </a:cubicBezTo>
                    <a:cubicBezTo>
                      <a:pt x="204869" y="-1552"/>
                      <a:pt x="103285" y="-1123"/>
                      <a:pt x="4701" y="592"/>
                    </a:cubicBezTo>
                    <a:cubicBezTo>
                      <a:pt x="-871" y="592"/>
                      <a:pt x="-1728" y="8307"/>
                      <a:pt x="3415" y="10021"/>
                    </a:cubicBezTo>
                    <a:cubicBezTo>
                      <a:pt x="53136" y="24166"/>
                      <a:pt x="100713" y="45169"/>
                      <a:pt x="149148" y="64457"/>
                    </a:cubicBezTo>
                    <a:cubicBezTo>
                      <a:pt x="192868" y="81602"/>
                      <a:pt x="238302" y="98318"/>
                      <a:pt x="279021" y="121892"/>
                    </a:cubicBezTo>
                    <a:cubicBezTo>
                      <a:pt x="315454" y="143324"/>
                      <a:pt x="346744" y="172899"/>
                      <a:pt x="384034" y="193044"/>
                    </a:cubicBezTo>
                    <a:cubicBezTo>
                      <a:pt x="414038" y="208903"/>
                      <a:pt x="480475" y="225620"/>
                      <a:pt x="487333" y="174613"/>
                    </a:cubicBezTo>
                    <a:cubicBezTo>
                      <a:pt x="493334" y="131751"/>
                      <a:pt x="435898" y="116749"/>
                      <a:pt x="408038" y="9917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4" name="图形 11438"/>
            <p:cNvGrpSpPr/>
            <p:nvPr/>
          </p:nvGrpSpPr>
          <p:grpSpPr>
            <a:xfrm>
              <a:off x="410662" y="-112371"/>
              <a:ext cx="3136221" cy="2355201"/>
              <a:chOff x="410662" y="-112371"/>
              <a:chExt cx="3136221" cy="2355201"/>
            </a:xfrm>
            <a:grpFill/>
          </p:grpSpPr>
          <p:sp>
            <p:nvSpPr>
              <p:cNvPr id="1383" name="任意多边形: 形状 1382"/>
              <p:cNvSpPr/>
              <p:nvPr/>
            </p:nvSpPr>
            <p:spPr>
              <a:xfrm>
                <a:off x="1975852" y="1247978"/>
                <a:ext cx="321568" cy="816014"/>
              </a:xfrm>
              <a:custGeom>
                <a:avLst/>
                <a:gdLst>
                  <a:gd name="connsiteX0" fmla="*/ 289954 w 321568"/>
                  <a:gd name="connsiteY0" fmla="*/ 586108 h 816014"/>
                  <a:gd name="connsiteX1" fmla="*/ 220088 w 321568"/>
                  <a:gd name="connsiteY1" fmla="*/ 374368 h 816014"/>
                  <a:gd name="connsiteX2" fmla="*/ 121504 w 321568"/>
                  <a:gd name="connsiteY2" fmla="*/ 181915 h 816014"/>
                  <a:gd name="connsiteX3" fmla="*/ 6632 w 321568"/>
                  <a:gd name="connsiteY3" fmla="*/ 1035 h 816014"/>
                  <a:gd name="connsiteX4" fmla="*/ 203 w 321568"/>
                  <a:gd name="connsiteY4" fmla="*/ 4893 h 816014"/>
                  <a:gd name="connsiteX5" fmla="*/ 89786 w 321568"/>
                  <a:gd name="connsiteY5" fmla="*/ 200775 h 816014"/>
                  <a:gd name="connsiteX6" fmla="*/ 155794 w 321568"/>
                  <a:gd name="connsiteY6" fmla="*/ 401800 h 816014"/>
                  <a:gd name="connsiteX7" fmla="*/ 213230 w 321568"/>
                  <a:gd name="connsiteY7" fmla="*/ 607111 h 816014"/>
                  <a:gd name="connsiteX8" fmla="*/ 235518 w 321568"/>
                  <a:gd name="connsiteY8" fmla="*/ 708695 h 816014"/>
                  <a:gd name="connsiteX9" fmla="*/ 271951 w 321568"/>
                  <a:gd name="connsiteY9" fmla="*/ 808136 h 816014"/>
                  <a:gd name="connsiteX10" fmla="*/ 314385 w 321568"/>
                  <a:gd name="connsiteY10" fmla="*/ 796992 h 816014"/>
                  <a:gd name="connsiteX11" fmla="*/ 312671 w 321568"/>
                  <a:gd name="connsiteY11" fmla="*/ 687264 h 816014"/>
                  <a:gd name="connsiteX12" fmla="*/ 289954 w 321568"/>
                  <a:gd name="connsiteY12" fmla="*/ 586108 h 81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568" h="816014">
                    <a:moveTo>
                      <a:pt x="289954" y="586108"/>
                    </a:moveTo>
                    <a:cubicBezTo>
                      <a:pt x="271951" y="514528"/>
                      <a:pt x="248805" y="442090"/>
                      <a:pt x="220088" y="374368"/>
                    </a:cubicBezTo>
                    <a:cubicBezTo>
                      <a:pt x="191798" y="307931"/>
                      <a:pt x="157937" y="244066"/>
                      <a:pt x="121504" y="181915"/>
                    </a:cubicBezTo>
                    <a:cubicBezTo>
                      <a:pt x="85499" y="121050"/>
                      <a:pt x="55067" y="52899"/>
                      <a:pt x="6632" y="1035"/>
                    </a:cubicBezTo>
                    <a:cubicBezTo>
                      <a:pt x="4061" y="-1537"/>
                      <a:pt x="-1083" y="1035"/>
                      <a:pt x="203" y="4893"/>
                    </a:cubicBezTo>
                    <a:cubicBezTo>
                      <a:pt x="24206" y="72616"/>
                      <a:pt x="64497" y="133052"/>
                      <a:pt x="89786" y="200775"/>
                    </a:cubicBezTo>
                    <a:cubicBezTo>
                      <a:pt x="114646" y="266783"/>
                      <a:pt x="134791" y="334506"/>
                      <a:pt x="155794" y="401800"/>
                    </a:cubicBezTo>
                    <a:cubicBezTo>
                      <a:pt x="176797" y="469951"/>
                      <a:pt x="196513" y="537674"/>
                      <a:pt x="213230" y="607111"/>
                    </a:cubicBezTo>
                    <a:cubicBezTo>
                      <a:pt x="221374" y="640972"/>
                      <a:pt x="228660" y="674834"/>
                      <a:pt x="235518" y="708695"/>
                    </a:cubicBezTo>
                    <a:cubicBezTo>
                      <a:pt x="242376" y="743414"/>
                      <a:pt x="248805" y="780276"/>
                      <a:pt x="271951" y="808136"/>
                    </a:cubicBezTo>
                    <a:cubicBezTo>
                      <a:pt x="285667" y="824424"/>
                      <a:pt x="307527" y="812851"/>
                      <a:pt x="314385" y="796992"/>
                    </a:cubicBezTo>
                    <a:cubicBezTo>
                      <a:pt x="328101" y="763559"/>
                      <a:pt x="319100" y="721983"/>
                      <a:pt x="312671" y="687264"/>
                    </a:cubicBezTo>
                    <a:cubicBezTo>
                      <a:pt x="305813" y="653403"/>
                      <a:pt x="298526" y="619541"/>
                      <a:pt x="289954" y="58610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4" name="任意多边形: 形状 1383"/>
              <p:cNvSpPr/>
              <p:nvPr/>
            </p:nvSpPr>
            <p:spPr>
              <a:xfrm>
                <a:off x="1070596" y="1293007"/>
                <a:ext cx="609747" cy="931351"/>
              </a:xfrm>
              <a:custGeom>
                <a:avLst/>
                <a:gdLst>
                  <a:gd name="connsiteX0" fmla="*/ 588706 w 609747"/>
                  <a:gd name="connsiteY0" fmla="*/ 4012 h 931351"/>
                  <a:gd name="connsiteX1" fmla="*/ 293383 w 609747"/>
                  <a:gd name="connsiteY1" fmla="*/ 345197 h 931351"/>
                  <a:gd name="connsiteX2" fmla="*/ 56782 w 609747"/>
                  <a:gd name="connsiteY2" fmla="*/ 697527 h 931351"/>
                  <a:gd name="connsiteX3" fmla="*/ 18206 w 609747"/>
                  <a:gd name="connsiteY3" fmla="*/ 793968 h 931351"/>
                  <a:gd name="connsiteX4" fmla="*/ 4490 w 609747"/>
                  <a:gd name="connsiteY4" fmla="*/ 903267 h 931351"/>
                  <a:gd name="connsiteX5" fmla="*/ 78213 w 609747"/>
                  <a:gd name="connsiteY5" fmla="*/ 917840 h 931351"/>
                  <a:gd name="connsiteX6" fmla="*/ 100502 w 609747"/>
                  <a:gd name="connsiteY6" fmla="*/ 869406 h 931351"/>
                  <a:gd name="connsiteX7" fmla="*/ 119361 w 609747"/>
                  <a:gd name="connsiteY7" fmla="*/ 811541 h 931351"/>
                  <a:gd name="connsiteX8" fmla="*/ 298527 w 609747"/>
                  <a:gd name="connsiteY8" fmla="*/ 438209 h 931351"/>
                  <a:gd name="connsiteX9" fmla="*/ 606708 w 609747"/>
                  <a:gd name="connsiteY9" fmla="*/ 22014 h 931351"/>
                  <a:gd name="connsiteX10" fmla="*/ 588706 w 609747"/>
                  <a:gd name="connsiteY10" fmla="*/ 4012 h 93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9747" h="931351">
                    <a:moveTo>
                      <a:pt x="588706" y="4012"/>
                    </a:moveTo>
                    <a:cubicBezTo>
                      <a:pt x="482407" y="110739"/>
                      <a:pt x="385538" y="226468"/>
                      <a:pt x="293383" y="345197"/>
                    </a:cubicBezTo>
                    <a:cubicBezTo>
                      <a:pt x="207658" y="455783"/>
                      <a:pt x="114647" y="569368"/>
                      <a:pt x="56782" y="697527"/>
                    </a:cubicBezTo>
                    <a:cubicBezTo>
                      <a:pt x="42638" y="729245"/>
                      <a:pt x="29350" y="760964"/>
                      <a:pt x="18206" y="793968"/>
                    </a:cubicBezTo>
                    <a:cubicBezTo>
                      <a:pt x="8348" y="823114"/>
                      <a:pt x="-7940" y="873263"/>
                      <a:pt x="4490" y="903267"/>
                    </a:cubicBezTo>
                    <a:cubicBezTo>
                      <a:pt x="16920" y="933271"/>
                      <a:pt x="55068" y="940986"/>
                      <a:pt x="78213" y="917840"/>
                    </a:cubicBezTo>
                    <a:cubicBezTo>
                      <a:pt x="90644" y="905410"/>
                      <a:pt x="94930" y="885265"/>
                      <a:pt x="100502" y="869406"/>
                    </a:cubicBezTo>
                    <a:cubicBezTo>
                      <a:pt x="107360" y="850118"/>
                      <a:pt x="113361" y="831258"/>
                      <a:pt x="119361" y="811541"/>
                    </a:cubicBezTo>
                    <a:cubicBezTo>
                      <a:pt x="160081" y="680811"/>
                      <a:pt x="224803" y="553509"/>
                      <a:pt x="298527" y="438209"/>
                    </a:cubicBezTo>
                    <a:cubicBezTo>
                      <a:pt x="391538" y="292048"/>
                      <a:pt x="496980" y="155316"/>
                      <a:pt x="606708" y="22014"/>
                    </a:cubicBezTo>
                    <a:cubicBezTo>
                      <a:pt x="616566" y="9584"/>
                      <a:pt x="600279" y="-7990"/>
                      <a:pt x="588706" y="40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5" name="任意多边形: 形状 1384"/>
              <p:cNvSpPr/>
              <p:nvPr/>
            </p:nvSpPr>
            <p:spPr>
              <a:xfrm>
                <a:off x="410662" y="1303567"/>
                <a:ext cx="791246" cy="911453"/>
              </a:xfrm>
              <a:custGeom>
                <a:avLst/>
                <a:gdLst>
                  <a:gd name="connsiteX0" fmla="*/ 774581 w 791246"/>
                  <a:gd name="connsiteY0" fmla="*/ 2024 h 911453"/>
                  <a:gd name="connsiteX1" fmla="*/ 633992 w 791246"/>
                  <a:gd name="connsiteY1" fmla="*/ 85606 h 911453"/>
                  <a:gd name="connsiteX2" fmla="*/ 504119 w 791246"/>
                  <a:gd name="connsiteY2" fmla="*/ 166188 h 911453"/>
                  <a:gd name="connsiteX3" fmla="*/ 265803 w 791246"/>
                  <a:gd name="connsiteY3" fmla="*/ 365498 h 911453"/>
                  <a:gd name="connsiteX4" fmla="*/ 86209 w 791246"/>
                  <a:gd name="connsiteY4" fmla="*/ 608100 h 911453"/>
                  <a:gd name="connsiteX5" fmla="*/ 24487 w 791246"/>
                  <a:gd name="connsiteY5" fmla="*/ 743546 h 911453"/>
                  <a:gd name="connsiteX6" fmla="*/ 21487 w 791246"/>
                  <a:gd name="connsiteY6" fmla="*/ 899994 h 911453"/>
                  <a:gd name="connsiteX7" fmla="*/ 71207 w 791246"/>
                  <a:gd name="connsiteY7" fmla="*/ 906423 h 911453"/>
                  <a:gd name="connsiteX8" fmla="*/ 132929 w 791246"/>
                  <a:gd name="connsiteY8" fmla="*/ 773549 h 911453"/>
                  <a:gd name="connsiteX9" fmla="*/ 178364 w 791246"/>
                  <a:gd name="connsiteY9" fmla="*/ 650534 h 911453"/>
                  <a:gd name="connsiteX10" fmla="*/ 331811 w 791246"/>
                  <a:gd name="connsiteY10" fmla="*/ 410504 h 911453"/>
                  <a:gd name="connsiteX11" fmla="*/ 539694 w 791246"/>
                  <a:gd name="connsiteY11" fmla="*/ 203049 h 911453"/>
                  <a:gd name="connsiteX12" fmla="*/ 658424 w 791246"/>
                  <a:gd name="connsiteY12" fmla="*/ 106609 h 911453"/>
                  <a:gd name="connsiteX13" fmla="*/ 786154 w 791246"/>
                  <a:gd name="connsiteY13" fmla="*/ 21312 h 911453"/>
                  <a:gd name="connsiteX14" fmla="*/ 774581 w 791246"/>
                  <a:gd name="connsiteY14" fmla="*/ 2024 h 9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246" h="911453">
                    <a:moveTo>
                      <a:pt x="774581" y="2024"/>
                    </a:moveTo>
                    <a:cubicBezTo>
                      <a:pt x="731290" y="34600"/>
                      <a:pt x="681141" y="58174"/>
                      <a:pt x="633992" y="85606"/>
                    </a:cubicBezTo>
                    <a:cubicBezTo>
                      <a:pt x="589844" y="110895"/>
                      <a:pt x="546552" y="137898"/>
                      <a:pt x="504119" y="166188"/>
                    </a:cubicBezTo>
                    <a:cubicBezTo>
                      <a:pt x="417536" y="224052"/>
                      <a:pt x="337383" y="290060"/>
                      <a:pt x="265803" y="365498"/>
                    </a:cubicBezTo>
                    <a:cubicBezTo>
                      <a:pt x="196366" y="438364"/>
                      <a:pt x="134644" y="519803"/>
                      <a:pt x="86209" y="608100"/>
                    </a:cubicBezTo>
                    <a:cubicBezTo>
                      <a:pt x="62206" y="651820"/>
                      <a:pt x="41632" y="697254"/>
                      <a:pt x="24487" y="743546"/>
                    </a:cubicBezTo>
                    <a:cubicBezTo>
                      <a:pt x="7342" y="789408"/>
                      <a:pt x="-19233" y="859274"/>
                      <a:pt x="21487" y="899994"/>
                    </a:cubicBezTo>
                    <a:cubicBezTo>
                      <a:pt x="35203" y="913710"/>
                      <a:pt x="54491" y="914138"/>
                      <a:pt x="71207" y="906423"/>
                    </a:cubicBezTo>
                    <a:cubicBezTo>
                      <a:pt x="115356" y="886278"/>
                      <a:pt x="120928" y="815554"/>
                      <a:pt x="132929" y="773549"/>
                    </a:cubicBezTo>
                    <a:cubicBezTo>
                      <a:pt x="144931" y="731544"/>
                      <a:pt x="159933" y="690396"/>
                      <a:pt x="178364" y="650534"/>
                    </a:cubicBezTo>
                    <a:cubicBezTo>
                      <a:pt x="218226" y="563952"/>
                      <a:pt x="270518" y="483370"/>
                      <a:pt x="331811" y="410504"/>
                    </a:cubicBezTo>
                    <a:cubicBezTo>
                      <a:pt x="394391" y="335494"/>
                      <a:pt x="465971" y="267343"/>
                      <a:pt x="539694" y="203049"/>
                    </a:cubicBezTo>
                    <a:cubicBezTo>
                      <a:pt x="578271" y="169617"/>
                      <a:pt x="617704" y="137470"/>
                      <a:pt x="658424" y="106609"/>
                    </a:cubicBezTo>
                    <a:cubicBezTo>
                      <a:pt x="698714" y="75748"/>
                      <a:pt x="739862" y="43172"/>
                      <a:pt x="786154" y="21312"/>
                    </a:cubicBezTo>
                    <a:cubicBezTo>
                      <a:pt x="798584" y="14454"/>
                      <a:pt x="785725" y="-6548"/>
                      <a:pt x="774581" y="202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6" name="任意多边形: 形状 1385"/>
              <p:cNvSpPr/>
              <p:nvPr/>
            </p:nvSpPr>
            <p:spPr>
              <a:xfrm>
                <a:off x="420451" y="970159"/>
                <a:ext cx="942087" cy="192041"/>
              </a:xfrm>
              <a:custGeom>
                <a:avLst/>
                <a:gdLst>
                  <a:gd name="connsiteX0" fmla="*/ 24985 w 942087"/>
                  <a:gd name="connsiteY0" fmla="*/ 188413 h 192041"/>
                  <a:gd name="connsiteX1" fmla="*/ 130855 w 942087"/>
                  <a:gd name="connsiteY1" fmla="*/ 165696 h 192041"/>
                  <a:gd name="connsiteX2" fmla="*/ 229867 w 942087"/>
                  <a:gd name="connsiteY2" fmla="*/ 126691 h 192041"/>
                  <a:gd name="connsiteX3" fmla="*/ 456610 w 942087"/>
                  <a:gd name="connsiteY3" fmla="*/ 83400 h 192041"/>
                  <a:gd name="connsiteX4" fmla="*/ 683781 w 942087"/>
                  <a:gd name="connsiteY4" fmla="*/ 47396 h 192041"/>
                  <a:gd name="connsiteX5" fmla="*/ 926812 w 942087"/>
                  <a:gd name="connsiteY5" fmla="*/ 56826 h 192041"/>
                  <a:gd name="connsiteX6" fmla="*/ 933241 w 942087"/>
                  <a:gd name="connsiteY6" fmla="*/ 33251 h 192041"/>
                  <a:gd name="connsiteX7" fmla="*/ 816226 w 942087"/>
                  <a:gd name="connsiteY7" fmla="*/ 6248 h 192041"/>
                  <a:gd name="connsiteX8" fmla="*/ 694926 w 942087"/>
                  <a:gd name="connsiteY8" fmla="*/ 247 h 192041"/>
                  <a:gd name="connsiteX9" fmla="*/ 445466 w 942087"/>
                  <a:gd name="connsiteY9" fmla="*/ 1104 h 192041"/>
                  <a:gd name="connsiteX10" fmla="*/ 202435 w 942087"/>
                  <a:gd name="connsiteY10" fmla="*/ 26822 h 192041"/>
                  <a:gd name="connsiteX11" fmla="*/ 91850 w 942087"/>
                  <a:gd name="connsiteY11" fmla="*/ 67970 h 192041"/>
                  <a:gd name="connsiteX12" fmla="*/ 1410 w 942087"/>
                  <a:gd name="connsiteY12" fmla="*/ 146408 h 192041"/>
                  <a:gd name="connsiteX13" fmla="*/ 24985 w 942087"/>
                  <a:gd name="connsiteY13" fmla="*/ 188413 h 19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087" h="192041">
                    <a:moveTo>
                      <a:pt x="24985" y="188413"/>
                    </a:moveTo>
                    <a:cubicBezTo>
                      <a:pt x="62704" y="199986"/>
                      <a:pt x="96994" y="181555"/>
                      <a:pt x="130855" y="165696"/>
                    </a:cubicBezTo>
                    <a:cubicBezTo>
                      <a:pt x="163002" y="150694"/>
                      <a:pt x="196435" y="137836"/>
                      <a:pt x="229867" y="126691"/>
                    </a:cubicBezTo>
                    <a:cubicBezTo>
                      <a:pt x="303162" y="101831"/>
                      <a:pt x="380315" y="95402"/>
                      <a:pt x="456610" y="83400"/>
                    </a:cubicBezTo>
                    <a:cubicBezTo>
                      <a:pt x="532048" y="71399"/>
                      <a:pt x="607915" y="53825"/>
                      <a:pt x="683781" y="47396"/>
                    </a:cubicBezTo>
                    <a:cubicBezTo>
                      <a:pt x="763077" y="40538"/>
                      <a:pt x="848373" y="42681"/>
                      <a:pt x="926812" y="56826"/>
                    </a:cubicBezTo>
                    <a:cubicBezTo>
                      <a:pt x="942242" y="59826"/>
                      <a:pt x="948672" y="37966"/>
                      <a:pt x="933241" y="33251"/>
                    </a:cubicBezTo>
                    <a:cubicBezTo>
                      <a:pt x="894236" y="20821"/>
                      <a:pt x="856946" y="10534"/>
                      <a:pt x="816226" y="6248"/>
                    </a:cubicBezTo>
                    <a:cubicBezTo>
                      <a:pt x="775936" y="1962"/>
                      <a:pt x="735645" y="247"/>
                      <a:pt x="694926" y="247"/>
                    </a:cubicBezTo>
                    <a:cubicBezTo>
                      <a:pt x="611772" y="676"/>
                      <a:pt x="528619" y="-1039"/>
                      <a:pt x="445466" y="1104"/>
                    </a:cubicBezTo>
                    <a:cubicBezTo>
                      <a:pt x="364027" y="3676"/>
                      <a:pt x="281731" y="6248"/>
                      <a:pt x="202435" y="26822"/>
                    </a:cubicBezTo>
                    <a:cubicBezTo>
                      <a:pt x="164288" y="36680"/>
                      <a:pt x="127855" y="51682"/>
                      <a:pt x="91850" y="67970"/>
                    </a:cubicBezTo>
                    <a:cubicBezTo>
                      <a:pt x="53703" y="85115"/>
                      <a:pt x="13840" y="103974"/>
                      <a:pt x="1410" y="146408"/>
                    </a:cubicBezTo>
                    <a:cubicBezTo>
                      <a:pt x="-4162" y="164839"/>
                      <a:pt x="7411" y="183270"/>
                      <a:pt x="24985" y="1884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7" name="任意多边形: 形状 1386"/>
              <p:cNvSpPr/>
              <p:nvPr/>
            </p:nvSpPr>
            <p:spPr>
              <a:xfrm>
                <a:off x="2276595" y="1291236"/>
                <a:ext cx="886091" cy="599557"/>
              </a:xfrm>
              <a:custGeom>
                <a:avLst/>
                <a:gdLst>
                  <a:gd name="connsiteX0" fmla="*/ 758164 w 886091"/>
                  <a:gd name="connsiteY0" fmla="*/ 360684 h 599557"/>
                  <a:gd name="connsiteX1" fmla="*/ 518563 w 886091"/>
                  <a:gd name="connsiteY1" fmla="*/ 226953 h 599557"/>
                  <a:gd name="connsiteX2" fmla="*/ 267389 w 886091"/>
                  <a:gd name="connsiteY2" fmla="*/ 109082 h 599557"/>
                  <a:gd name="connsiteX3" fmla="*/ 14071 w 886091"/>
                  <a:gd name="connsiteY3" fmla="*/ 639 h 599557"/>
                  <a:gd name="connsiteX4" fmla="*/ 5499 w 886091"/>
                  <a:gd name="connsiteY4" fmla="*/ 21213 h 599557"/>
                  <a:gd name="connsiteX5" fmla="*/ 236528 w 886091"/>
                  <a:gd name="connsiteY5" fmla="*/ 140800 h 599557"/>
                  <a:gd name="connsiteX6" fmla="*/ 460698 w 886091"/>
                  <a:gd name="connsiteY6" fmla="*/ 273245 h 599557"/>
                  <a:gd name="connsiteX7" fmla="*/ 659152 w 886091"/>
                  <a:gd name="connsiteY7" fmla="*/ 430122 h 599557"/>
                  <a:gd name="connsiteX8" fmla="*/ 739305 w 886091"/>
                  <a:gd name="connsiteY8" fmla="*/ 503845 h 599557"/>
                  <a:gd name="connsiteX9" fmla="*/ 811742 w 886091"/>
                  <a:gd name="connsiteY9" fmla="*/ 593428 h 599557"/>
                  <a:gd name="connsiteX10" fmla="*/ 876893 w 886091"/>
                  <a:gd name="connsiteY10" fmla="*/ 576283 h 599557"/>
                  <a:gd name="connsiteX11" fmla="*/ 758164 w 886091"/>
                  <a:gd name="connsiteY11" fmla="*/ 360684 h 59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6091" h="599557">
                    <a:moveTo>
                      <a:pt x="758164" y="360684"/>
                    </a:moveTo>
                    <a:cubicBezTo>
                      <a:pt x="685298" y="305820"/>
                      <a:pt x="600430" y="265958"/>
                      <a:pt x="518563" y="226953"/>
                    </a:cubicBezTo>
                    <a:cubicBezTo>
                      <a:pt x="434981" y="187091"/>
                      <a:pt x="350542" y="149372"/>
                      <a:pt x="267389" y="109082"/>
                    </a:cubicBezTo>
                    <a:cubicBezTo>
                      <a:pt x="184235" y="68791"/>
                      <a:pt x="101082" y="31072"/>
                      <a:pt x="14071" y="639"/>
                    </a:cubicBezTo>
                    <a:cubicBezTo>
                      <a:pt x="1641" y="-3647"/>
                      <a:pt x="-5646" y="14784"/>
                      <a:pt x="5499" y="21213"/>
                    </a:cubicBezTo>
                    <a:cubicBezTo>
                      <a:pt x="80937" y="64933"/>
                      <a:pt x="158946" y="102224"/>
                      <a:pt x="236528" y="140800"/>
                    </a:cubicBezTo>
                    <a:cubicBezTo>
                      <a:pt x="314966" y="179805"/>
                      <a:pt x="389118" y="222667"/>
                      <a:pt x="460698" y="273245"/>
                    </a:cubicBezTo>
                    <a:cubicBezTo>
                      <a:pt x="530136" y="322108"/>
                      <a:pt x="594001" y="376115"/>
                      <a:pt x="659152" y="430122"/>
                    </a:cubicBezTo>
                    <a:cubicBezTo>
                      <a:pt x="687013" y="453696"/>
                      <a:pt x="714444" y="476842"/>
                      <a:pt x="739305" y="503845"/>
                    </a:cubicBezTo>
                    <a:cubicBezTo>
                      <a:pt x="764594" y="531277"/>
                      <a:pt x="778738" y="574568"/>
                      <a:pt x="811742" y="593428"/>
                    </a:cubicBezTo>
                    <a:cubicBezTo>
                      <a:pt x="832745" y="605429"/>
                      <a:pt x="865749" y="599857"/>
                      <a:pt x="876893" y="576283"/>
                    </a:cubicBezTo>
                    <a:cubicBezTo>
                      <a:pt x="916755" y="492272"/>
                      <a:pt x="817743" y="405690"/>
                      <a:pt x="758164" y="36068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8" name="任意多边形: 形状 1387"/>
              <p:cNvSpPr/>
              <p:nvPr/>
            </p:nvSpPr>
            <p:spPr>
              <a:xfrm>
                <a:off x="2016778" y="217406"/>
                <a:ext cx="648433" cy="616188"/>
              </a:xfrm>
              <a:custGeom>
                <a:avLst/>
                <a:gdLst>
                  <a:gd name="connsiteX0" fmla="*/ 93009 w 648433"/>
                  <a:gd name="connsiteY0" fmla="*/ 402814 h 616188"/>
                  <a:gd name="connsiteX1" fmla="*/ 425 w 648433"/>
                  <a:gd name="connsiteY1" fmla="*/ 607268 h 616188"/>
                  <a:gd name="connsiteX2" fmla="*/ 14999 w 648433"/>
                  <a:gd name="connsiteY2" fmla="*/ 611126 h 616188"/>
                  <a:gd name="connsiteX3" fmla="*/ 297034 w 648433"/>
                  <a:gd name="connsiteY3" fmla="*/ 281085 h 616188"/>
                  <a:gd name="connsiteX4" fmla="*/ 468055 w 648433"/>
                  <a:gd name="connsiteY4" fmla="*/ 168785 h 616188"/>
                  <a:gd name="connsiteX5" fmla="*/ 560638 w 648433"/>
                  <a:gd name="connsiteY5" fmla="*/ 119064 h 616188"/>
                  <a:gd name="connsiteX6" fmla="*/ 647221 w 648433"/>
                  <a:gd name="connsiteY6" fmla="*/ 53913 h 616188"/>
                  <a:gd name="connsiteX7" fmla="*/ 628790 w 648433"/>
                  <a:gd name="connsiteY7" fmla="*/ 8479 h 616188"/>
                  <a:gd name="connsiteX8" fmla="*/ 514776 w 648433"/>
                  <a:gd name="connsiteY8" fmla="*/ 30768 h 616188"/>
                  <a:gd name="connsiteX9" fmla="*/ 415763 w 648433"/>
                  <a:gd name="connsiteY9" fmla="*/ 88632 h 616188"/>
                  <a:gd name="connsiteX10" fmla="*/ 241313 w 648433"/>
                  <a:gd name="connsiteY10" fmla="*/ 232650 h 616188"/>
                  <a:gd name="connsiteX11" fmla="*/ 93009 w 648433"/>
                  <a:gd name="connsiteY11" fmla="*/ 402814 h 61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8433" h="616188">
                    <a:moveTo>
                      <a:pt x="93009" y="402814"/>
                    </a:moveTo>
                    <a:cubicBezTo>
                      <a:pt x="52289" y="465822"/>
                      <a:pt x="21857" y="535688"/>
                      <a:pt x="425" y="607268"/>
                    </a:cubicBezTo>
                    <a:cubicBezTo>
                      <a:pt x="-2575" y="616698"/>
                      <a:pt x="11141" y="619698"/>
                      <a:pt x="14999" y="611126"/>
                    </a:cubicBezTo>
                    <a:cubicBezTo>
                      <a:pt x="72863" y="473109"/>
                      <a:pt x="177876" y="368524"/>
                      <a:pt x="297034" y="281085"/>
                    </a:cubicBezTo>
                    <a:cubicBezTo>
                      <a:pt x="351898" y="240794"/>
                      <a:pt x="409334" y="203075"/>
                      <a:pt x="468055" y="168785"/>
                    </a:cubicBezTo>
                    <a:cubicBezTo>
                      <a:pt x="498059" y="151211"/>
                      <a:pt x="529349" y="134923"/>
                      <a:pt x="560638" y="119064"/>
                    </a:cubicBezTo>
                    <a:cubicBezTo>
                      <a:pt x="592785" y="102777"/>
                      <a:pt x="637791" y="93347"/>
                      <a:pt x="647221" y="53913"/>
                    </a:cubicBezTo>
                    <a:cubicBezTo>
                      <a:pt x="651507" y="35911"/>
                      <a:pt x="644220" y="17909"/>
                      <a:pt x="628790" y="8479"/>
                    </a:cubicBezTo>
                    <a:cubicBezTo>
                      <a:pt x="592357" y="-14238"/>
                      <a:pt x="548637" y="14051"/>
                      <a:pt x="514776" y="30768"/>
                    </a:cubicBezTo>
                    <a:cubicBezTo>
                      <a:pt x="480486" y="47484"/>
                      <a:pt x="447481" y="67629"/>
                      <a:pt x="415763" y="88632"/>
                    </a:cubicBezTo>
                    <a:cubicBezTo>
                      <a:pt x="352327" y="130637"/>
                      <a:pt x="295748" y="179929"/>
                      <a:pt x="241313" y="232650"/>
                    </a:cubicBezTo>
                    <a:cubicBezTo>
                      <a:pt x="186877" y="285371"/>
                      <a:pt x="133728" y="339378"/>
                      <a:pt x="93009" y="40281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9" name="任意多边形: 形状 1388"/>
              <p:cNvSpPr/>
              <p:nvPr/>
            </p:nvSpPr>
            <p:spPr>
              <a:xfrm>
                <a:off x="1973014" y="-112371"/>
                <a:ext cx="367249" cy="796351"/>
              </a:xfrm>
              <a:custGeom>
                <a:avLst/>
                <a:gdLst>
                  <a:gd name="connsiteX0" fmla="*/ 29616 w 367249"/>
                  <a:gd name="connsiteY0" fmla="*/ 782312 h 796351"/>
                  <a:gd name="connsiteX1" fmla="*/ 159918 w 367249"/>
                  <a:gd name="connsiteY1" fmla="*/ 384120 h 796351"/>
                  <a:gd name="connsiteX2" fmla="*/ 262360 w 367249"/>
                  <a:gd name="connsiteY2" fmla="*/ 206669 h 796351"/>
                  <a:gd name="connsiteX3" fmla="*/ 322367 w 367249"/>
                  <a:gd name="connsiteY3" fmla="*/ 123087 h 796351"/>
                  <a:gd name="connsiteX4" fmla="*/ 366944 w 367249"/>
                  <a:gd name="connsiteY4" fmla="*/ 30504 h 796351"/>
                  <a:gd name="connsiteX5" fmla="*/ 336512 w 367249"/>
                  <a:gd name="connsiteY5" fmla="*/ 71 h 796351"/>
                  <a:gd name="connsiteX6" fmla="*/ 249930 w 367249"/>
                  <a:gd name="connsiteY6" fmla="*/ 63937 h 796351"/>
                  <a:gd name="connsiteX7" fmla="*/ 186922 w 367249"/>
                  <a:gd name="connsiteY7" fmla="*/ 156948 h 796351"/>
                  <a:gd name="connsiteX8" fmla="*/ 87909 w 367249"/>
                  <a:gd name="connsiteY8" fmla="*/ 354116 h 796351"/>
                  <a:gd name="connsiteX9" fmla="*/ 41 w 367249"/>
                  <a:gd name="connsiteY9" fmla="*/ 782741 h 796351"/>
                  <a:gd name="connsiteX10" fmla="*/ 29616 w 367249"/>
                  <a:gd name="connsiteY10" fmla="*/ 782312 h 796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249" h="796351">
                    <a:moveTo>
                      <a:pt x="29616" y="782312"/>
                    </a:moveTo>
                    <a:cubicBezTo>
                      <a:pt x="45047" y="643866"/>
                      <a:pt x="96053" y="507135"/>
                      <a:pt x="159918" y="384120"/>
                    </a:cubicBezTo>
                    <a:cubicBezTo>
                      <a:pt x="191637" y="323255"/>
                      <a:pt x="224212" y="263247"/>
                      <a:pt x="262360" y="206669"/>
                    </a:cubicBezTo>
                    <a:cubicBezTo>
                      <a:pt x="281648" y="178380"/>
                      <a:pt x="301793" y="150519"/>
                      <a:pt x="322367" y="123087"/>
                    </a:cubicBezTo>
                    <a:cubicBezTo>
                      <a:pt x="344227" y="93940"/>
                      <a:pt x="370373" y="69080"/>
                      <a:pt x="366944" y="30504"/>
                    </a:cubicBezTo>
                    <a:cubicBezTo>
                      <a:pt x="365658" y="15073"/>
                      <a:pt x="354086" y="-1214"/>
                      <a:pt x="336512" y="71"/>
                    </a:cubicBezTo>
                    <a:cubicBezTo>
                      <a:pt x="293649" y="3501"/>
                      <a:pt x="274361" y="31790"/>
                      <a:pt x="249930" y="63937"/>
                    </a:cubicBezTo>
                    <a:cubicBezTo>
                      <a:pt x="227213" y="93940"/>
                      <a:pt x="206638" y="124801"/>
                      <a:pt x="186922" y="156948"/>
                    </a:cubicBezTo>
                    <a:cubicBezTo>
                      <a:pt x="148774" y="219528"/>
                      <a:pt x="114056" y="285536"/>
                      <a:pt x="87909" y="354116"/>
                    </a:cubicBezTo>
                    <a:cubicBezTo>
                      <a:pt x="35188" y="492562"/>
                      <a:pt x="12043" y="635722"/>
                      <a:pt x="41" y="782741"/>
                    </a:cubicBezTo>
                    <a:cubicBezTo>
                      <a:pt x="-1245" y="801172"/>
                      <a:pt x="27902" y="800743"/>
                      <a:pt x="29616" y="78231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0" name="任意多边形: 形状 1389"/>
              <p:cNvSpPr/>
              <p:nvPr/>
            </p:nvSpPr>
            <p:spPr>
              <a:xfrm>
                <a:off x="1392572" y="-17824"/>
                <a:ext cx="411631" cy="737552"/>
              </a:xfrm>
              <a:custGeom>
                <a:avLst/>
                <a:gdLst>
                  <a:gd name="connsiteX0" fmla="*/ 372600 w 411631"/>
                  <a:gd name="connsiteY0" fmla="*/ 529174 h 737552"/>
                  <a:gd name="connsiteX1" fmla="*/ 293304 w 411631"/>
                  <a:gd name="connsiteY1" fmla="*/ 343579 h 737552"/>
                  <a:gd name="connsiteX2" fmla="*/ 187434 w 411631"/>
                  <a:gd name="connsiteY2" fmla="*/ 157556 h 737552"/>
                  <a:gd name="connsiteX3" fmla="*/ 124426 w 411631"/>
                  <a:gd name="connsiteY3" fmla="*/ 67545 h 737552"/>
                  <a:gd name="connsiteX4" fmla="*/ 41701 w 411631"/>
                  <a:gd name="connsiteY4" fmla="*/ 679 h 737552"/>
                  <a:gd name="connsiteX5" fmla="*/ 553 w 411631"/>
                  <a:gd name="connsiteY5" fmla="*/ 31969 h 737552"/>
                  <a:gd name="connsiteX6" fmla="*/ 36558 w 411631"/>
                  <a:gd name="connsiteY6" fmla="*/ 124981 h 737552"/>
                  <a:gd name="connsiteX7" fmla="*/ 95708 w 411631"/>
                  <a:gd name="connsiteY7" fmla="*/ 204705 h 737552"/>
                  <a:gd name="connsiteX8" fmla="*/ 219152 w 411631"/>
                  <a:gd name="connsiteY8" fmla="*/ 374440 h 737552"/>
                  <a:gd name="connsiteX9" fmla="*/ 314307 w 411631"/>
                  <a:gd name="connsiteY9" fmla="*/ 542461 h 737552"/>
                  <a:gd name="connsiteX10" fmla="*/ 350740 w 411631"/>
                  <a:gd name="connsiteY10" fmla="*/ 632044 h 737552"/>
                  <a:gd name="connsiteX11" fmla="*/ 388888 w 411631"/>
                  <a:gd name="connsiteY11" fmla="*/ 729342 h 737552"/>
                  <a:gd name="connsiteX12" fmla="*/ 411605 w 411631"/>
                  <a:gd name="connsiteY12" fmla="*/ 726341 h 737552"/>
                  <a:gd name="connsiteX13" fmla="*/ 402604 w 411631"/>
                  <a:gd name="connsiteY13" fmla="*/ 628615 h 737552"/>
                  <a:gd name="connsiteX14" fmla="*/ 372600 w 411631"/>
                  <a:gd name="connsiteY14" fmla="*/ 529174 h 7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1631" h="737552">
                    <a:moveTo>
                      <a:pt x="372600" y="529174"/>
                    </a:moveTo>
                    <a:cubicBezTo>
                      <a:pt x="350311" y="465737"/>
                      <a:pt x="323308" y="403587"/>
                      <a:pt x="293304" y="343579"/>
                    </a:cubicBezTo>
                    <a:cubicBezTo>
                      <a:pt x="261586" y="279714"/>
                      <a:pt x="226867" y="216706"/>
                      <a:pt x="187434" y="157556"/>
                    </a:cubicBezTo>
                    <a:cubicBezTo>
                      <a:pt x="166860" y="127124"/>
                      <a:pt x="146714" y="96691"/>
                      <a:pt x="124426" y="67545"/>
                    </a:cubicBezTo>
                    <a:cubicBezTo>
                      <a:pt x="102566" y="39256"/>
                      <a:pt x="78563" y="7109"/>
                      <a:pt x="41701" y="679"/>
                    </a:cubicBezTo>
                    <a:cubicBezTo>
                      <a:pt x="18984" y="-3178"/>
                      <a:pt x="3125" y="9680"/>
                      <a:pt x="553" y="31969"/>
                    </a:cubicBezTo>
                    <a:cubicBezTo>
                      <a:pt x="-3733" y="66259"/>
                      <a:pt x="17698" y="97977"/>
                      <a:pt x="36558" y="124981"/>
                    </a:cubicBezTo>
                    <a:cubicBezTo>
                      <a:pt x="55417" y="151984"/>
                      <a:pt x="75991" y="178130"/>
                      <a:pt x="95708" y="204705"/>
                    </a:cubicBezTo>
                    <a:cubicBezTo>
                      <a:pt x="137285" y="260855"/>
                      <a:pt x="180147" y="316147"/>
                      <a:pt x="219152" y="374440"/>
                    </a:cubicBezTo>
                    <a:cubicBezTo>
                      <a:pt x="254728" y="428018"/>
                      <a:pt x="287304" y="483740"/>
                      <a:pt x="314307" y="542461"/>
                    </a:cubicBezTo>
                    <a:cubicBezTo>
                      <a:pt x="327594" y="571608"/>
                      <a:pt x="340024" y="601612"/>
                      <a:pt x="350740" y="632044"/>
                    </a:cubicBezTo>
                    <a:cubicBezTo>
                      <a:pt x="362313" y="665048"/>
                      <a:pt x="378172" y="696766"/>
                      <a:pt x="388888" y="729342"/>
                    </a:cubicBezTo>
                    <a:cubicBezTo>
                      <a:pt x="392745" y="741343"/>
                      <a:pt x="412462" y="740057"/>
                      <a:pt x="411605" y="726341"/>
                    </a:cubicBezTo>
                    <a:cubicBezTo>
                      <a:pt x="409890" y="692909"/>
                      <a:pt x="410319" y="661190"/>
                      <a:pt x="402604" y="628615"/>
                    </a:cubicBezTo>
                    <a:cubicBezTo>
                      <a:pt x="394460" y="595182"/>
                      <a:pt x="384173" y="561749"/>
                      <a:pt x="372600" y="52917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1" name="任意多边形: 形状 1390"/>
              <p:cNvSpPr/>
              <p:nvPr/>
            </p:nvSpPr>
            <p:spPr>
              <a:xfrm>
                <a:off x="880090" y="421150"/>
                <a:ext cx="827187" cy="589238"/>
              </a:xfrm>
              <a:custGeom>
                <a:avLst/>
                <a:gdLst>
                  <a:gd name="connsiteX0" fmla="*/ 668626 w 827187"/>
                  <a:gd name="connsiteY0" fmla="*/ 391093 h 589238"/>
                  <a:gd name="connsiteX1" fmla="*/ 489890 w 827187"/>
                  <a:gd name="connsiteY1" fmla="*/ 224358 h 589238"/>
                  <a:gd name="connsiteX2" fmla="*/ 281149 w 827187"/>
                  <a:gd name="connsiteY2" fmla="*/ 79483 h 589238"/>
                  <a:gd name="connsiteX3" fmla="*/ 154276 w 827187"/>
                  <a:gd name="connsiteY3" fmla="*/ 25905 h 589238"/>
                  <a:gd name="connsiteX4" fmla="*/ 17545 w 827187"/>
                  <a:gd name="connsiteY4" fmla="*/ 8331 h 589238"/>
                  <a:gd name="connsiteX5" fmla="*/ 1686 w 827187"/>
                  <a:gd name="connsiteY5" fmla="*/ 47765 h 589238"/>
                  <a:gd name="connsiteX6" fmla="*/ 100698 w 827187"/>
                  <a:gd name="connsiteY6" fmla="*/ 124489 h 589238"/>
                  <a:gd name="connsiteX7" fmla="*/ 223714 w 827187"/>
                  <a:gd name="connsiteY7" fmla="*/ 172923 h 589238"/>
                  <a:gd name="connsiteX8" fmla="*/ 339014 w 827187"/>
                  <a:gd name="connsiteY8" fmla="*/ 217929 h 589238"/>
                  <a:gd name="connsiteX9" fmla="*/ 444027 w 827187"/>
                  <a:gd name="connsiteY9" fmla="*/ 283937 h 589238"/>
                  <a:gd name="connsiteX10" fmla="*/ 637765 w 827187"/>
                  <a:gd name="connsiteY10" fmla="*/ 415096 h 589238"/>
                  <a:gd name="connsiteX11" fmla="*/ 805358 w 827187"/>
                  <a:gd name="connsiteY11" fmla="*/ 585261 h 589238"/>
                  <a:gd name="connsiteX12" fmla="*/ 825074 w 827187"/>
                  <a:gd name="connsiteY12" fmla="*/ 569830 h 589238"/>
                  <a:gd name="connsiteX13" fmla="*/ 668626 w 827187"/>
                  <a:gd name="connsiteY13" fmla="*/ 391093 h 58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187" h="589238">
                    <a:moveTo>
                      <a:pt x="668626" y="391093"/>
                    </a:moveTo>
                    <a:cubicBezTo>
                      <a:pt x="611191" y="333229"/>
                      <a:pt x="552040" y="277079"/>
                      <a:pt x="489890" y="224358"/>
                    </a:cubicBezTo>
                    <a:cubicBezTo>
                      <a:pt x="424310" y="169066"/>
                      <a:pt x="360016" y="114630"/>
                      <a:pt x="281149" y="79483"/>
                    </a:cubicBezTo>
                    <a:cubicBezTo>
                      <a:pt x="239144" y="61052"/>
                      <a:pt x="197139" y="42193"/>
                      <a:pt x="154276" y="25905"/>
                    </a:cubicBezTo>
                    <a:cubicBezTo>
                      <a:pt x="109699" y="8760"/>
                      <a:pt x="63836" y="-11814"/>
                      <a:pt x="17545" y="8331"/>
                    </a:cubicBezTo>
                    <a:cubicBezTo>
                      <a:pt x="5115" y="13903"/>
                      <a:pt x="-3886" y="34906"/>
                      <a:pt x="1686" y="47765"/>
                    </a:cubicBezTo>
                    <a:cubicBezTo>
                      <a:pt x="20117" y="91485"/>
                      <a:pt x="59550" y="106486"/>
                      <a:pt x="100698" y="124489"/>
                    </a:cubicBezTo>
                    <a:cubicBezTo>
                      <a:pt x="140989" y="142062"/>
                      <a:pt x="182566" y="157064"/>
                      <a:pt x="223714" y="172923"/>
                    </a:cubicBezTo>
                    <a:cubicBezTo>
                      <a:pt x="262718" y="187497"/>
                      <a:pt x="302581" y="197784"/>
                      <a:pt x="339014" y="217929"/>
                    </a:cubicBezTo>
                    <a:cubicBezTo>
                      <a:pt x="375018" y="238074"/>
                      <a:pt x="409308" y="261649"/>
                      <a:pt x="444027" y="283937"/>
                    </a:cubicBezTo>
                    <a:cubicBezTo>
                      <a:pt x="509178" y="326371"/>
                      <a:pt x="576472" y="366662"/>
                      <a:pt x="637765" y="415096"/>
                    </a:cubicBezTo>
                    <a:cubicBezTo>
                      <a:pt x="700345" y="464817"/>
                      <a:pt x="756494" y="521824"/>
                      <a:pt x="805358" y="585261"/>
                    </a:cubicBezTo>
                    <a:cubicBezTo>
                      <a:pt x="813930" y="596405"/>
                      <a:pt x="833647" y="581832"/>
                      <a:pt x="825074" y="569830"/>
                    </a:cubicBezTo>
                    <a:cubicBezTo>
                      <a:pt x="778354" y="505536"/>
                      <a:pt x="724348" y="447672"/>
                      <a:pt x="668626" y="39109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2" name="任意多边形: 形状 1391"/>
              <p:cNvSpPr/>
              <p:nvPr/>
            </p:nvSpPr>
            <p:spPr>
              <a:xfrm>
                <a:off x="1475836" y="1654679"/>
                <a:ext cx="209572" cy="588150"/>
              </a:xfrm>
              <a:custGeom>
                <a:avLst/>
                <a:gdLst>
                  <a:gd name="connsiteX0" fmla="*/ 186466 w 209572"/>
                  <a:gd name="connsiteY0" fmla="*/ 6243 h 588150"/>
                  <a:gd name="connsiteX1" fmla="*/ 118314 w 209572"/>
                  <a:gd name="connsiteY1" fmla="*/ 141688 h 588150"/>
                  <a:gd name="connsiteX2" fmla="*/ 67736 w 209572"/>
                  <a:gd name="connsiteY2" fmla="*/ 273276 h 588150"/>
                  <a:gd name="connsiteX3" fmla="*/ 24017 w 209572"/>
                  <a:gd name="connsiteY3" fmla="*/ 409579 h 588150"/>
                  <a:gd name="connsiteX4" fmla="*/ 2585 w 209572"/>
                  <a:gd name="connsiteY4" fmla="*/ 560884 h 588150"/>
                  <a:gd name="connsiteX5" fmla="*/ 72880 w 209572"/>
                  <a:gd name="connsiteY5" fmla="*/ 569885 h 588150"/>
                  <a:gd name="connsiteX6" fmla="*/ 114457 w 209572"/>
                  <a:gd name="connsiteY6" fmla="*/ 434010 h 588150"/>
                  <a:gd name="connsiteX7" fmla="*/ 145746 w 209572"/>
                  <a:gd name="connsiteY7" fmla="*/ 294279 h 588150"/>
                  <a:gd name="connsiteX8" fmla="*/ 179179 w 209572"/>
                  <a:gd name="connsiteY8" fmla="*/ 154976 h 588150"/>
                  <a:gd name="connsiteX9" fmla="*/ 209183 w 209572"/>
                  <a:gd name="connsiteY9" fmla="*/ 15244 h 588150"/>
                  <a:gd name="connsiteX10" fmla="*/ 186466 w 209572"/>
                  <a:gd name="connsiteY10" fmla="*/ 6243 h 58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9572" h="588150">
                    <a:moveTo>
                      <a:pt x="186466" y="6243"/>
                    </a:moveTo>
                    <a:cubicBezTo>
                      <a:pt x="164606" y="52106"/>
                      <a:pt x="138460" y="94968"/>
                      <a:pt x="118314" y="141688"/>
                    </a:cubicBezTo>
                    <a:cubicBezTo>
                      <a:pt x="99883" y="184551"/>
                      <a:pt x="83596" y="229128"/>
                      <a:pt x="67736" y="273276"/>
                    </a:cubicBezTo>
                    <a:cubicBezTo>
                      <a:pt x="51449" y="318282"/>
                      <a:pt x="37304" y="363716"/>
                      <a:pt x="24017" y="409579"/>
                    </a:cubicBezTo>
                    <a:cubicBezTo>
                      <a:pt x="9872" y="458871"/>
                      <a:pt x="-6416" y="509448"/>
                      <a:pt x="2585" y="560884"/>
                    </a:cubicBezTo>
                    <a:cubicBezTo>
                      <a:pt x="8586" y="596031"/>
                      <a:pt x="56164" y="595174"/>
                      <a:pt x="72880" y="569885"/>
                    </a:cubicBezTo>
                    <a:cubicBezTo>
                      <a:pt x="99026" y="530451"/>
                      <a:pt x="105027" y="479445"/>
                      <a:pt x="114457" y="434010"/>
                    </a:cubicBezTo>
                    <a:cubicBezTo>
                      <a:pt x="124315" y="387290"/>
                      <a:pt x="135031" y="340570"/>
                      <a:pt x="145746" y="294279"/>
                    </a:cubicBezTo>
                    <a:cubicBezTo>
                      <a:pt x="156033" y="247559"/>
                      <a:pt x="168463" y="201696"/>
                      <a:pt x="179179" y="154976"/>
                    </a:cubicBezTo>
                    <a:cubicBezTo>
                      <a:pt x="189895" y="108684"/>
                      <a:pt x="196324" y="61107"/>
                      <a:pt x="209183" y="15244"/>
                    </a:cubicBezTo>
                    <a:cubicBezTo>
                      <a:pt x="212612" y="2385"/>
                      <a:pt x="192466" y="-6616"/>
                      <a:pt x="186466" y="62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3" name="任意多边形: 形状 1392"/>
              <p:cNvSpPr/>
              <p:nvPr/>
            </p:nvSpPr>
            <p:spPr>
              <a:xfrm>
                <a:off x="2162343" y="1054485"/>
                <a:ext cx="1230956" cy="161277"/>
              </a:xfrm>
              <a:custGeom>
                <a:avLst/>
                <a:gdLst>
                  <a:gd name="connsiteX0" fmla="*/ 1091444 w 1230956"/>
                  <a:gd name="connsiteY0" fmla="*/ 51796 h 161277"/>
                  <a:gd name="connsiteX1" fmla="*/ 935853 w 1230956"/>
                  <a:gd name="connsiteY1" fmla="*/ 27793 h 161277"/>
                  <a:gd name="connsiteX2" fmla="*/ 623814 w 1230956"/>
                  <a:gd name="connsiteY2" fmla="*/ 2933 h 161277"/>
                  <a:gd name="connsiteX3" fmla="*/ 9594 w 1230956"/>
                  <a:gd name="connsiteY3" fmla="*/ 67227 h 161277"/>
                  <a:gd name="connsiteX4" fmla="*/ 13023 w 1230956"/>
                  <a:gd name="connsiteY4" fmla="*/ 94230 h 161277"/>
                  <a:gd name="connsiteX5" fmla="*/ 320348 w 1230956"/>
                  <a:gd name="connsiteY5" fmla="*/ 65512 h 161277"/>
                  <a:gd name="connsiteX6" fmla="*/ 623814 w 1230956"/>
                  <a:gd name="connsiteY6" fmla="*/ 88229 h 161277"/>
                  <a:gd name="connsiteX7" fmla="*/ 924709 w 1230956"/>
                  <a:gd name="connsiteY7" fmla="*/ 116947 h 161277"/>
                  <a:gd name="connsiteX8" fmla="*/ 1077728 w 1230956"/>
                  <a:gd name="connsiteY8" fmla="*/ 142664 h 161277"/>
                  <a:gd name="connsiteX9" fmla="*/ 1221746 w 1230956"/>
                  <a:gd name="connsiteY9" fmla="*/ 146522 h 161277"/>
                  <a:gd name="connsiteX10" fmla="*/ 1226889 w 1230956"/>
                  <a:gd name="connsiteY10" fmla="*/ 106660 h 161277"/>
                  <a:gd name="connsiteX11" fmla="*/ 1091444 w 1230956"/>
                  <a:gd name="connsiteY11" fmla="*/ 51796 h 161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30956" h="161277">
                    <a:moveTo>
                      <a:pt x="1091444" y="51796"/>
                    </a:moveTo>
                    <a:cubicBezTo>
                      <a:pt x="1040009" y="41938"/>
                      <a:pt x="988145" y="34222"/>
                      <a:pt x="935853" y="27793"/>
                    </a:cubicBezTo>
                    <a:cubicBezTo>
                      <a:pt x="832126" y="14506"/>
                      <a:pt x="727970" y="6790"/>
                      <a:pt x="623814" y="2933"/>
                    </a:cubicBezTo>
                    <a:cubicBezTo>
                      <a:pt x="419360" y="-4354"/>
                      <a:pt x="204619" y="-3068"/>
                      <a:pt x="9594" y="67227"/>
                    </a:cubicBezTo>
                    <a:cubicBezTo>
                      <a:pt x="-4122" y="71941"/>
                      <a:pt x="-3264" y="94658"/>
                      <a:pt x="13023" y="94230"/>
                    </a:cubicBezTo>
                    <a:cubicBezTo>
                      <a:pt x="115893" y="89515"/>
                      <a:pt x="216620" y="65083"/>
                      <a:pt x="320348" y="65512"/>
                    </a:cubicBezTo>
                    <a:cubicBezTo>
                      <a:pt x="421503" y="66369"/>
                      <a:pt x="523087" y="80514"/>
                      <a:pt x="623814" y="88229"/>
                    </a:cubicBezTo>
                    <a:cubicBezTo>
                      <a:pt x="724112" y="95944"/>
                      <a:pt x="824839" y="103660"/>
                      <a:pt x="924709" y="116947"/>
                    </a:cubicBezTo>
                    <a:cubicBezTo>
                      <a:pt x="976144" y="123805"/>
                      <a:pt x="1027150" y="132377"/>
                      <a:pt x="1077728" y="142664"/>
                    </a:cubicBezTo>
                    <a:cubicBezTo>
                      <a:pt x="1122734" y="151666"/>
                      <a:pt x="1182312" y="177383"/>
                      <a:pt x="1221746" y="146522"/>
                    </a:cubicBezTo>
                    <a:cubicBezTo>
                      <a:pt x="1234176" y="136664"/>
                      <a:pt x="1232033" y="119090"/>
                      <a:pt x="1226889" y="106660"/>
                    </a:cubicBezTo>
                    <a:cubicBezTo>
                      <a:pt x="1209316" y="64226"/>
                      <a:pt x="1130877" y="59511"/>
                      <a:pt x="1091444" y="5179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4" name="任意多边形: 形状 1393"/>
              <p:cNvSpPr/>
              <p:nvPr/>
            </p:nvSpPr>
            <p:spPr>
              <a:xfrm>
                <a:off x="2245668" y="698878"/>
                <a:ext cx="1301215" cy="303873"/>
              </a:xfrm>
              <a:custGeom>
                <a:avLst/>
                <a:gdLst>
                  <a:gd name="connsiteX0" fmla="*/ 1297012 w 1301215"/>
                  <a:gd name="connsiteY0" fmla="*/ 85077 h 303873"/>
                  <a:gd name="connsiteX1" fmla="*/ 1185998 w 1301215"/>
                  <a:gd name="connsiteY1" fmla="*/ 25927 h 303873"/>
                  <a:gd name="connsiteX2" fmla="*/ 1048838 w 1301215"/>
                  <a:gd name="connsiteY2" fmla="*/ 1495 h 303873"/>
                  <a:gd name="connsiteX3" fmla="*/ 783948 w 1301215"/>
                  <a:gd name="connsiteY3" fmla="*/ 15211 h 303873"/>
                  <a:gd name="connsiteX4" fmla="*/ 269598 w 1301215"/>
                  <a:gd name="connsiteY4" fmla="*/ 148942 h 303873"/>
                  <a:gd name="connsiteX5" fmla="*/ 6851 w 1301215"/>
                  <a:gd name="connsiteY5" fmla="*/ 278815 h 303873"/>
                  <a:gd name="connsiteX6" fmla="*/ 20567 w 1301215"/>
                  <a:gd name="connsiteY6" fmla="*/ 302390 h 303873"/>
                  <a:gd name="connsiteX7" fmla="*/ 653646 w 1301215"/>
                  <a:gd name="connsiteY7" fmla="*/ 139512 h 303873"/>
                  <a:gd name="connsiteX8" fmla="*/ 978115 w 1301215"/>
                  <a:gd name="connsiteY8" fmla="*/ 116367 h 303873"/>
                  <a:gd name="connsiteX9" fmla="*/ 1139706 w 1301215"/>
                  <a:gd name="connsiteY9" fmla="*/ 132654 h 303873"/>
                  <a:gd name="connsiteX10" fmla="*/ 1297012 w 1301215"/>
                  <a:gd name="connsiteY10" fmla="*/ 116367 h 303873"/>
                  <a:gd name="connsiteX11" fmla="*/ 1297012 w 1301215"/>
                  <a:gd name="connsiteY11" fmla="*/ 85077 h 30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1215" h="303873">
                    <a:moveTo>
                      <a:pt x="1297012" y="85077"/>
                    </a:moveTo>
                    <a:cubicBezTo>
                      <a:pt x="1277295" y="48215"/>
                      <a:pt x="1223288" y="36642"/>
                      <a:pt x="1185998" y="25927"/>
                    </a:cubicBezTo>
                    <a:cubicBezTo>
                      <a:pt x="1140993" y="13497"/>
                      <a:pt x="1095558" y="4495"/>
                      <a:pt x="1048838" y="1495"/>
                    </a:cubicBezTo>
                    <a:cubicBezTo>
                      <a:pt x="960970" y="-3648"/>
                      <a:pt x="871387" y="5353"/>
                      <a:pt x="783948" y="15211"/>
                    </a:cubicBezTo>
                    <a:cubicBezTo>
                      <a:pt x="606926" y="35356"/>
                      <a:pt x="434190" y="79505"/>
                      <a:pt x="269598" y="148942"/>
                    </a:cubicBezTo>
                    <a:cubicBezTo>
                      <a:pt x="178301" y="187090"/>
                      <a:pt x="91290" y="227380"/>
                      <a:pt x="6851" y="278815"/>
                    </a:cubicBezTo>
                    <a:cubicBezTo>
                      <a:pt x="-8580" y="288245"/>
                      <a:pt x="4707" y="309676"/>
                      <a:pt x="20567" y="302390"/>
                    </a:cubicBezTo>
                    <a:cubicBezTo>
                      <a:pt x="222449" y="211093"/>
                      <a:pt x="433761" y="162658"/>
                      <a:pt x="653646" y="139512"/>
                    </a:cubicBezTo>
                    <a:cubicBezTo>
                      <a:pt x="761659" y="127939"/>
                      <a:pt x="869244" y="119367"/>
                      <a:pt x="978115" y="116367"/>
                    </a:cubicBezTo>
                    <a:cubicBezTo>
                      <a:pt x="1033836" y="115081"/>
                      <a:pt x="1085700" y="118510"/>
                      <a:pt x="1139706" y="132654"/>
                    </a:cubicBezTo>
                    <a:cubicBezTo>
                      <a:pt x="1190713" y="145942"/>
                      <a:pt x="1259293" y="164801"/>
                      <a:pt x="1297012" y="116367"/>
                    </a:cubicBezTo>
                    <a:cubicBezTo>
                      <a:pt x="1303441" y="107794"/>
                      <a:pt x="1301727" y="94078"/>
                      <a:pt x="1297012" y="850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95" name="任意多边形: 形状 1394"/>
              <p:cNvSpPr/>
              <p:nvPr/>
            </p:nvSpPr>
            <p:spPr>
              <a:xfrm>
                <a:off x="2560846" y="446810"/>
                <a:ext cx="766940" cy="199568"/>
              </a:xfrm>
              <a:custGeom>
                <a:avLst/>
                <a:gdLst>
                  <a:gd name="connsiteX0" fmla="*/ 16999 w 766940"/>
                  <a:gd name="connsiteY0" fmla="*/ 198699 h 199568"/>
                  <a:gd name="connsiteX1" fmla="*/ 192307 w 766940"/>
                  <a:gd name="connsiteY1" fmla="*/ 142978 h 199568"/>
                  <a:gd name="connsiteX2" fmla="*/ 376187 w 766940"/>
                  <a:gd name="connsiteY2" fmla="*/ 113402 h 199568"/>
                  <a:gd name="connsiteX3" fmla="*/ 556638 w 766940"/>
                  <a:gd name="connsiteY3" fmla="*/ 101830 h 199568"/>
                  <a:gd name="connsiteX4" fmla="*/ 650078 w 766940"/>
                  <a:gd name="connsiteY4" fmla="*/ 97115 h 199568"/>
                  <a:gd name="connsiteX5" fmla="*/ 747805 w 766940"/>
                  <a:gd name="connsiteY5" fmla="*/ 81684 h 199568"/>
                  <a:gd name="connsiteX6" fmla="*/ 747805 w 766940"/>
                  <a:gd name="connsiteY6" fmla="*/ 12676 h 199568"/>
                  <a:gd name="connsiteX7" fmla="*/ 650078 w 766940"/>
                  <a:gd name="connsiteY7" fmla="*/ 2817 h 199568"/>
                  <a:gd name="connsiteX8" fmla="*/ 556638 w 766940"/>
                  <a:gd name="connsiteY8" fmla="*/ 8818 h 199568"/>
                  <a:gd name="connsiteX9" fmla="*/ 360756 w 766940"/>
                  <a:gd name="connsiteY9" fmla="*/ 39250 h 199568"/>
                  <a:gd name="connsiteX10" fmla="*/ 178162 w 766940"/>
                  <a:gd name="connsiteY10" fmla="*/ 91971 h 199568"/>
                  <a:gd name="connsiteX11" fmla="*/ 6284 w 766940"/>
                  <a:gd name="connsiteY11" fmla="*/ 173410 h 199568"/>
                  <a:gd name="connsiteX12" fmla="*/ 16999 w 766940"/>
                  <a:gd name="connsiteY12" fmla="*/ 198699 h 19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6940" h="199568">
                    <a:moveTo>
                      <a:pt x="16999" y="198699"/>
                    </a:moveTo>
                    <a:cubicBezTo>
                      <a:pt x="74864" y="178982"/>
                      <a:pt x="132299" y="156265"/>
                      <a:pt x="192307" y="142978"/>
                    </a:cubicBezTo>
                    <a:cubicBezTo>
                      <a:pt x="252743" y="129262"/>
                      <a:pt x="314465" y="119832"/>
                      <a:pt x="376187" y="113402"/>
                    </a:cubicBezTo>
                    <a:cubicBezTo>
                      <a:pt x="436194" y="106973"/>
                      <a:pt x="496630" y="104830"/>
                      <a:pt x="556638" y="101830"/>
                    </a:cubicBezTo>
                    <a:cubicBezTo>
                      <a:pt x="587928" y="100544"/>
                      <a:pt x="618789" y="98401"/>
                      <a:pt x="650078" y="97115"/>
                    </a:cubicBezTo>
                    <a:cubicBezTo>
                      <a:pt x="680939" y="95829"/>
                      <a:pt x="722087" y="101401"/>
                      <a:pt x="747805" y="81684"/>
                    </a:cubicBezTo>
                    <a:cubicBezTo>
                      <a:pt x="772237" y="62825"/>
                      <a:pt x="774380" y="31106"/>
                      <a:pt x="747805" y="12676"/>
                    </a:cubicBezTo>
                    <a:cubicBezTo>
                      <a:pt x="719944" y="-6184"/>
                      <a:pt x="681797" y="1103"/>
                      <a:pt x="650078" y="2817"/>
                    </a:cubicBezTo>
                    <a:cubicBezTo>
                      <a:pt x="618789" y="4532"/>
                      <a:pt x="587499" y="5818"/>
                      <a:pt x="556638" y="8818"/>
                    </a:cubicBezTo>
                    <a:cubicBezTo>
                      <a:pt x="491058" y="15247"/>
                      <a:pt x="425479" y="25963"/>
                      <a:pt x="360756" y="39250"/>
                    </a:cubicBezTo>
                    <a:cubicBezTo>
                      <a:pt x="298606" y="52109"/>
                      <a:pt x="237741" y="69254"/>
                      <a:pt x="178162" y="91971"/>
                    </a:cubicBezTo>
                    <a:cubicBezTo>
                      <a:pt x="118583" y="114688"/>
                      <a:pt x="59433" y="137406"/>
                      <a:pt x="6284" y="173410"/>
                    </a:cubicBezTo>
                    <a:cubicBezTo>
                      <a:pt x="-6147" y="181554"/>
                      <a:pt x="1140" y="204271"/>
                      <a:pt x="16999" y="19869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5" name="图形 11438"/>
            <p:cNvGrpSpPr/>
            <p:nvPr/>
          </p:nvGrpSpPr>
          <p:grpSpPr>
            <a:xfrm>
              <a:off x="880427" y="-127977"/>
              <a:ext cx="2238351" cy="2421981"/>
              <a:chOff x="880427" y="-127977"/>
              <a:chExt cx="2238351" cy="2421981"/>
            </a:xfrm>
            <a:grpFill/>
          </p:grpSpPr>
          <p:sp>
            <p:nvSpPr>
              <p:cNvPr id="1367" name="任意多边形: 形状 1366"/>
              <p:cNvSpPr/>
              <p:nvPr/>
            </p:nvSpPr>
            <p:spPr>
              <a:xfrm>
                <a:off x="1849040" y="1410377"/>
                <a:ext cx="78594" cy="783009"/>
              </a:xfrm>
              <a:custGeom>
                <a:avLst/>
                <a:gdLst>
                  <a:gd name="connsiteX0" fmla="*/ 68294 w 78594"/>
                  <a:gd name="connsiteY0" fmla="*/ 4085 h 783009"/>
                  <a:gd name="connsiteX1" fmla="*/ 20288 w 78594"/>
                  <a:gd name="connsiteY1" fmla="*/ 397135 h 783009"/>
                  <a:gd name="connsiteX2" fmla="*/ 5715 w 78594"/>
                  <a:gd name="connsiteY2" fmla="*/ 593016 h 783009"/>
                  <a:gd name="connsiteX3" fmla="*/ 142 w 78594"/>
                  <a:gd name="connsiteY3" fmla="*/ 696744 h 783009"/>
                  <a:gd name="connsiteX4" fmla="*/ 21145 w 78594"/>
                  <a:gd name="connsiteY4" fmla="*/ 778182 h 783009"/>
                  <a:gd name="connsiteX5" fmla="*/ 45148 w 78594"/>
                  <a:gd name="connsiteY5" fmla="*/ 778182 h 783009"/>
                  <a:gd name="connsiteX6" fmla="*/ 70008 w 78594"/>
                  <a:gd name="connsiteY6" fmla="*/ 702744 h 783009"/>
                  <a:gd name="connsiteX7" fmla="*/ 72580 w 78594"/>
                  <a:gd name="connsiteY7" fmla="*/ 604589 h 783009"/>
                  <a:gd name="connsiteX8" fmla="*/ 76438 w 78594"/>
                  <a:gd name="connsiteY8" fmla="*/ 402707 h 783009"/>
                  <a:gd name="connsiteX9" fmla="*/ 78581 w 78594"/>
                  <a:gd name="connsiteY9" fmla="*/ 5371 h 783009"/>
                  <a:gd name="connsiteX10" fmla="*/ 68294 w 78594"/>
                  <a:gd name="connsiteY10" fmla="*/ 4085 h 783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594" h="783009">
                    <a:moveTo>
                      <a:pt x="68294" y="4085"/>
                    </a:moveTo>
                    <a:cubicBezTo>
                      <a:pt x="49863" y="134816"/>
                      <a:pt x="32289" y="265547"/>
                      <a:pt x="20288" y="397135"/>
                    </a:cubicBezTo>
                    <a:cubicBezTo>
                      <a:pt x="14287" y="462286"/>
                      <a:pt x="9572" y="527865"/>
                      <a:pt x="5715" y="593016"/>
                    </a:cubicBezTo>
                    <a:cubicBezTo>
                      <a:pt x="4000" y="627306"/>
                      <a:pt x="571" y="662454"/>
                      <a:pt x="142" y="696744"/>
                    </a:cubicBezTo>
                    <a:cubicBezTo>
                      <a:pt x="-286" y="724175"/>
                      <a:pt x="-1144" y="758465"/>
                      <a:pt x="21145" y="778182"/>
                    </a:cubicBezTo>
                    <a:cubicBezTo>
                      <a:pt x="28860" y="785040"/>
                      <a:pt x="37433" y="784183"/>
                      <a:pt x="45148" y="778182"/>
                    </a:cubicBezTo>
                    <a:cubicBezTo>
                      <a:pt x="67008" y="761037"/>
                      <a:pt x="68294" y="728462"/>
                      <a:pt x="70008" y="702744"/>
                    </a:cubicBezTo>
                    <a:cubicBezTo>
                      <a:pt x="72151" y="670169"/>
                      <a:pt x="71723" y="637165"/>
                      <a:pt x="72580" y="604589"/>
                    </a:cubicBezTo>
                    <a:cubicBezTo>
                      <a:pt x="74295" y="537295"/>
                      <a:pt x="75580" y="470001"/>
                      <a:pt x="76438" y="402707"/>
                    </a:cubicBezTo>
                    <a:cubicBezTo>
                      <a:pt x="78152" y="270262"/>
                      <a:pt x="77723" y="137817"/>
                      <a:pt x="78581" y="5371"/>
                    </a:cubicBezTo>
                    <a:cubicBezTo>
                      <a:pt x="79009" y="-629"/>
                      <a:pt x="69151" y="-2344"/>
                      <a:pt x="68294" y="408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8" name="任意多边形: 形状 1367"/>
              <p:cNvSpPr/>
              <p:nvPr/>
            </p:nvSpPr>
            <p:spPr>
              <a:xfrm>
                <a:off x="1712711" y="1411631"/>
                <a:ext cx="110333" cy="590175"/>
              </a:xfrm>
              <a:custGeom>
                <a:avLst/>
                <a:gdLst>
                  <a:gd name="connsiteX0" fmla="*/ 91894 w 110333"/>
                  <a:gd name="connsiteY0" fmla="*/ 6689 h 590175"/>
                  <a:gd name="connsiteX1" fmla="*/ 36173 w 110333"/>
                  <a:gd name="connsiteY1" fmla="*/ 302440 h 590175"/>
                  <a:gd name="connsiteX2" fmla="*/ 12599 w 110333"/>
                  <a:gd name="connsiteY2" fmla="*/ 448172 h 590175"/>
                  <a:gd name="connsiteX3" fmla="*/ 10027 w 110333"/>
                  <a:gd name="connsiteY3" fmla="*/ 582332 h 590175"/>
                  <a:gd name="connsiteX4" fmla="*/ 35316 w 110333"/>
                  <a:gd name="connsiteY4" fmla="*/ 585761 h 590175"/>
                  <a:gd name="connsiteX5" fmla="*/ 64462 w 110333"/>
                  <a:gd name="connsiteY5" fmla="*/ 461031 h 590175"/>
                  <a:gd name="connsiteX6" fmla="*/ 79464 w 110333"/>
                  <a:gd name="connsiteY6" fmla="*/ 308441 h 590175"/>
                  <a:gd name="connsiteX7" fmla="*/ 110325 w 110333"/>
                  <a:gd name="connsiteY7" fmla="*/ 9260 h 590175"/>
                  <a:gd name="connsiteX8" fmla="*/ 91894 w 110333"/>
                  <a:gd name="connsiteY8" fmla="*/ 6689 h 59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333" h="590175">
                    <a:moveTo>
                      <a:pt x="91894" y="6689"/>
                    </a:moveTo>
                    <a:cubicBezTo>
                      <a:pt x="70034" y="104844"/>
                      <a:pt x="52461" y="203428"/>
                      <a:pt x="36173" y="302440"/>
                    </a:cubicBezTo>
                    <a:cubicBezTo>
                      <a:pt x="28029" y="350875"/>
                      <a:pt x="20314" y="399738"/>
                      <a:pt x="12599" y="448172"/>
                    </a:cubicBezTo>
                    <a:cubicBezTo>
                      <a:pt x="6598" y="487606"/>
                      <a:pt x="-10976" y="545899"/>
                      <a:pt x="10027" y="582332"/>
                    </a:cubicBezTo>
                    <a:cubicBezTo>
                      <a:pt x="15170" y="590905"/>
                      <a:pt x="28029" y="593048"/>
                      <a:pt x="35316" y="585761"/>
                    </a:cubicBezTo>
                    <a:cubicBezTo>
                      <a:pt x="63176" y="556186"/>
                      <a:pt x="60605" y="499179"/>
                      <a:pt x="64462" y="461031"/>
                    </a:cubicBezTo>
                    <a:cubicBezTo>
                      <a:pt x="69177" y="410025"/>
                      <a:pt x="73892" y="359018"/>
                      <a:pt x="79464" y="308441"/>
                    </a:cubicBezTo>
                    <a:cubicBezTo>
                      <a:pt x="89751" y="208571"/>
                      <a:pt x="101324" y="109130"/>
                      <a:pt x="110325" y="9260"/>
                    </a:cubicBezTo>
                    <a:cubicBezTo>
                      <a:pt x="110754" y="-1455"/>
                      <a:pt x="94037" y="-3598"/>
                      <a:pt x="91894" y="66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9" name="任意多边形: 形状 1368"/>
              <p:cNvSpPr/>
              <p:nvPr/>
            </p:nvSpPr>
            <p:spPr>
              <a:xfrm>
                <a:off x="1576417" y="1236562"/>
                <a:ext cx="258385" cy="424838"/>
              </a:xfrm>
              <a:custGeom>
                <a:avLst/>
                <a:gdLst>
                  <a:gd name="connsiteX0" fmla="*/ 247477 w 258385"/>
                  <a:gd name="connsiteY0" fmla="*/ 2164 h 424838"/>
                  <a:gd name="connsiteX1" fmla="*/ 176325 w 258385"/>
                  <a:gd name="connsiteY1" fmla="*/ 92604 h 424838"/>
                  <a:gd name="connsiteX2" fmla="*/ 108602 w 258385"/>
                  <a:gd name="connsiteY2" fmla="*/ 196331 h 424838"/>
                  <a:gd name="connsiteX3" fmla="*/ 46023 w 258385"/>
                  <a:gd name="connsiteY3" fmla="*/ 303059 h 424838"/>
                  <a:gd name="connsiteX4" fmla="*/ 160 w 258385"/>
                  <a:gd name="connsiteY4" fmla="*/ 409786 h 424838"/>
                  <a:gd name="connsiteX5" fmla="*/ 20305 w 258385"/>
                  <a:gd name="connsiteY5" fmla="*/ 421359 h 424838"/>
                  <a:gd name="connsiteX6" fmla="*/ 85456 w 258385"/>
                  <a:gd name="connsiteY6" fmla="*/ 325776 h 424838"/>
                  <a:gd name="connsiteX7" fmla="*/ 143749 w 258385"/>
                  <a:gd name="connsiteY7" fmla="*/ 223334 h 424838"/>
                  <a:gd name="connsiteX8" fmla="*/ 201614 w 258385"/>
                  <a:gd name="connsiteY8" fmla="*/ 120464 h 424838"/>
                  <a:gd name="connsiteX9" fmla="*/ 257764 w 258385"/>
                  <a:gd name="connsiteY9" fmla="*/ 10308 h 424838"/>
                  <a:gd name="connsiteX10" fmla="*/ 247477 w 258385"/>
                  <a:gd name="connsiteY10" fmla="*/ 2164 h 4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385" h="424838">
                    <a:moveTo>
                      <a:pt x="247477" y="2164"/>
                    </a:moveTo>
                    <a:cubicBezTo>
                      <a:pt x="223474" y="32596"/>
                      <a:pt x="198185" y="60457"/>
                      <a:pt x="176325" y="92604"/>
                    </a:cubicBezTo>
                    <a:cubicBezTo>
                      <a:pt x="153179" y="126894"/>
                      <a:pt x="130033" y="160755"/>
                      <a:pt x="108602" y="196331"/>
                    </a:cubicBezTo>
                    <a:cubicBezTo>
                      <a:pt x="87171" y="231478"/>
                      <a:pt x="66597" y="267054"/>
                      <a:pt x="46023" y="303059"/>
                    </a:cubicBezTo>
                    <a:cubicBezTo>
                      <a:pt x="26735" y="336491"/>
                      <a:pt x="5732" y="371210"/>
                      <a:pt x="160" y="409786"/>
                    </a:cubicBezTo>
                    <a:cubicBezTo>
                      <a:pt x="-1555" y="421359"/>
                      <a:pt x="10876" y="429931"/>
                      <a:pt x="20305" y="421359"/>
                    </a:cubicBezTo>
                    <a:cubicBezTo>
                      <a:pt x="49023" y="395213"/>
                      <a:pt x="67025" y="359637"/>
                      <a:pt x="85456" y="325776"/>
                    </a:cubicBezTo>
                    <a:cubicBezTo>
                      <a:pt x="104744" y="291486"/>
                      <a:pt x="124033" y="257196"/>
                      <a:pt x="143749" y="223334"/>
                    </a:cubicBezTo>
                    <a:cubicBezTo>
                      <a:pt x="163466" y="189473"/>
                      <a:pt x="182326" y="154754"/>
                      <a:pt x="201614" y="120464"/>
                    </a:cubicBezTo>
                    <a:cubicBezTo>
                      <a:pt x="222188" y="84031"/>
                      <a:pt x="238475" y="47169"/>
                      <a:pt x="257764" y="10308"/>
                    </a:cubicBezTo>
                    <a:cubicBezTo>
                      <a:pt x="260764" y="3878"/>
                      <a:pt x="252191" y="-3837"/>
                      <a:pt x="247477" y="2164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0" name="任意多边形: 形状 1369"/>
              <p:cNvSpPr/>
              <p:nvPr/>
            </p:nvSpPr>
            <p:spPr>
              <a:xfrm>
                <a:off x="1065343" y="1227904"/>
                <a:ext cx="560311" cy="348063"/>
              </a:xfrm>
              <a:custGeom>
                <a:avLst/>
                <a:gdLst>
                  <a:gd name="connsiteX0" fmla="*/ 545095 w 560311"/>
                  <a:gd name="connsiteY0" fmla="*/ 535 h 348063"/>
                  <a:gd name="connsiteX1" fmla="*/ 13600 w 560311"/>
                  <a:gd name="connsiteY1" fmla="*/ 272283 h 348063"/>
                  <a:gd name="connsiteX2" fmla="*/ 85181 w 560311"/>
                  <a:gd name="connsiteY2" fmla="*/ 327575 h 348063"/>
                  <a:gd name="connsiteX3" fmla="*/ 551525 w 560311"/>
                  <a:gd name="connsiteY3" fmla="*/ 24966 h 348063"/>
                  <a:gd name="connsiteX4" fmla="*/ 545095 w 560311"/>
                  <a:gd name="connsiteY4" fmla="*/ 535 h 34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11" h="348063">
                    <a:moveTo>
                      <a:pt x="545095" y="535"/>
                    </a:moveTo>
                    <a:cubicBezTo>
                      <a:pt x="353928" y="50255"/>
                      <a:pt x="152475" y="126550"/>
                      <a:pt x="13600" y="272283"/>
                    </a:cubicBezTo>
                    <a:cubicBezTo>
                      <a:pt x="-30977" y="319003"/>
                      <a:pt x="44890" y="380725"/>
                      <a:pt x="85181" y="327575"/>
                    </a:cubicBezTo>
                    <a:cubicBezTo>
                      <a:pt x="201338" y="173270"/>
                      <a:pt x="377931" y="95261"/>
                      <a:pt x="551525" y="24966"/>
                    </a:cubicBezTo>
                    <a:cubicBezTo>
                      <a:pt x="566527" y="18965"/>
                      <a:pt x="560954" y="-3752"/>
                      <a:pt x="545095" y="53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1" name="任意多边形: 形状 1370"/>
              <p:cNvSpPr/>
              <p:nvPr/>
            </p:nvSpPr>
            <p:spPr>
              <a:xfrm>
                <a:off x="880427" y="1097221"/>
                <a:ext cx="527702" cy="242695"/>
              </a:xfrm>
              <a:custGeom>
                <a:avLst/>
                <a:gdLst>
                  <a:gd name="connsiteX0" fmla="*/ 381111 w 527702"/>
                  <a:gd name="connsiteY0" fmla="*/ 40777 h 242695"/>
                  <a:gd name="connsiteX1" fmla="*/ 439832 w 527702"/>
                  <a:gd name="connsiteY1" fmla="*/ 28347 h 242695"/>
                  <a:gd name="connsiteX2" fmla="*/ 517413 w 527702"/>
                  <a:gd name="connsiteY2" fmla="*/ 19775 h 242695"/>
                  <a:gd name="connsiteX3" fmla="*/ 517413 w 527702"/>
                  <a:gd name="connsiteY3" fmla="*/ 3487 h 242695"/>
                  <a:gd name="connsiteX4" fmla="*/ 435975 w 527702"/>
                  <a:gd name="connsiteY4" fmla="*/ 58 h 242695"/>
                  <a:gd name="connsiteX5" fmla="*/ 375967 w 527702"/>
                  <a:gd name="connsiteY5" fmla="*/ 5630 h 242695"/>
                  <a:gd name="connsiteX6" fmla="*/ 244379 w 527702"/>
                  <a:gd name="connsiteY6" fmla="*/ 35205 h 242695"/>
                  <a:gd name="connsiteX7" fmla="*/ 6492 w 527702"/>
                  <a:gd name="connsiteY7" fmla="*/ 172365 h 242695"/>
                  <a:gd name="connsiteX8" fmla="*/ 6492 w 527702"/>
                  <a:gd name="connsiteY8" fmla="*/ 219514 h 242695"/>
                  <a:gd name="connsiteX9" fmla="*/ 23209 w 527702"/>
                  <a:gd name="connsiteY9" fmla="*/ 236230 h 242695"/>
                  <a:gd name="connsiteX10" fmla="*/ 70358 w 527702"/>
                  <a:gd name="connsiteY10" fmla="*/ 236230 h 242695"/>
                  <a:gd name="connsiteX11" fmla="*/ 163798 w 527702"/>
                  <a:gd name="connsiteY11" fmla="*/ 155649 h 242695"/>
                  <a:gd name="connsiteX12" fmla="*/ 265382 w 527702"/>
                  <a:gd name="connsiteY12" fmla="*/ 84497 h 242695"/>
                  <a:gd name="connsiteX13" fmla="*/ 381111 w 527702"/>
                  <a:gd name="connsiteY13" fmla="*/ 40777 h 24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7702" h="242695">
                    <a:moveTo>
                      <a:pt x="381111" y="40777"/>
                    </a:moveTo>
                    <a:cubicBezTo>
                      <a:pt x="400399" y="35634"/>
                      <a:pt x="420116" y="31776"/>
                      <a:pt x="439832" y="28347"/>
                    </a:cubicBezTo>
                    <a:cubicBezTo>
                      <a:pt x="465121" y="24490"/>
                      <a:pt x="492125" y="14203"/>
                      <a:pt x="517413" y="19775"/>
                    </a:cubicBezTo>
                    <a:cubicBezTo>
                      <a:pt x="530701" y="22775"/>
                      <a:pt x="531558" y="915"/>
                      <a:pt x="517413" y="3487"/>
                    </a:cubicBezTo>
                    <a:cubicBezTo>
                      <a:pt x="490410" y="8202"/>
                      <a:pt x="463407" y="-799"/>
                      <a:pt x="435975" y="58"/>
                    </a:cubicBezTo>
                    <a:cubicBezTo>
                      <a:pt x="415829" y="915"/>
                      <a:pt x="396113" y="3058"/>
                      <a:pt x="375967" y="5630"/>
                    </a:cubicBezTo>
                    <a:cubicBezTo>
                      <a:pt x="331390" y="11631"/>
                      <a:pt x="288099" y="23204"/>
                      <a:pt x="244379" y="35205"/>
                    </a:cubicBezTo>
                    <a:cubicBezTo>
                      <a:pt x="159512" y="58780"/>
                      <a:pt x="60499" y="99499"/>
                      <a:pt x="6492" y="172365"/>
                    </a:cubicBezTo>
                    <a:cubicBezTo>
                      <a:pt x="-3795" y="186081"/>
                      <a:pt x="-366" y="205369"/>
                      <a:pt x="6492" y="219514"/>
                    </a:cubicBezTo>
                    <a:cubicBezTo>
                      <a:pt x="9921" y="226801"/>
                      <a:pt x="15922" y="232801"/>
                      <a:pt x="23209" y="236230"/>
                    </a:cubicBezTo>
                    <a:cubicBezTo>
                      <a:pt x="37782" y="243517"/>
                      <a:pt x="56213" y="246089"/>
                      <a:pt x="70358" y="236230"/>
                    </a:cubicBezTo>
                    <a:cubicBezTo>
                      <a:pt x="103790" y="213085"/>
                      <a:pt x="132508" y="182224"/>
                      <a:pt x="163798" y="155649"/>
                    </a:cubicBezTo>
                    <a:cubicBezTo>
                      <a:pt x="195516" y="128646"/>
                      <a:pt x="228949" y="105071"/>
                      <a:pt x="265382" y="84497"/>
                    </a:cubicBezTo>
                    <a:cubicBezTo>
                      <a:pt x="301386" y="64352"/>
                      <a:pt x="341249" y="51064"/>
                      <a:pt x="381111" y="4077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2" name="任意多边形: 形状 1371"/>
              <p:cNvSpPr/>
              <p:nvPr/>
            </p:nvSpPr>
            <p:spPr>
              <a:xfrm>
                <a:off x="2194951" y="1413140"/>
                <a:ext cx="527817" cy="777898"/>
              </a:xfrm>
              <a:custGeom>
                <a:avLst/>
                <a:gdLst>
                  <a:gd name="connsiteX0" fmla="*/ 320743 w 527817"/>
                  <a:gd name="connsiteY0" fmla="*/ 330506 h 777898"/>
                  <a:gd name="connsiteX1" fmla="*/ 3561 w 527817"/>
                  <a:gd name="connsiteY1" fmla="*/ 464 h 777898"/>
                  <a:gd name="connsiteX2" fmla="*/ 560 w 527817"/>
                  <a:gd name="connsiteY2" fmla="*/ 4322 h 777898"/>
                  <a:gd name="connsiteX3" fmla="*/ 253449 w 527817"/>
                  <a:gd name="connsiteY3" fmla="*/ 375940 h 777898"/>
                  <a:gd name="connsiteX4" fmla="*/ 359319 w 527817"/>
                  <a:gd name="connsiteY4" fmla="*/ 560249 h 777898"/>
                  <a:gd name="connsiteX5" fmla="*/ 401753 w 527817"/>
                  <a:gd name="connsiteY5" fmla="*/ 652403 h 777898"/>
                  <a:gd name="connsiteX6" fmla="*/ 445044 w 527817"/>
                  <a:gd name="connsiteY6" fmla="*/ 756130 h 777898"/>
                  <a:gd name="connsiteX7" fmla="*/ 527340 w 527817"/>
                  <a:gd name="connsiteY7" fmla="*/ 733842 h 777898"/>
                  <a:gd name="connsiteX8" fmla="*/ 455760 w 527817"/>
                  <a:gd name="connsiteY8" fmla="*/ 515672 h 777898"/>
                  <a:gd name="connsiteX9" fmla="*/ 320743 w 527817"/>
                  <a:gd name="connsiteY9" fmla="*/ 330506 h 777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7817" h="777898">
                    <a:moveTo>
                      <a:pt x="320743" y="330506"/>
                    </a:moveTo>
                    <a:cubicBezTo>
                      <a:pt x="226874" y="211348"/>
                      <a:pt x="124861" y="92619"/>
                      <a:pt x="3561" y="464"/>
                    </a:cubicBezTo>
                    <a:cubicBezTo>
                      <a:pt x="1417" y="-1250"/>
                      <a:pt x="-1154" y="2179"/>
                      <a:pt x="560" y="4322"/>
                    </a:cubicBezTo>
                    <a:cubicBezTo>
                      <a:pt x="100001" y="118765"/>
                      <a:pt x="174582" y="247352"/>
                      <a:pt x="253449" y="375940"/>
                    </a:cubicBezTo>
                    <a:cubicBezTo>
                      <a:pt x="290311" y="436805"/>
                      <a:pt x="328458" y="496384"/>
                      <a:pt x="359319" y="560249"/>
                    </a:cubicBezTo>
                    <a:cubicBezTo>
                      <a:pt x="373893" y="590681"/>
                      <a:pt x="389752" y="620685"/>
                      <a:pt x="401753" y="652403"/>
                    </a:cubicBezTo>
                    <a:cubicBezTo>
                      <a:pt x="415041" y="687979"/>
                      <a:pt x="427471" y="722269"/>
                      <a:pt x="445044" y="756130"/>
                    </a:cubicBezTo>
                    <a:cubicBezTo>
                      <a:pt x="466904" y="797278"/>
                      <a:pt x="524340" y="774561"/>
                      <a:pt x="527340" y="733842"/>
                    </a:cubicBezTo>
                    <a:cubicBezTo>
                      <a:pt x="532484" y="658404"/>
                      <a:pt x="495193" y="579108"/>
                      <a:pt x="455760" y="515672"/>
                    </a:cubicBezTo>
                    <a:cubicBezTo>
                      <a:pt x="415469" y="451378"/>
                      <a:pt x="367892" y="390513"/>
                      <a:pt x="320743" y="330506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3" name="任意多边形: 形状 1372"/>
              <p:cNvSpPr/>
              <p:nvPr/>
            </p:nvSpPr>
            <p:spPr>
              <a:xfrm>
                <a:off x="2523923" y="1539356"/>
                <a:ext cx="502265" cy="754647"/>
              </a:xfrm>
              <a:custGeom>
                <a:avLst/>
                <a:gdLst>
                  <a:gd name="connsiteX0" fmla="*/ 324813 w 502265"/>
                  <a:gd name="connsiteY0" fmla="*/ 332020 h 754647"/>
                  <a:gd name="connsiteX1" fmla="*/ 180795 w 502265"/>
                  <a:gd name="connsiteY1" fmla="*/ 169571 h 754647"/>
                  <a:gd name="connsiteX2" fmla="*/ 10631 w 502265"/>
                  <a:gd name="connsiteY2" fmla="*/ 1979 h 754647"/>
                  <a:gd name="connsiteX3" fmla="*/ 1630 w 502265"/>
                  <a:gd name="connsiteY3" fmla="*/ 10980 h 754647"/>
                  <a:gd name="connsiteX4" fmla="*/ 132789 w 502265"/>
                  <a:gd name="connsiteY4" fmla="*/ 199575 h 754647"/>
                  <a:gd name="connsiteX5" fmla="*/ 246375 w 502265"/>
                  <a:gd name="connsiteY5" fmla="*/ 374025 h 754647"/>
                  <a:gd name="connsiteX6" fmla="*/ 343244 w 502265"/>
                  <a:gd name="connsiteY6" fmla="*/ 541618 h 754647"/>
                  <a:gd name="connsiteX7" fmla="*/ 410538 w 502265"/>
                  <a:gd name="connsiteY7" fmla="*/ 722069 h 754647"/>
                  <a:gd name="connsiteX8" fmla="*/ 502264 w 502265"/>
                  <a:gd name="connsiteY8" fmla="*/ 709639 h 754647"/>
                  <a:gd name="connsiteX9" fmla="*/ 440542 w 502265"/>
                  <a:gd name="connsiteY9" fmla="*/ 507756 h 754647"/>
                  <a:gd name="connsiteX10" fmla="*/ 324813 w 502265"/>
                  <a:gd name="connsiteY10" fmla="*/ 332020 h 75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2265" h="754647">
                    <a:moveTo>
                      <a:pt x="324813" y="332020"/>
                    </a:moveTo>
                    <a:cubicBezTo>
                      <a:pt x="279807" y="275442"/>
                      <a:pt x="230087" y="222721"/>
                      <a:pt x="180795" y="169571"/>
                    </a:cubicBezTo>
                    <a:cubicBezTo>
                      <a:pt x="126360" y="111278"/>
                      <a:pt x="66781" y="58557"/>
                      <a:pt x="10631" y="1979"/>
                    </a:cubicBezTo>
                    <a:cubicBezTo>
                      <a:pt x="4630" y="-4022"/>
                      <a:pt x="-3514" y="4979"/>
                      <a:pt x="1630" y="10980"/>
                    </a:cubicBezTo>
                    <a:cubicBezTo>
                      <a:pt x="49207" y="71416"/>
                      <a:pt x="89069" y="136139"/>
                      <a:pt x="132789" y="199575"/>
                    </a:cubicBezTo>
                    <a:cubicBezTo>
                      <a:pt x="172223" y="256582"/>
                      <a:pt x="209942" y="314875"/>
                      <a:pt x="246375" y="374025"/>
                    </a:cubicBezTo>
                    <a:cubicBezTo>
                      <a:pt x="280236" y="428889"/>
                      <a:pt x="314955" y="483325"/>
                      <a:pt x="343244" y="541618"/>
                    </a:cubicBezTo>
                    <a:cubicBezTo>
                      <a:pt x="371105" y="599482"/>
                      <a:pt x="387821" y="661633"/>
                      <a:pt x="410538" y="722069"/>
                    </a:cubicBezTo>
                    <a:cubicBezTo>
                      <a:pt x="428540" y="768789"/>
                      <a:pt x="502693" y="765789"/>
                      <a:pt x="502264" y="709639"/>
                    </a:cubicBezTo>
                    <a:cubicBezTo>
                      <a:pt x="502264" y="637201"/>
                      <a:pt x="473975" y="570764"/>
                      <a:pt x="440542" y="507756"/>
                    </a:cubicBezTo>
                    <a:cubicBezTo>
                      <a:pt x="408395" y="445177"/>
                      <a:pt x="368533" y="386456"/>
                      <a:pt x="324813" y="33202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4" name="任意多边形: 形状 1373"/>
              <p:cNvSpPr/>
              <p:nvPr/>
            </p:nvSpPr>
            <p:spPr>
              <a:xfrm>
                <a:off x="2331958" y="1179576"/>
                <a:ext cx="779191" cy="378817"/>
              </a:xfrm>
              <a:custGeom>
                <a:avLst/>
                <a:gdLst>
                  <a:gd name="connsiteX0" fmla="*/ 672369 w 779191"/>
                  <a:gd name="connsiteY0" fmla="*/ 225457 h 378817"/>
                  <a:gd name="connsiteX1" fmla="*/ 583644 w 779191"/>
                  <a:gd name="connsiteY1" fmla="*/ 174879 h 378817"/>
                  <a:gd name="connsiteX2" fmla="*/ 392906 w 779191"/>
                  <a:gd name="connsiteY2" fmla="*/ 96441 h 378817"/>
                  <a:gd name="connsiteX3" fmla="*/ 198310 w 779191"/>
                  <a:gd name="connsiteY3" fmla="*/ 38576 h 378817"/>
                  <a:gd name="connsiteX4" fmla="*/ 6714 w 779191"/>
                  <a:gd name="connsiteY4" fmla="*/ 0 h 378817"/>
                  <a:gd name="connsiteX5" fmla="*/ 5000 w 779191"/>
                  <a:gd name="connsiteY5" fmla="*/ 13287 h 378817"/>
                  <a:gd name="connsiteX6" fmla="*/ 190595 w 779191"/>
                  <a:gd name="connsiteY6" fmla="*/ 84439 h 378817"/>
                  <a:gd name="connsiteX7" fmla="*/ 368903 w 779191"/>
                  <a:gd name="connsiteY7" fmla="*/ 166735 h 378817"/>
                  <a:gd name="connsiteX8" fmla="*/ 531351 w 779191"/>
                  <a:gd name="connsiteY8" fmla="*/ 263604 h 378817"/>
                  <a:gd name="connsiteX9" fmla="*/ 616219 w 779191"/>
                  <a:gd name="connsiteY9" fmla="*/ 321040 h 378817"/>
                  <a:gd name="connsiteX10" fmla="*/ 713089 w 779191"/>
                  <a:gd name="connsiteY10" fmla="*/ 376333 h 378817"/>
                  <a:gd name="connsiteX11" fmla="*/ 764952 w 779191"/>
                  <a:gd name="connsiteY11" fmla="*/ 287607 h 378817"/>
                  <a:gd name="connsiteX12" fmla="*/ 672369 w 779191"/>
                  <a:gd name="connsiteY12" fmla="*/ 225457 h 37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191" h="378817">
                    <a:moveTo>
                      <a:pt x="672369" y="225457"/>
                    </a:moveTo>
                    <a:cubicBezTo>
                      <a:pt x="643223" y="207883"/>
                      <a:pt x="613219" y="191167"/>
                      <a:pt x="583644" y="174879"/>
                    </a:cubicBezTo>
                    <a:cubicBezTo>
                      <a:pt x="522779" y="141018"/>
                      <a:pt x="459771" y="116157"/>
                      <a:pt x="392906" y="96441"/>
                    </a:cubicBezTo>
                    <a:cubicBezTo>
                      <a:pt x="328183" y="77153"/>
                      <a:pt x="262604" y="59579"/>
                      <a:pt x="198310" y="38576"/>
                    </a:cubicBezTo>
                    <a:cubicBezTo>
                      <a:pt x="135302" y="18002"/>
                      <a:pt x="73580" y="1286"/>
                      <a:pt x="6714" y="0"/>
                    </a:cubicBezTo>
                    <a:cubicBezTo>
                      <a:pt x="-1001" y="0"/>
                      <a:pt x="-2715" y="11573"/>
                      <a:pt x="5000" y="13287"/>
                    </a:cubicBezTo>
                    <a:cubicBezTo>
                      <a:pt x="69294" y="28718"/>
                      <a:pt x="130159" y="58722"/>
                      <a:pt x="190595" y="84439"/>
                    </a:cubicBezTo>
                    <a:cubicBezTo>
                      <a:pt x="251031" y="110157"/>
                      <a:pt x="310181" y="138446"/>
                      <a:pt x="368903" y="166735"/>
                    </a:cubicBezTo>
                    <a:cubicBezTo>
                      <a:pt x="426338" y="194167"/>
                      <a:pt x="479059" y="227600"/>
                      <a:pt x="531351" y="263604"/>
                    </a:cubicBezTo>
                    <a:cubicBezTo>
                      <a:pt x="559641" y="282893"/>
                      <a:pt x="587501" y="302609"/>
                      <a:pt x="616219" y="321040"/>
                    </a:cubicBezTo>
                    <a:cubicBezTo>
                      <a:pt x="647080" y="340757"/>
                      <a:pt x="677941" y="365188"/>
                      <a:pt x="713089" y="376333"/>
                    </a:cubicBezTo>
                    <a:cubicBezTo>
                      <a:pt x="765381" y="392620"/>
                      <a:pt x="800099" y="324898"/>
                      <a:pt x="764952" y="287607"/>
                    </a:cubicBezTo>
                    <a:cubicBezTo>
                      <a:pt x="740092" y="261033"/>
                      <a:pt x="703230" y="244316"/>
                      <a:pt x="672369" y="2254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5" name="任意多边形: 形状 1374"/>
              <p:cNvSpPr/>
              <p:nvPr/>
            </p:nvSpPr>
            <p:spPr>
              <a:xfrm>
                <a:off x="1973092" y="671083"/>
                <a:ext cx="438453" cy="379754"/>
              </a:xfrm>
              <a:custGeom>
                <a:avLst/>
                <a:gdLst>
                  <a:gd name="connsiteX0" fmla="*/ 429445 w 438453"/>
                  <a:gd name="connsiteY0" fmla="*/ 53721 h 379754"/>
                  <a:gd name="connsiteX1" fmla="*/ 407157 w 438453"/>
                  <a:gd name="connsiteY1" fmla="*/ 143 h 379754"/>
                  <a:gd name="connsiteX2" fmla="*/ 273855 w 438453"/>
                  <a:gd name="connsiteY2" fmla="*/ 54579 h 379754"/>
                  <a:gd name="connsiteX3" fmla="*/ 164984 w 438453"/>
                  <a:gd name="connsiteY3" fmla="*/ 142447 h 379754"/>
                  <a:gd name="connsiteX4" fmla="*/ 820 w 438453"/>
                  <a:gd name="connsiteY4" fmla="*/ 369618 h 379754"/>
                  <a:gd name="connsiteX5" fmla="*/ 12822 w 438453"/>
                  <a:gd name="connsiteY5" fmla="*/ 376476 h 379754"/>
                  <a:gd name="connsiteX6" fmla="*/ 203132 w 438453"/>
                  <a:gd name="connsiteY6" fmla="*/ 184023 h 379754"/>
                  <a:gd name="connsiteX7" fmla="*/ 311574 w 438453"/>
                  <a:gd name="connsiteY7" fmla="*/ 118444 h 379754"/>
                  <a:gd name="connsiteX8" fmla="*/ 429445 w 438453"/>
                  <a:gd name="connsiteY8" fmla="*/ 53721 h 37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8453" h="379754">
                    <a:moveTo>
                      <a:pt x="429445" y="53721"/>
                    </a:moveTo>
                    <a:cubicBezTo>
                      <a:pt x="449162" y="33576"/>
                      <a:pt x="434160" y="1429"/>
                      <a:pt x="407157" y="143"/>
                    </a:cubicBezTo>
                    <a:cubicBezTo>
                      <a:pt x="359580" y="-2428"/>
                      <a:pt x="312431" y="30147"/>
                      <a:pt x="273855" y="54579"/>
                    </a:cubicBezTo>
                    <a:cubicBezTo>
                      <a:pt x="234421" y="79439"/>
                      <a:pt x="198417" y="110300"/>
                      <a:pt x="164984" y="142447"/>
                    </a:cubicBezTo>
                    <a:cubicBezTo>
                      <a:pt x="96404" y="208455"/>
                      <a:pt x="41968" y="284322"/>
                      <a:pt x="820" y="369618"/>
                    </a:cubicBezTo>
                    <a:cubicBezTo>
                      <a:pt x="-3037" y="377762"/>
                      <a:pt x="7678" y="383763"/>
                      <a:pt x="12822" y="376476"/>
                    </a:cubicBezTo>
                    <a:cubicBezTo>
                      <a:pt x="64257" y="303181"/>
                      <a:pt x="129837" y="235887"/>
                      <a:pt x="203132" y="184023"/>
                    </a:cubicBezTo>
                    <a:cubicBezTo>
                      <a:pt x="237850" y="159592"/>
                      <a:pt x="274283" y="138589"/>
                      <a:pt x="311574" y="118444"/>
                    </a:cubicBezTo>
                    <a:cubicBezTo>
                      <a:pt x="349721" y="97870"/>
                      <a:pt x="398585" y="85440"/>
                      <a:pt x="429445" y="537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6" name="任意多边形: 形状 1375"/>
              <p:cNvSpPr/>
              <p:nvPr/>
            </p:nvSpPr>
            <p:spPr>
              <a:xfrm>
                <a:off x="1861439" y="-127977"/>
                <a:ext cx="126836" cy="659029"/>
              </a:xfrm>
              <a:custGeom>
                <a:avLst/>
                <a:gdLst>
                  <a:gd name="connsiteX0" fmla="*/ 36607 w 126836"/>
                  <a:gd name="connsiteY0" fmla="*/ 314001 h 659029"/>
                  <a:gd name="connsiteX1" fmla="*/ 31035 w 126836"/>
                  <a:gd name="connsiteY1" fmla="*/ 644042 h 659029"/>
                  <a:gd name="connsiteX2" fmla="*/ 61039 w 126836"/>
                  <a:gd name="connsiteY2" fmla="*/ 648328 h 659029"/>
                  <a:gd name="connsiteX3" fmla="*/ 120189 w 126836"/>
                  <a:gd name="connsiteY3" fmla="*/ 297284 h 659029"/>
                  <a:gd name="connsiteX4" fmla="*/ 123189 w 126836"/>
                  <a:gd name="connsiteY4" fmla="*/ 135264 h 659029"/>
                  <a:gd name="connsiteX5" fmla="*/ 49466 w 126836"/>
                  <a:gd name="connsiteY5" fmla="*/ 1105 h 659029"/>
                  <a:gd name="connsiteX6" fmla="*/ 4032 w 126836"/>
                  <a:gd name="connsiteY6" fmla="*/ 26822 h 659029"/>
                  <a:gd name="connsiteX7" fmla="*/ 25892 w 126836"/>
                  <a:gd name="connsiteY7" fmla="*/ 163982 h 659029"/>
                  <a:gd name="connsiteX8" fmla="*/ 36607 w 126836"/>
                  <a:gd name="connsiteY8" fmla="*/ 314001 h 659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36" h="659029">
                    <a:moveTo>
                      <a:pt x="36607" y="314001"/>
                    </a:moveTo>
                    <a:cubicBezTo>
                      <a:pt x="41751" y="424157"/>
                      <a:pt x="35321" y="534314"/>
                      <a:pt x="31035" y="644042"/>
                    </a:cubicBezTo>
                    <a:cubicBezTo>
                      <a:pt x="30178" y="661616"/>
                      <a:pt x="56752" y="664616"/>
                      <a:pt x="61039" y="648328"/>
                    </a:cubicBezTo>
                    <a:cubicBezTo>
                      <a:pt x="92757" y="533885"/>
                      <a:pt x="107330" y="415156"/>
                      <a:pt x="120189" y="297284"/>
                    </a:cubicBezTo>
                    <a:cubicBezTo>
                      <a:pt x="126190" y="242849"/>
                      <a:pt x="130047" y="189700"/>
                      <a:pt x="123189" y="135264"/>
                    </a:cubicBezTo>
                    <a:cubicBezTo>
                      <a:pt x="117189" y="86830"/>
                      <a:pt x="106902" y="13535"/>
                      <a:pt x="49466" y="1105"/>
                    </a:cubicBezTo>
                    <a:cubicBezTo>
                      <a:pt x="28892" y="-3610"/>
                      <a:pt x="10890" y="7105"/>
                      <a:pt x="4032" y="26822"/>
                    </a:cubicBezTo>
                    <a:cubicBezTo>
                      <a:pt x="-10970" y="69256"/>
                      <a:pt x="20319" y="120691"/>
                      <a:pt x="25892" y="163982"/>
                    </a:cubicBezTo>
                    <a:cubicBezTo>
                      <a:pt x="32750" y="213274"/>
                      <a:pt x="34035" y="264280"/>
                      <a:pt x="36607" y="31400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7" name="任意多边形: 形状 1376"/>
              <p:cNvSpPr/>
              <p:nvPr/>
            </p:nvSpPr>
            <p:spPr>
              <a:xfrm>
                <a:off x="1888616" y="746695"/>
                <a:ext cx="57579" cy="297970"/>
              </a:xfrm>
              <a:custGeom>
                <a:avLst/>
                <a:gdLst>
                  <a:gd name="connsiteX0" fmla="*/ 11144 w 57579"/>
                  <a:gd name="connsiteY0" fmla="*/ 11542 h 297970"/>
                  <a:gd name="connsiteX1" fmla="*/ 3000 w 57579"/>
                  <a:gd name="connsiteY1" fmla="*/ 69407 h 297970"/>
                  <a:gd name="connsiteX2" fmla="*/ 5144 w 57579"/>
                  <a:gd name="connsiteY2" fmla="*/ 143987 h 297970"/>
                  <a:gd name="connsiteX3" fmla="*/ 0 w 57579"/>
                  <a:gd name="connsiteY3" fmla="*/ 288005 h 297970"/>
                  <a:gd name="connsiteX4" fmla="*/ 20574 w 57579"/>
                  <a:gd name="connsiteY4" fmla="*/ 288005 h 297970"/>
                  <a:gd name="connsiteX5" fmla="*/ 33433 w 57579"/>
                  <a:gd name="connsiteY5" fmla="*/ 142273 h 297970"/>
                  <a:gd name="connsiteX6" fmla="*/ 48863 w 57579"/>
                  <a:gd name="connsiteY6" fmla="*/ 75836 h 297970"/>
                  <a:gd name="connsiteX7" fmla="*/ 55293 w 57579"/>
                  <a:gd name="connsiteY7" fmla="*/ 17543 h 297970"/>
                  <a:gd name="connsiteX8" fmla="*/ 11144 w 57579"/>
                  <a:gd name="connsiteY8" fmla="*/ 11542 h 29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579" h="297970">
                    <a:moveTo>
                      <a:pt x="11144" y="11542"/>
                    </a:moveTo>
                    <a:cubicBezTo>
                      <a:pt x="0" y="31259"/>
                      <a:pt x="1714" y="47118"/>
                      <a:pt x="3000" y="69407"/>
                    </a:cubicBezTo>
                    <a:cubicBezTo>
                      <a:pt x="4715" y="94267"/>
                      <a:pt x="4715" y="119127"/>
                      <a:pt x="5144" y="143987"/>
                    </a:cubicBezTo>
                    <a:cubicBezTo>
                      <a:pt x="6001" y="191565"/>
                      <a:pt x="429" y="239999"/>
                      <a:pt x="0" y="288005"/>
                    </a:cubicBezTo>
                    <a:cubicBezTo>
                      <a:pt x="0" y="301293"/>
                      <a:pt x="19717" y="301293"/>
                      <a:pt x="20574" y="288005"/>
                    </a:cubicBezTo>
                    <a:cubicBezTo>
                      <a:pt x="23574" y="239571"/>
                      <a:pt x="24432" y="189850"/>
                      <a:pt x="33433" y="142273"/>
                    </a:cubicBezTo>
                    <a:cubicBezTo>
                      <a:pt x="37290" y="119984"/>
                      <a:pt x="42434" y="97696"/>
                      <a:pt x="48863" y="75836"/>
                    </a:cubicBezTo>
                    <a:cubicBezTo>
                      <a:pt x="55293" y="54405"/>
                      <a:pt x="60865" y="39403"/>
                      <a:pt x="55293" y="17543"/>
                    </a:cubicBezTo>
                    <a:cubicBezTo>
                      <a:pt x="50149" y="-2602"/>
                      <a:pt x="21003" y="-6460"/>
                      <a:pt x="11144" y="1154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8" name="任意多边形: 形状 1377"/>
              <p:cNvSpPr/>
              <p:nvPr/>
            </p:nvSpPr>
            <p:spPr>
              <a:xfrm>
                <a:off x="1423471" y="428625"/>
                <a:ext cx="389714" cy="594510"/>
              </a:xfrm>
              <a:custGeom>
                <a:avLst/>
                <a:gdLst>
                  <a:gd name="connsiteX0" fmla="*/ 27947 w 389714"/>
                  <a:gd name="connsiteY0" fmla="*/ 0 h 594510"/>
                  <a:gd name="connsiteX1" fmla="*/ 87 w 389714"/>
                  <a:gd name="connsiteY1" fmla="*/ 27861 h 594510"/>
                  <a:gd name="connsiteX2" fmla="*/ 87098 w 389714"/>
                  <a:gd name="connsiteY2" fmla="*/ 167164 h 594510"/>
                  <a:gd name="connsiteX3" fmla="*/ 203683 w 389714"/>
                  <a:gd name="connsiteY3" fmla="*/ 300466 h 594510"/>
                  <a:gd name="connsiteX4" fmla="*/ 369561 w 389714"/>
                  <a:gd name="connsiteY4" fmla="*/ 587216 h 594510"/>
                  <a:gd name="connsiteX5" fmla="*/ 389707 w 389714"/>
                  <a:gd name="connsiteY5" fmla="*/ 584645 h 594510"/>
                  <a:gd name="connsiteX6" fmla="*/ 284265 w 389714"/>
                  <a:gd name="connsiteY6" fmla="*/ 258461 h 594510"/>
                  <a:gd name="connsiteX7" fmla="*/ 174537 w 389714"/>
                  <a:gd name="connsiteY7" fmla="*/ 110157 h 594510"/>
                  <a:gd name="connsiteX8" fmla="*/ 27947 w 389714"/>
                  <a:gd name="connsiteY8" fmla="*/ 0 h 59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714" h="594510">
                    <a:moveTo>
                      <a:pt x="27947" y="0"/>
                    </a:moveTo>
                    <a:cubicBezTo>
                      <a:pt x="12088" y="0"/>
                      <a:pt x="515" y="12859"/>
                      <a:pt x="87" y="27861"/>
                    </a:cubicBezTo>
                    <a:cubicBezTo>
                      <a:pt x="-2485" y="82296"/>
                      <a:pt x="52807" y="130731"/>
                      <a:pt x="87098" y="167164"/>
                    </a:cubicBezTo>
                    <a:cubicBezTo>
                      <a:pt x="127388" y="210455"/>
                      <a:pt x="166393" y="255032"/>
                      <a:pt x="203683" y="300466"/>
                    </a:cubicBezTo>
                    <a:cubicBezTo>
                      <a:pt x="274835" y="387048"/>
                      <a:pt x="333986" y="480060"/>
                      <a:pt x="369561" y="587216"/>
                    </a:cubicBezTo>
                    <a:cubicBezTo>
                      <a:pt x="372990" y="597932"/>
                      <a:pt x="390135" y="596646"/>
                      <a:pt x="389707" y="584645"/>
                    </a:cubicBezTo>
                    <a:cubicBezTo>
                      <a:pt x="385421" y="470202"/>
                      <a:pt x="343844" y="356187"/>
                      <a:pt x="284265" y="258461"/>
                    </a:cubicBezTo>
                    <a:cubicBezTo>
                      <a:pt x="252118" y="205740"/>
                      <a:pt x="214399" y="157305"/>
                      <a:pt x="174537" y="110157"/>
                    </a:cubicBezTo>
                    <a:cubicBezTo>
                      <a:pt x="138104" y="68151"/>
                      <a:pt x="88812" y="429"/>
                      <a:pt x="2794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79" name="任意多边形: 形状 1378"/>
              <p:cNvSpPr/>
              <p:nvPr/>
            </p:nvSpPr>
            <p:spPr>
              <a:xfrm>
                <a:off x="1074316" y="-3574"/>
                <a:ext cx="527164" cy="445455"/>
              </a:xfrm>
              <a:custGeom>
                <a:avLst/>
                <a:gdLst>
                  <a:gd name="connsiteX0" fmla="*/ 125071 w 527164"/>
                  <a:gd name="connsiteY0" fmla="*/ 133019 h 445455"/>
                  <a:gd name="connsiteX1" fmla="*/ 272089 w 527164"/>
                  <a:gd name="connsiteY1" fmla="*/ 220459 h 445455"/>
                  <a:gd name="connsiteX2" fmla="*/ 502261 w 527164"/>
                  <a:gd name="connsiteY2" fmla="*/ 439057 h 445455"/>
                  <a:gd name="connsiteX3" fmla="*/ 525407 w 527164"/>
                  <a:gd name="connsiteY3" fmla="*/ 425770 h 445455"/>
                  <a:gd name="connsiteX4" fmla="*/ 321810 w 527164"/>
                  <a:gd name="connsiteY4" fmla="*/ 173738 h 445455"/>
                  <a:gd name="connsiteX5" fmla="*/ 181650 w 527164"/>
                  <a:gd name="connsiteY5" fmla="*/ 68725 h 445455"/>
                  <a:gd name="connsiteX6" fmla="*/ 19201 w 527164"/>
                  <a:gd name="connsiteY6" fmla="*/ 1860 h 445455"/>
                  <a:gd name="connsiteX7" fmla="*/ 1198 w 527164"/>
                  <a:gd name="connsiteY7" fmla="*/ 34007 h 445455"/>
                  <a:gd name="connsiteX8" fmla="*/ 125071 w 527164"/>
                  <a:gd name="connsiteY8" fmla="*/ 133019 h 44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7164" h="445455">
                    <a:moveTo>
                      <a:pt x="125071" y="133019"/>
                    </a:moveTo>
                    <a:cubicBezTo>
                      <a:pt x="174792" y="160451"/>
                      <a:pt x="224512" y="188740"/>
                      <a:pt x="272089" y="220459"/>
                    </a:cubicBezTo>
                    <a:cubicBezTo>
                      <a:pt x="361243" y="280037"/>
                      <a:pt x="444825" y="347760"/>
                      <a:pt x="502261" y="439057"/>
                    </a:cubicBezTo>
                    <a:cubicBezTo>
                      <a:pt x="511262" y="453631"/>
                      <a:pt x="533551" y="440772"/>
                      <a:pt x="525407" y="425770"/>
                    </a:cubicBezTo>
                    <a:cubicBezTo>
                      <a:pt x="473115" y="330615"/>
                      <a:pt x="404106" y="244033"/>
                      <a:pt x="321810" y="173738"/>
                    </a:cubicBezTo>
                    <a:cubicBezTo>
                      <a:pt x="277233" y="135591"/>
                      <a:pt x="230513" y="100872"/>
                      <a:pt x="181650" y="68725"/>
                    </a:cubicBezTo>
                    <a:cubicBezTo>
                      <a:pt x="136644" y="38722"/>
                      <a:pt x="76208" y="-10142"/>
                      <a:pt x="19201" y="1860"/>
                    </a:cubicBezTo>
                    <a:cubicBezTo>
                      <a:pt x="6342" y="4432"/>
                      <a:pt x="-3516" y="21148"/>
                      <a:pt x="1198" y="34007"/>
                    </a:cubicBezTo>
                    <a:cubicBezTo>
                      <a:pt x="18772" y="84584"/>
                      <a:pt x="80494" y="108587"/>
                      <a:pt x="125071" y="13301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0" name="任意多边形: 形状 1379"/>
              <p:cNvSpPr/>
              <p:nvPr/>
            </p:nvSpPr>
            <p:spPr>
              <a:xfrm>
                <a:off x="1390081" y="915154"/>
                <a:ext cx="255610" cy="171359"/>
              </a:xfrm>
              <a:custGeom>
                <a:avLst/>
                <a:gdLst>
                  <a:gd name="connsiteX0" fmla="*/ 129918 w 255610"/>
                  <a:gd name="connsiteY0" fmla="*/ 44537 h 171359"/>
                  <a:gd name="connsiteX1" fmla="*/ 8617 w 255610"/>
                  <a:gd name="connsiteY1" fmla="*/ 5532 h 171359"/>
                  <a:gd name="connsiteX2" fmla="*/ 473 w 255610"/>
                  <a:gd name="connsiteY2" fmla="*/ 25249 h 171359"/>
                  <a:gd name="connsiteX3" fmla="*/ 102057 w 255610"/>
                  <a:gd name="connsiteY3" fmla="*/ 101973 h 171359"/>
                  <a:gd name="connsiteX4" fmla="*/ 232359 w 255610"/>
                  <a:gd name="connsiteY4" fmla="*/ 168839 h 171359"/>
                  <a:gd name="connsiteX5" fmla="*/ 248647 w 255610"/>
                  <a:gd name="connsiteY5" fmla="*/ 140978 h 171359"/>
                  <a:gd name="connsiteX6" fmla="*/ 129918 w 255610"/>
                  <a:gd name="connsiteY6" fmla="*/ 44537 h 17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610" h="171359">
                    <a:moveTo>
                      <a:pt x="129918" y="44537"/>
                    </a:moveTo>
                    <a:cubicBezTo>
                      <a:pt x="99914" y="23535"/>
                      <a:pt x="46336" y="-14184"/>
                      <a:pt x="8617" y="5532"/>
                    </a:cubicBezTo>
                    <a:cubicBezTo>
                      <a:pt x="1759" y="8961"/>
                      <a:pt x="-1242" y="17963"/>
                      <a:pt x="473" y="25249"/>
                    </a:cubicBezTo>
                    <a:cubicBezTo>
                      <a:pt x="9903" y="62540"/>
                      <a:pt x="70767" y="86114"/>
                      <a:pt x="102057" y="101973"/>
                    </a:cubicBezTo>
                    <a:cubicBezTo>
                      <a:pt x="145777" y="123833"/>
                      <a:pt x="189925" y="144407"/>
                      <a:pt x="232359" y="168839"/>
                    </a:cubicBezTo>
                    <a:cubicBezTo>
                      <a:pt x="250790" y="179554"/>
                      <a:pt x="264506" y="153408"/>
                      <a:pt x="248647" y="140978"/>
                    </a:cubicBezTo>
                    <a:cubicBezTo>
                      <a:pt x="208356" y="110546"/>
                      <a:pt x="171494" y="74112"/>
                      <a:pt x="129918" y="4453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1" name="任意多边形: 形状 1380"/>
              <p:cNvSpPr/>
              <p:nvPr/>
            </p:nvSpPr>
            <p:spPr>
              <a:xfrm>
                <a:off x="2700456" y="618902"/>
                <a:ext cx="249997" cy="72306"/>
              </a:xfrm>
              <a:custGeom>
                <a:avLst/>
                <a:gdLst>
                  <a:gd name="connsiteX0" fmla="*/ 228433 w 249997"/>
                  <a:gd name="connsiteY0" fmla="*/ 58753 h 72306"/>
                  <a:gd name="connsiteX1" fmla="*/ 249007 w 249997"/>
                  <a:gd name="connsiteY1" fmla="*/ 38179 h 72306"/>
                  <a:gd name="connsiteX2" fmla="*/ 249007 w 249997"/>
                  <a:gd name="connsiteY2" fmla="*/ 22749 h 72306"/>
                  <a:gd name="connsiteX3" fmla="*/ 220718 w 249997"/>
                  <a:gd name="connsiteY3" fmla="*/ 1317 h 72306"/>
                  <a:gd name="connsiteX4" fmla="*/ 107561 w 249997"/>
                  <a:gd name="connsiteY4" fmla="*/ 11605 h 72306"/>
                  <a:gd name="connsiteX5" fmla="*/ 5548 w 249997"/>
                  <a:gd name="connsiteY5" fmla="*/ 48038 h 72306"/>
                  <a:gd name="connsiteX6" fmla="*/ 11120 w 249997"/>
                  <a:gd name="connsiteY6" fmla="*/ 69040 h 72306"/>
                  <a:gd name="connsiteX7" fmla="*/ 228433 w 249997"/>
                  <a:gd name="connsiteY7" fmla="*/ 58753 h 72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997" h="72306">
                    <a:moveTo>
                      <a:pt x="228433" y="58753"/>
                    </a:moveTo>
                    <a:cubicBezTo>
                      <a:pt x="237434" y="56181"/>
                      <a:pt x="247293" y="48038"/>
                      <a:pt x="249007" y="38179"/>
                    </a:cubicBezTo>
                    <a:cubicBezTo>
                      <a:pt x="249864" y="32607"/>
                      <a:pt x="250722" y="27892"/>
                      <a:pt x="249007" y="22749"/>
                    </a:cubicBezTo>
                    <a:cubicBezTo>
                      <a:pt x="245150" y="9033"/>
                      <a:pt x="234005" y="3032"/>
                      <a:pt x="220718" y="1317"/>
                    </a:cubicBezTo>
                    <a:cubicBezTo>
                      <a:pt x="183856" y="-3397"/>
                      <a:pt x="143994" y="5604"/>
                      <a:pt x="107561" y="11605"/>
                    </a:cubicBezTo>
                    <a:cubicBezTo>
                      <a:pt x="69842" y="18034"/>
                      <a:pt x="40267" y="32607"/>
                      <a:pt x="5548" y="48038"/>
                    </a:cubicBezTo>
                    <a:cubicBezTo>
                      <a:pt x="-5167" y="52752"/>
                      <a:pt x="1262" y="68612"/>
                      <a:pt x="11120" y="69040"/>
                    </a:cubicBezTo>
                    <a:cubicBezTo>
                      <a:pt x="82272" y="71612"/>
                      <a:pt x="159425" y="78470"/>
                      <a:pt x="228433" y="5875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82" name="任意多边形: 形状 1381"/>
              <p:cNvSpPr/>
              <p:nvPr/>
            </p:nvSpPr>
            <p:spPr>
              <a:xfrm>
                <a:off x="2568905" y="234373"/>
                <a:ext cx="549873" cy="269774"/>
              </a:xfrm>
              <a:custGeom>
                <a:avLst/>
                <a:gdLst>
                  <a:gd name="connsiteX0" fmla="*/ 541292 w 549873"/>
                  <a:gd name="connsiteY0" fmla="*/ 8657 h 269774"/>
                  <a:gd name="connsiteX1" fmla="*/ 400703 w 549873"/>
                  <a:gd name="connsiteY1" fmla="*/ 24087 h 269774"/>
                  <a:gd name="connsiteX2" fmla="*/ 254114 w 549873"/>
                  <a:gd name="connsiteY2" fmla="*/ 83666 h 269774"/>
                  <a:gd name="connsiteX3" fmla="*/ 114810 w 549873"/>
                  <a:gd name="connsiteY3" fmla="*/ 160390 h 269774"/>
                  <a:gd name="connsiteX4" fmla="*/ 4225 w 549873"/>
                  <a:gd name="connsiteY4" fmla="*/ 242686 h 269774"/>
                  <a:gd name="connsiteX5" fmla="*/ 26514 w 549873"/>
                  <a:gd name="connsiteY5" fmla="*/ 264974 h 269774"/>
                  <a:gd name="connsiteX6" fmla="*/ 151672 w 549873"/>
                  <a:gd name="connsiteY6" fmla="*/ 193823 h 269774"/>
                  <a:gd name="connsiteX7" fmla="*/ 289690 w 549873"/>
                  <a:gd name="connsiteY7" fmla="*/ 140244 h 269774"/>
                  <a:gd name="connsiteX8" fmla="*/ 430707 w 549873"/>
                  <a:gd name="connsiteY8" fmla="*/ 91810 h 269774"/>
                  <a:gd name="connsiteX9" fmla="*/ 547722 w 549873"/>
                  <a:gd name="connsiteY9" fmla="*/ 31374 h 269774"/>
                  <a:gd name="connsiteX10" fmla="*/ 541292 w 549873"/>
                  <a:gd name="connsiteY10" fmla="*/ 8657 h 26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9873" h="269774">
                    <a:moveTo>
                      <a:pt x="541292" y="8657"/>
                    </a:moveTo>
                    <a:cubicBezTo>
                      <a:pt x="494572" y="-11917"/>
                      <a:pt x="446138" y="8657"/>
                      <a:pt x="400703" y="24087"/>
                    </a:cubicBezTo>
                    <a:cubicBezTo>
                      <a:pt x="350554" y="41232"/>
                      <a:pt x="302120" y="61377"/>
                      <a:pt x="254114" y="83666"/>
                    </a:cubicBezTo>
                    <a:cubicBezTo>
                      <a:pt x="205679" y="106383"/>
                      <a:pt x="159816" y="132101"/>
                      <a:pt x="114810" y="160390"/>
                    </a:cubicBezTo>
                    <a:cubicBezTo>
                      <a:pt x="76234" y="184821"/>
                      <a:pt x="34658" y="207967"/>
                      <a:pt x="4225" y="242686"/>
                    </a:cubicBezTo>
                    <a:cubicBezTo>
                      <a:pt x="-9062" y="257688"/>
                      <a:pt x="11940" y="279548"/>
                      <a:pt x="26514" y="264974"/>
                    </a:cubicBezTo>
                    <a:cubicBezTo>
                      <a:pt x="61232" y="229827"/>
                      <a:pt x="106667" y="211825"/>
                      <a:pt x="151672" y="193823"/>
                    </a:cubicBezTo>
                    <a:cubicBezTo>
                      <a:pt x="197535" y="175392"/>
                      <a:pt x="243398" y="157389"/>
                      <a:pt x="289690" y="140244"/>
                    </a:cubicBezTo>
                    <a:cubicBezTo>
                      <a:pt x="336410" y="123099"/>
                      <a:pt x="383130" y="106812"/>
                      <a:pt x="430707" y="91810"/>
                    </a:cubicBezTo>
                    <a:cubicBezTo>
                      <a:pt x="473569" y="78094"/>
                      <a:pt x="519861" y="69521"/>
                      <a:pt x="547722" y="31374"/>
                    </a:cubicBezTo>
                    <a:cubicBezTo>
                      <a:pt x="552437" y="24944"/>
                      <a:pt x="549008" y="12086"/>
                      <a:pt x="541292" y="865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6" name="图形 11438"/>
            <p:cNvGrpSpPr/>
            <p:nvPr/>
          </p:nvGrpSpPr>
          <p:grpSpPr>
            <a:xfrm>
              <a:off x="289897" y="-399907"/>
              <a:ext cx="3439663" cy="3209972"/>
              <a:chOff x="289897" y="-399907"/>
              <a:chExt cx="3439663" cy="3209972"/>
            </a:xfrm>
            <a:grpFill/>
          </p:grpSpPr>
          <p:sp>
            <p:nvSpPr>
              <p:cNvPr id="1333" name="任意多边形: 形状 1332"/>
              <p:cNvSpPr/>
              <p:nvPr/>
            </p:nvSpPr>
            <p:spPr>
              <a:xfrm>
                <a:off x="2758618" y="2440162"/>
                <a:ext cx="35361" cy="36433"/>
              </a:xfrm>
              <a:custGeom>
                <a:avLst/>
                <a:gdLst>
                  <a:gd name="connsiteX0" fmla="*/ 17681 w 35361"/>
                  <a:gd name="connsiteY0" fmla="*/ 0 h 36433"/>
                  <a:gd name="connsiteX1" fmla="*/ 17681 w 35361"/>
                  <a:gd name="connsiteY1" fmla="*/ 36433 h 36433"/>
                  <a:gd name="connsiteX2" fmla="*/ 17681 w 35361"/>
                  <a:gd name="connsiteY2" fmla="*/ 0 h 3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61" h="36433">
                    <a:moveTo>
                      <a:pt x="17681" y="0"/>
                    </a:moveTo>
                    <a:cubicBezTo>
                      <a:pt x="-5894" y="0"/>
                      <a:pt x="-5894" y="36433"/>
                      <a:pt x="17681" y="36433"/>
                    </a:cubicBezTo>
                    <a:cubicBezTo>
                      <a:pt x="41255" y="36433"/>
                      <a:pt x="41255" y="0"/>
                      <a:pt x="1768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4" name="任意多边形: 形状 1333"/>
              <p:cNvSpPr/>
              <p:nvPr/>
            </p:nvSpPr>
            <p:spPr>
              <a:xfrm>
                <a:off x="2596238" y="2526672"/>
                <a:ext cx="40609" cy="41115"/>
              </a:xfrm>
              <a:custGeom>
                <a:avLst/>
                <a:gdLst>
                  <a:gd name="connsiteX0" fmla="*/ 25755 w 40609"/>
                  <a:gd name="connsiteY0" fmla="*/ 929 h 41115"/>
                  <a:gd name="connsiteX1" fmla="*/ 895 w 40609"/>
                  <a:gd name="connsiteY1" fmla="*/ 14216 h 41115"/>
                  <a:gd name="connsiteX2" fmla="*/ 12468 w 40609"/>
                  <a:gd name="connsiteY2" fmla="*/ 39505 h 41115"/>
                  <a:gd name="connsiteX3" fmla="*/ 39900 w 40609"/>
                  <a:gd name="connsiteY3" fmla="*/ 26218 h 41115"/>
                  <a:gd name="connsiteX4" fmla="*/ 25755 w 40609"/>
                  <a:gd name="connsiteY4" fmla="*/ 929 h 4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9" h="41115">
                    <a:moveTo>
                      <a:pt x="25755" y="929"/>
                    </a:moveTo>
                    <a:cubicBezTo>
                      <a:pt x="15468" y="-2500"/>
                      <a:pt x="3895" y="3929"/>
                      <a:pt x="895" y="14216"/>
                    </a:cubicBezTo>
                    <a:cubicBezTo>
                      <a:pt x="-2105" y="24503"/>
                      <a:pt x="2609" y="35219"/>
                      <a:pt x="12468" y="39505"/>
                    </a:cubicBezTo>
                    <a:cubicBezTo>
                      <a:pt x="23612" y="44220"/>
                      <a:pt x="36899" y="38219"/>
                      <a:pt x="39900" y="26218"/>
                    </a:cubicBezTo>
                    <a:cubicBezTo>
                      <a:pt x="42900" y="15073"/>
                      <a:pt x="36042" y="4358"/>
                      <a:pt x="25755" y="92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5" name="任意多边形: 形状 1334"/>
              <p:cNvSpPr/>
              <p:nvPr/>
            </p:nvSpPr>
            <p:spPr>
              <a:xfrm>
                <a:off x="2279736" y="2361295"/>
                <a:ext cx="34397" cy="35579"/>
              </a:xfrm>
              <a:custGeom>
                <a:avLst/>
                <a:gdLst>
                  <a:gd name="connsiteX0" fmla="*/ 17359 w 34397"/>
                  <a:gd name="connsiteY0" fmla="*/ 0 h 35579"/>
                  <a:gd name="connsiteX1" fmla="*/ 17359 w 34397"/>
                  <a:gd name="connsiteY1" fmla="*/ 35576 h 35579"/>
                  <a:gd name="connsiteX2" fmla="*/ 17359 w 34397"/>
                  <a:gd name="connsiteY2" fmla="*/ 0 h 3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397" h="35579">
                    <a:moveTo>
                      <a:pt x="17359" y="0"/>
                    </a:moveTo>
                    <a:cubicBezTo>
                      <a:pt x="-5786" y="0"/>
                      <a:pt x="-5786" y="35576"/>
                      <a:pt x="17359" y="35576"/>
                    </a:cubicBezTo>
                    <a:cubicBezTo>
                      <a:pt x="40076" y="36004"/>
                      <a:pt x="40076" y="0"/>
                      <a:pt x="173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6" name="任意多边形: 形状 1335"/>
              <p:cNvSpPr/>
              <p:nvPr/>
            </p:nvSpPr>
            <p:spPr>
              <a:xfrm>
                <a:off x="2441114" y="2685830"/>
                <a:ext cx="33031" cy="29872"/>
              </a:xfrm>
              <a:custGeom>
                <a:avLst/>
                <a:gdLst>
                  <a:gd name="connsiteX0" fmla="*/ 22717 w 33031"/>
                  <a:gd name="connsiteY0" fmla="*/ 791 h 29872"/>
                  <a:gd name="connsiteX1" fmla="*/ 18860 w 33031"/>
                  <a:gd name="connsiteY1" fmla="*/ 363 h 29872"/>
                  <a:gd name="connsiteX2" fmla="*/ 4286 w 33031"/>
                  <a:gd name="connsiteY2" fmla="*/ 4220 h 29872"/>
                  <a:gd name="connsiteX3" fmla="*/ 0 w 33031"/>
                  <a:gd name="connsiteY3" fmla="*/ 14936 h 29872"/>
                  <a:gd name="connsiteX4" fmla="*/ 4286 w 33031"/>
                  <a:gd name="connsiteY4" fmla="*/ 25652 h 29872"/>
                  <a:gd name="connsiteX5" fmla="*/ 18860 w 33031"/>
                  <a:gd name="connsiteY5" fmla="*/ 29509 h 29872"/>
                  <a:gd name="connsiteX6" fmla="*/ 22717 w 33031"/>
                  <a:gd name="connsiteY6" fmla="*/ 29081 h 29872"/>
                  <a:gd name="connsiteX7" fmla="*/ 33004 w 33031"/>
                  <a:gd name="connsiteY7" fmla="*/ 15365 h 29872"/>
                  <a:gd name="connsiteX8" fmla="*/ 22717 w 33031"/>
                  <a:gd name="connsiteY8" fmla="*/ 791 h 2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29872">
                    <a:moveTo>
                      <a:pt x="22717" y="791"/>
                    </a:moveTo>
                    <a:cubicBezTo>
                      <a:pt x="21431" y="363"/>
                      <a:pt x="20145" y="363"/>
                      <a:pt x="18860" y="363"/>
                    </a:cubicBezTo>
                    <a:cubicBezTo>
                      <a:pt x="13716" y="-494"/>
                      <a:pt x="8144" y="-66"/>
                      <a:pt x="4286" y="4220"/>
                    </a:cubicBezTo>
                    <a:cubicBezTo>
                      <a:pt x="1715" y="7221"/>
                      <a:pt x="0" y="10650"/>
                      <a:pt x="0" y="14936"/>
                    </a:cubicBezTo>
                    <a:cubicBezTo>
                      <a:pt x="0" y="18794"/>
                      <a:pt x="1715" y="22651"/>
                      <a:pt x="4286" y="25652"/>
                    </a:cubicBezTo>
                    <a:cubicBezTo>
                      <a:pt x="8573" y="29938"/>
                      <a:pt x="13287" y="30367"/>
                      <a:pt x="18860" y="29509"/>
                    </a:cubicBezTo>
                    <a:cubicBezTo>
                      <a:pt x="20145" y="29509"/>
                      <a:pt x="21431" y="29081"/>
                      <a:pt x="22717" y="29081"/>
                    </a:cubicBezTo>
                    <a:cubicBezTo>
                      <a:pt x="28718" y="28223"/>
                      <a:pt x="33433" y="20937"/>
                      <a:pt x="33004" y="15365"/>
                    </a:cubicBezTo>
                    <a:cubicBezTo>
                      <a:pt x="33004" y="8935"/>
                      <a:pt x="28718" y="2077"/>
                      <a:pt x="22717" y="79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7" name="任意多边形: 形状 1336"/>
              <p:cNvSpPr/>
              <p:nvPr/>
            </p:nvSpPr>
            <p:spPr>
              <a:xfrm>
                <a:off x="3605862" y="1725751"/>
                <a:ext cx="31458" cy="32039"/>
              </a:xfrm>
              <a:custGeom>
                <a:avLst/>
                <a:gdLst>
                  <a:gd name="connsiteX0" fmla="*/ 25543 w 31458"/>
                  <a:gd name="connsiteY0" fmla="*/ 4179 h 32039"/>
                  <a:gd name="connsiteX1" fmla="*/ 5398 w 31458"/>
                  <a:gd name="connsiteY1" fmla="*/ 4179 h 32039"/>
                  <a:gd name="connsiteX2" fmla="*/ 4541 w 31458"/>
                  <a:gd name="connsiteY2" fmla="*/ 5036 h 32039"/>
                  <a:gd name="connsiteX3" fmla="*/ 1112 w 31458"/>
                  <a:gd name="connsiteY3" fmla="*/ 22181 h 32039"/>
                  <a:gd name="connsiteX4" fmla="*/ 15685 w 31458"/>
                  <a:gd name="connsiteY4" fmla="*/ 32040 h 32039"/>
                  <a:gd name="connsiteX5" fmla="*/ 29401 w 31458"/>
                  <a:gd name="connsiteY5" fmla="*/ 24324 h 32039"/>
                  <a:gd name="connsiteX6" fmla="*/ 26829 w 31458"/>
                  <a:gd name="connsiteY6" fmla="*/ 5036 h 32039"/>
                  <a:gd name="connsiteX7" fmla="*/ 25543 w 31458"/>
                  <a:gd name="connsiteY7" fmla="*/ 4179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458" h="32039">
                    <a:moveTo>
                      <a:pt x="25543" y="4179"/>
                    </a:moveTo>
                    <a:cubicBezTo>
                      <a:pt x="19543" y="-1393"/>
                      <a:pt x="11399" y="-1393"/>
                      <a:pt x="5398" y="4179"/>
                    </a:cubicBezTo>
                    <a:cubicBezTo>
                      <a:pt x="4969" y="4608"/>
                      <a:pt x="4541" y="4608"/>
                      <a:pt x="4541" y="5036"/>
                    </a:cubicBezTo>
                    <a:cubicBezTo>
                      <a:pt x="-174" y="9323"/>
                      <a:pt x="-1031" y="16609"/>
                      <a:pt x="1112" y="22181"/>
                    </a:cubicBezTo>
                    <a:cubicBezTo>
                      <a:pt x="3255" y="27754"/>
                      <a:pt x="9256" y="32040"/>
                      <a:pt x="15685" y="32040"/>
                    </a:cubicBezTo>
                    <a:cubicBezTo>
                      <a:pt x="21257" y="31611"/>
                      <a:pt x="26401" y="29039"/>
                      <a:pt x="29401" y="24324"/>
                    </a:cubicBezTo>
                    <a:cubicBezTo>
                      <a:pt x="32830" y="18752"/>
                      <a:pt x="31973" y="9751"/>
                      <a:pt x="26829" y="5036"/>
                    </a:cubicBezTo>
                    <a:cubicBezTo>
                      <a:pt x="25972" y="4608"/>
                      <a:pt x="25543" y="4179"/>
                      <a:pt x="25543" y="41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8" name="任意多边形: 形状 1337"/>
              <p:cNvSpPr/>
              <p:nvPr/>
            </p:nvSpPr>
            <p:spPr>
              <a:xfrm>
                <a:off x="3696556" y="1366707"/>
                <a:ext cx="33004" cy="29501"/>
              </a:xfrm>
              <a:custGeom>
                <a:avLst/>
                <a:gdLst>
                  <a:gd name="connsiteX0" fmla="*/ 18431 w 33004"/>
                  <a:gd name="connsiteY0" fmla="*/ 178 h 29501"/>
                  <a:gd name="connsiteX1" fmla="*/ 10716 w 33004"/>
                  <a:gd name="connsiteY1" fmla="*/ 606 h 29501"/>
                  <a:gd name="connsiteX2" fmla="*/ 0 w 33004"/>
                  <a:gd name="connsiteY2" fmla="*/ 14751 h 29501"/>
                  <a:gd name="connsiteX3" fmla="*/ 10716 w 33004"/>
                  <a:gd name="connsiteY3" fmla="*/ 28895 h 29501"/>
                  <a:gd name="connsiteX4" fmla="*/ 18431 w 33004"/>
                  <a:gd name="connsiteY4" fmla="*/ 29324 h 29501"/>
                  <a:gd name="connsiteX5" fmla="*/ 28718 w 33004"/>
                  <a:gd name="connsiteY5" fmla="*/ 25038 h 29501"/>
                  <a:gd name="connsiteX6" fmla="*/ 33004 w 33004"/>
                  <a:gd name="connsiteY6" fmla="*/ 14751 h 29501"/>
                  <a:gd name="connsiteX7" fmla="*/ 18431 w 33004"/>
                  <a:gd name="connsiteY7" fmla="*/ 178 h 2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004" h="29501">
                    <a:moveTo>
                      <a:pt x="18431" y="178"/>
                    </a:moveTo>
                    <a:cubicBezTo>
                      <a:pt x="15859" y="-251"/>
                      <a:pt x="13287" y="178"/>
                      <a:pt x="10716" y="606"/>
                    </a:cubicBezTo>
                    <a:cubicBezTo>
                      <a:pt x="4715" y="1464"/>
                      <a:pt x="0" y="8750"/>
                      <a:pt x="0" y="14751"/>
                    </a:cubicBezTo>
                    <a:cubicBezTo>
                      <a:pt x="429" y="20752"/>
                      <a:pt x="4286" y="27610"/>
                      <a:pt x="10716" y="28895"/>
                    </a:cubicBezTo>
                    <a:cubicBezTo>
                      <a:pt x="13716" y="29324"/>
                      <a:pt x="15859" y="29753"/>
                      <a:pt x="18431" y="29324"/>
                    </a:cubicBezTo>
                    <a:cubicBezTo>
                      <a:pt x="22289" y="28895"/>
                      <a:pt x="25718" y="28038"/>
                      <a:pt x="28718" y="25038"/>
                    </a:cubicBezTo>
                    <a:cubicBezTo>
                      <a:pt x="31290" y="22466"/>
                      <a:pt x="33004" y="18609"/>
                      <a:pt x="33004" y="14751"/>
                    </a:cubicBezTo>
                    <a:cubicBezTo>
                      <a:pt x="32575" y="6178"/>
                      <a:pt x="26575" y="1035"/>
                      <a:pt x="18431" y="17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9" name="任意多边形: 形状 1338"/>
              <p:cNvSpPr/>
              <p:nvPr/>
            </p:nvSpPr>
            <p:spPr>
              <a:xfrm>
                <a:off x="3531321" y="1177432"/>
                <a:ext cx="21538" cy="22717"/>
              </a:xfrm>
              <a:custGeom>
                <a:avLst/>
                <a:gdLst>
                  <a:gd name="connsiteX0" fmla="*/ 10930 w 21538"/>
                  <a:gd name="connsiteY0" fmla="*/ 0 h 22717"/>
                  <a:gd name="connsiteX1" fmla="*/ 10930 w 21538"/>
                  <a:gd name="connsiteY1" fmla="*/ 22717 h 22717"/>
                  <a:gd name="connsiteX2" fmla="*/ 10930 w 21538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075" y="22288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0" name="任意多边形: 形状 1339"/>
              <p:cNvSpPr/>
              <p:nvPr/>
            </p:nvSpPr>
            <p:spPr>
              <a:xfrm>
                <a:off x="3629241" y="811708"/>
                <a:ext cx="23617" cy="25181"/>
              </a:xfrm>
              <a:custGeom>
                <a:avLst/>
                <a:gdLst>
                  <a:gd name="connsiteX0" fmla="*/ 21 w 23617"/>
                  <a:gd name="connsiteY0" fmla="*/ 11251 h 25181"/>
                  <a:gd name="connsiteX1" fmla="*/ 450 w 23617"/>
                  <a:gd name="connsiteY1" fmla="*/ 14252 h 25181"/>
                  <a:gd name="connsiteX2" fmla="*/ 23167 w 23617"/>
                  <a:gd name="connsiteY2" fmla="*/ 14252 h 25181"/>
                  <a:gd name="connsiteX3" fmla="*/ 23596 w 23617"/>
                  <a:gd name="connsiteY3" fmla="*/ 11251 h 25181"/>
                  <a:gd name="connsiteX4" fmla="*/ 21 w 23617"/>
                  <a:gd name="connsiteY4" fmla="*/ 11251 h 2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7" h="25181">
                    <a:moveTo>
                      <a:pt x="21" y="11251"/>
                    </a:moveTo>
                    <a:cubicBezTo>
                      <a:pt x="21" y="12109"/>
                      <a:pt x="21" y="13395"/>
                      <a:pt x="450" y="14252"/>
                    </a:cubicBezTo>
                    <a:cubicBezTo>
                      <a:pt x="1736" y="28825"/>
                      <a:pt x="21881" y="28825"/>
                      <a:pt x="23167" y="14252"/>
                    </a:cubicBezTo>
                    <a:cubicBezTo>
                      <a:pt x="23167" y="13395"/>
                      <a:pt x="23167" y="12109"/>
                      <a:pt x="23596" y="11251"/>
                    </a:cubicBezTo>
                    <a:cubicBezTo>
                      <a:pt x="24453" y="-3750"/>
                      <a:pt x="-836" y="-3750"/>
                      <a:pt x="21" y="1125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1" name="任意多边形: 形状 1340"/>
              <p:cNvSpPr/>
              <p:nvPr/>
            </p:nvSpPr>
            <p:spPr>
              <a:xfrm>
                <a:off x="3485244" y="551747"/>
                <a:ext cx="24085" cy="26060"/>
              </a:xfrm>
              <a:custGeom>
                <a:avLst/>
                <a:gdLst>
                  <a:gd name="connsiteX0" fmla="*/ 2572 w 24085"/>
                  <a:gd name="connsiteY0" fmla="*/ 5465 h 26060"/>
                  <a:gd name="connsiteX1" fmla="*/ 0 w 24085"/>
                  <a:gd name="connsiteY1" fmla="*/ 14037 h 26060"/>
                  <a:gd name="connsiteX2" fmla="*/ 12001 w 24085"/>
                  <a:gd name="connsiteY2" fmla="*/ 26039 h 26060"/>
                  <a:gd name="connsiteX3" fmla="*/ 24003 w 24085"/>
                  <a:gd name="connsiteY3" fmla="*/ 14037 h 26060"/>
                  <a:gd name="connsiteX4" fmla="*/ 21431 w 24085"/>
                  <a:gd name="connsiteY4" fmla="*/ 5465 h 26060"/>
                  <a:gd name="connsiteX5" fmla="*/ 2572 w 24085"/>
                  <a:gd name="connsiteY5" fmla="*/ 5465 h 2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85" h="26060">
                    <a:moveTo>
                      <a:pt x="2572" y="5465"/>
                    </a:moveTo>
                    <a:cubicBezTo>
                      <a:pt x="1286" y="8037"/>
                      <a:pt x="0" y="11037"/>
                      <a:pt x="0" y="14037"/>
                    </a:cubicBezTo>
                    <a:cubicBezTo>
                      <a:pt x="857" y="20467"/>
                      <a:pt x="5143" y="26468"/>
                      <a:pt x="12001" y="26039"/>
                    </a:cubicBezTo>
                    <a:cubicBezTo>
                      <a:pt x="19288" y="25610"/>
                      <a:pt x="23146" y="20895"/>
                      <a:pt x="24003" y="14037"/>
                    </a:cubicBezTo>
                    <a:cubicBezTo>
                      <a:pt x="24431" y="11037"/>
                      <a:pt x="23146" y="8037"/>
                      <a:pt x="21431" y="5465"/>
                    </a:cubicBezTo>
                    <a:cubicBezTo>
                      <a:pt x="18002" y="-1822"/>
                      <a:pt x="6858" y="-1822"/>
                      <a:pt x="2572" y="54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2" name="任意多边形: 形状 1341"/>
              <p:cNvSpPr/>
              <p:nvPr/>
            </p:nvSpPr>
            <p:spPr>
              <a:xfrm>
                <a:off x="3327939" y="308586"/>
                <a:ext cx="23145" cy="27026"/>
              </a:xfrm>
              <a:custGeom>
                <a:avLst/>
                <a:gdLst>
                  <a:gd name="connsiteX0" fmla="*/ 11573 w 23145"/>
                  <a:gd name="connsiteY0" fmla="*/ 23 h 27026"/>
                  <a:gd name="connsiteX1" fmla="*/ 0 w 23145"/>
                  <a:gd name="connsiteY1" fmla="*/ 11596 h 27026"/>
                  <a:gd name="connsiteX2" fmla="*/ 0 w 23145"/>
                  <a:gd name="connsiteY2" fmla="*/ 15454 h 27026"/>
                  <a:gd name="connsiteX3" fmla="*/ 11573 w 23145"/>
                  <a:gd name="connsiteY3" fmla="*/ 27027 h 27026"/>
                  <a:gd name="connsiteX4" fmla="*/ 23146 w 23145"/>
                  <a:gd name="connsiteY4" fmla="*/ 15454 h 27026"/>
                  <a:gd name="connsiteX5" fmla="*/ 23146 w 23145"/>
                  <a:gd name="connsiteY5" fmla="*/ 11596 h 27026"/>
                  <a:gd name="connsiteX6" fmla="*/ 11573 w 23145"/>
                  <a:gd name="connsiteY6" fmla="*/ 23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145" h="27026">
                    <a:moveTo>
                      <a:pt x="11573" y="23"/>
                    </a:moveTo>
                    <a:cubicBezTo>
                      <a:pt x="5144" y="452"/>
                      <a:pt x="429" y="5167"/>
                      <a:pt x="0" y="11596"/>
                    </a:cubicBezTo>
                    <a:cubicBezTo>
                      <a:pt x="0" y="12882"/>
                      <a:pt x="0" y="14168"/>
                      <a:pt x="0" y="15454"/>
                    </a:cubicBezTo>
                    <a:cubicBezTo>
                      <a:pt x="0" y="21454"/>
                      <a:pt x="5572" y="27027"/>
                      <a:pt x="11573" y="27027"/>
                    </a:cubicBezTo>
                    <a:cubicBezTo>
                      <a:pt x="17574" y="26598"/>
                      <a:pt x="23146" y="21883"/>
                      <a:pt x="23146" y="15454"/>
                    </a:cubicBezTo>
                    <a:cubicBezTo>
                      <a:pt x="23146" y="14168"/>
                      <a:pt x="23146" y="12882"/>
                      <a:pt x="23146" y="11596"/>
                    </a:cubicBezTo>
                    <a:cubicBezTo>
                      <a:pt x="22717" y="5167"/>
                      <a:pt x="18002" y="-405"/>
                      <a:pt x="11573" y="2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3" name="任意多边形: 形状 1342"/>
              <p:cNvSpPr/>
              <p:nvPr/>
            </p:nvSpPr>
            <p:spPr>
              <a:xfrm>
                <a:off x="1072407" y="2444019"/>
                <a:ext cx="27646" cy="28293"/>
              </a:xfrm>
              <a:custGeom>
                <a:avLst/>
                <a:gdLst>
                  <a:gd name="connsiteX0" fmla="*/ 13823 w 27646"/>
                  <a:gd name="connsiteY0" fmla="*/ 0 h 28293"/>
                  <a:gd name="connsiteX1" fmla="*/ 13823 w 27646"/>
                  <a:gd name="connsiteY1" fmla="*/ 28289 h 28293"/>
                  <a:gd name="connsiteX2" fmla="*/ 13823 w 27646"/>
                  <a:gd name="connsiteY2" fmla="*/ 0 h 2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93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718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4" name="任意多边形: 形状 1343"/>
              <p:cNvSpPr/>
              <p:nvPr/>
            </p:nvSpPr>
            <p:spPr>
              <a:xfrm>
                <a:off x="1359157" y="2617184"/>
                <a:ext cx="27646" cy="28289"/>
              </a:xfrm>
              <a:custGeom>
                <a:avLst/>
                <a:gdLst>
                  <a:gd name="connsiteX0" fmla="*/ 13823 w 27646"/>
                  <a:gd name="connsiteY0" fmla="*/ 0 h 28289"/>
                  <a:gd name="connsiteX1" fmla="*/ 13823 w 27646"/>
                  <a:gd name="connsiteY1" fmla="*/ 28289 h 28289"/>
                  <a:gd name="connsiteX2" fmla="*/ 13823 w 27646"/>
                  <a:gd name="connsiteY2" fmla="*/ 0 h 2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46" h="28289">
                    <a:moveTo>
                      <a:pt x="13823" y="0"/>
                    </a:moveTo>
                    <a:cubicBezTo>
                      <a:pt x="-4608" y="0"/>
                      <a:pt x="-4608" y="28289"/>
                      <a:pt x="13823" y="28289"/>
                    </a:cubicBezTo>
                    <a:cubicBezTo>
                      <a:pt x="32254" y="28289"/>
                      <a:pt x="32254" y="0"/>
                      <a:pt x="13823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5" name="任意多边形: 形状 1344"/>
              <p:cNvSpPr/>
              <p:nvPr/>
            </p:nvSpPr>
            <p:spPr>
              <a:xfrm>
                <a:off x="1614296" y="2779187"/>
                <a:ext cx="34397" cy="30877"/>
              </a:xfrm>
              <a:custGeom>
                <a:avLst/>
                <a:gdLst>
                  <a:gd name="connsiteX0" fmla="*/ 27003 w 34397"/>
                  <a:gd name="connsiteY0" fmla="*/ 2589 h 30877"/>
                  <a:gd name="connsiteX1" fmla="*/ 18431 w 34397"/>
                  <a:gd name="connsiteY1" fmla="*/ 17 h 30877"/>
                  <a:gd name="connsiteX2" fmla="*/ 15431 w 34397"/>
                  <a:gd name="connsiteY2" fmla="*/ 17 h 30877"/>
                  <a:gd name="connsiteX3" fmla="*/ 0 w 34397"/>
                  <a:gd name="connsiteY3" fmla="*/ 15447 h 30877"/>
                  <a:gd name="connsiteX4" fmla="*/ 15431 w 34397"/>
                  <a:gd name="connsiteY4" fmla="*/ 30878 h 30877"/>
                  <a:gd name="connsiteX5" fmla="*/ 18431 w 34397"/>
                  <a:gd name="connsiteY5" fmla="*/ 30878 h 30877"/>
                  <a:gd name="connsiteX6" fmla="*/ 27003 w 34397"/>
                  <a:gd name="connsiteY6" fmla="*/ 28306 h 30877"/>
                  <a:gd name="connsiteX7" fmla="*/ 27003 w 34397"/>
                  <a:gd name="connsiteY7" fmla="*/ 2589 h 3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7" h="30877">
                    <a:moveTo>
                      <a:pt x="27003" y="2589"/>
                    </a:moveTo>
                    <a:cubicBezTo>
                      <a:pt x="24003" y="1303"/>
                      <a:pt x="21860" y="446"/>
                      <a:pt x="18431" y="17"/>
                    </a:cubicBezTo>
                    <a:cubicBezTo>
                      <a:pt x="17574" y="17"/>
                      <a:pt x="16288" y="17"/>
                      <a:pt x="15431" y="17"/>
                    </a:cubicBezTo>
                    <a:cubicBezTo>
                      <a:pt x="7287" y="-412"/>
                      <a:pt x="0" y="7303"/>
                      <a:pt x="0" y="15447"/>
                    </a:cubicBezTo>
                    <a:cubicBezTo>
                      <a:pt x="429" y="23591"/>
                      <a:pt x="6858" y="30878"/>
                      <a:pt x="15431" y="30878"/>
                    </a:cubicBezTo>
                    <a:cubicBezTo>
                      <a:pt x="16288" y="30878"/>
                      <a:pt x="17574" y="30878"/>
                      <a:pt x="18431" y="30878"/>
                    </a:cubicBezTo>
                    <a:cubicBezTo>
                      <a:pt x="21431" y="30449"/>
                      <a:pt x="24003" y="29592"/>
                      <a:pt x="27003" y="28306"/>
                    </a:cubicBezTo>
                    <a:cubicBezTo>
                      <a:pt x="36862" y="23591"/>
                      <a:pt x="36862" y="6875"/>
                      <a:pt x="27003" y="258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6" name="任意多边形: 形状 1345"/>
              <p:cNvSpPr/>
              <p:nvPr/>
            </p:nvSpPr>
            <p:spPr>
              <a:xfrm>
                <a:off x="1496103" y="2441119"/>
                <a:ext cx="27753" cy="24540"/>
              </a:xfrm>
              <a:custGeom>
                <a:avLst/>
                <a:gdLst>
                  <a:gd name="connsiteX0" fmla="*/ 11894 w 27753"/>
                  <a:gd name="connsiteY0" fmla="*/ 328 h 24540"/>
                  <a:gd name="connsiteX1" fmla="*/ 1607 w 27753"/>
                  <a:gd name="connsiteY1" fmla="*/ 6758 h 24540"/>
                  <a:gd name="connsiteX2" fmla="*/ 1607 w 27753"/>
                  <a:gd name="connsiteY2" fmla="*/ 17902 h 24540"/>
                  <a:gd name="connsiteX3" fmla="*/ 11894 w 27753"/>
                  <a:gd name="connsiteY3" fmla="*/ 24332 h 24540"/>
                  <a:gd name="connsiteX4" fmla="*/ 27753 w 27753"/>
                  <a:gd name="connsiteY4" fmla="*/ 12330 h 24540"/>
                  <a:gd name="connsiteX5" fmla="*/ 11894 w 27753"/>
                  <a:gd name="connsiteY5" fmla="*/ 328 h 2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53" h="24540">
                    <a:moveTo>
                      <a:pt x="11894" y="328"/>
                    </a:moveTo>
                    <a:cubicBezTo>
                      <a:pt x="7179" y="1186"/>
                      <a:pt x="4179" y="2900"/>
                      <a:pt x="1607" y="6758"/>
                    </a:cubicBezTo>
                    <a:cubicBezTo>
                      <a:pt x="-536" y="9758"/>
                      <a:pt x="-536" y="14902"/>
                      <a:pt x="1607" y="17902"/>
                    </a:cubicBezTo>
                    <a:cubicBezTo>
                      <a:pt x="4179" y="21760"/>
                      <a:pt x="7179" y="23474"/>
                      <a:pt x="11894" y="24332"/>
                    </a:cubicBezTo>
                    <a:cubicBezTo>
                      <a:pt x="19610" y="25617"/>
                      <a:pt x="27753" y="20903"/>
                      <a:pt x="27753" y="12330"/>
                    </a:cubicBezTo>
                    <a:cubicBezTo>
                      <a:pt x="27753" y="3758"/>
                      <a:pt x="19610" y="-1386"/>
                      <a:pt x="11894" y="328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7" name="任意多边形: 形状 1346"/>
              <p:cNvSpPr/>
              <p:nvPr/>
            </p:nvSpPr>
            <p:spPr>
              <a:xfrm>
                <a:off x="705611" y="2069304"/>
                <a:ext cx="28289" cy="26790"/>
              </a:xfrm>
              <a:custGeom>
                <a:avLst/>
                <a:gdLst>
                  <a:gd name="connsiteX0" fmla="*/ 11573 w 28289"/>
                  <a:gd name="connsiteY0" fmla="*/ 525 h 26790"/>
                  <a:gd name="connsiteX1" fmla="*/ 6001 w 28289"/>
                  <a:gd name="connsiteY1" fmla="*/ 3097 h 26790"/>
                  <a:gd name="connsiteX2" fmla="*/ 0 w 28289"/>
                  <a:gd name="connsiteY2" fmla="*/ 13384 h 26790"/>
                  <a:gd name="connsiteX3" fmla="*/ 6001 w 28289"/>
                  <a:gd name="connsiteY3" fmla="*/ 23671 h 26790"/>
                  <a:gd name="connsiteX4" fmla="*/ 11573 w 28289"/>
                  <a:gd name="connsiteY4" fmla="*/ 26243 h 26790"/>
                  <a:gd name="connsiteX5" fmla="*/ 28289 w 28289"/>
                  <a:gd name="connsiteY5" fmla="*/ 13384 h 26790"/>
                  <a:gd name="connsiteX6" fmla="*/ 11573 w 28289"/>
                  <a:gd name="connsiteY6" fmla="*/ 525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26790">
                    <a:moveTo>
                      <a:pt x="11573" y="525"/>
                    </a:moveTo>
                    <a:cubicBezTo>
                      <a:pt x="9858" y="954"/>
                      <a:pt x="7715" y="1811"/>
                      <a:pt x="6001" y="3097"/>
                    </a:cubicBezTo>
                    <a:cubicBezTo>
                      <a:pt x="2572" y="5669"/>
                      <a:pt x="0" y="9098"/>
                      <a:pt x="0" y="13384"/>
                    </a:cubicBezTo>
                    <a:cubicBezTo>
                      <a:pt x="0" y="18099"/>
                      <a:pt x="2572" y="21099"/>
                      <a:pt x="6001" y="23671"/>
                    </a:cubicBezTo>
                    <a:cubicBezTo>
                      <a:pt x="7715" y="24957"/>
                      <a:pt x="9430" y="25386"/>
                      <a:pt x="11573" y="26243"/>
                    </a:cubicBezTo>
                    <a:cubicBezTo>
                      <a:pt x="19717" y="28814"/>
                      <a:pt x="28289" y="21956"/>
                      <a:pt x="28289" y="13384"/>
                    </a:cubicBezTo>
                    <a:cubicBezTo>
                      <a:pt x="28289" y="5240"/>
                      <a:pt x="19717" y="-2047"/>
                      <a:pt x="11573" y="52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8" name="任意多边形: 形状 1347"/>
              <p:cNvSpPr/>
              <p:nvPr/>
            </p:nvSpPr>
            <p:spPr>
              <a:xfrm>
                <a:off x="798837" y="1834515"/>
                <a:ext cx="21538" cy="22288"/>
              </a:xfrm>
              <a:custGeom>
                <a:avLst/>
                <a:gdLst>
                  <a:gd name="connsiteX0" fmla="*/ 10930 w 21538"/>
                  <a:gd name="connsiteY0" fmla="*/ 0 h 22288"/>
                  <a:gd name="connsiteX1" fmla="*/ 10930 w 21538"/>
                  <a:gd name="connsiteY1" fmla="*/ 22289 h 22288"/>
                  <a:gd name="connsiteX2" fmla="*/ 10930 w 21538"/>
                  <a:gd name="connsiteY2" fmla="*/ 0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38" h="22288">
                    <a:moveTo>
                      <a:pt x="10930" y="0"/>
                    </a:moveTo>
                    <a:cubicBezTo>
                      <a:pt x="-3643" y="0"/>
                      <a:pt x="-3643" y="22289"/>
                      <a:pt x="10930" y="22289"/>
                    </a:cubicBezTo>
                    <a:cubicBezTo>
                      <a:pt x="25075" y="22289"/>
                      <a:pt x="25075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49" name="任意多边形: 形状 1348"/>
              <p:cNvSpPr/>
              <p:nvPr/>
            </p:nvSpPr>
            <p:spPr>
              <a:xfrm>
                <a:off x="311705" y="1305278"/>
                <a:ext cx="25288" cy="22613"/>
              </a:xfrm>
              <a:custGeom>
                <a:avLst/>
                <a:gdLst>
                  <a:gd name="connsiteX0" fmla="*/ 10716 w 25288"/>
                  <a:gd name="connsiteY0" fmla="*/ 313 h 22613"/>
                  <a:gd name="connsiteX1" fmla="*/ 1286 w 25288"/>
                  <a:gd name="connsiteY1" fmla="*/ 6314 h 22613"/>
                  <a:gd name="connsiteX2" fmla="*/ 1286 w 25288"/>
                  <a:gd name="connsiteY2" fmla="*/ 16172 h 22613"/>
                  <a:gd name="connsiteX3" fmla="*/ 10716 w 25288"/>
                  <a:gd name="connsiteY3" fmla="*/ 22173 h 22613"/>
                  <a:gd name="connsiteX4" fmla="*/ 25289 w 25288"/>
                  <a:gd name="connsiteY4" fmla="*/ 11029 h 22613"/>
                  <a:gd name="connsiteX5" fmla="*/ 10716 w 25288"/>
                  <a:gd name="connsiteY5" fmla="*/ 313 h 2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88" h="22613">
                    <a:moveTo>
                      <a:pt x="10716" y="313"/>
                    </a:moveTo>
                    <a:cubicBezTo>
                      <a:pt x="6858" y="1599"/>
                      <a:pt x="3429" y="2885"/>
                      <a:pt x="1286" y="6314"/>
                    </a:cubicBezTo>
                    <a:cubicBezTo>
                      <a:pt x="-429" y="9314"/>
                      <a:pt x="-429" y="13601"/>
                      <a:pt x="1286" y="16172"/>
                    </a:cubicBezTo>
                    <a:cubicBezTo>
                      <a:pt x="3858" y="20030"/>
                      <a:pt x="6858" y="21316"/>
                      <a:pt x="10716" y="22173"/>
                    </a:cubicBezTo>
                    <a:cubicBezTo>
                      <a:pt x="18002" y="24316"/>
                      <a:pt x="25289" y="18315"/>
                      <a:pt x="25289" y="11029"/>
                    </a:cubicBezTo>
                    <a:cubicBezTo>
                      <a:pt x="25289" y="4171"/>
                      <a:pt x="18002" y="-1401"/>
                      <a:pt x="10716" y="31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0" name="任意多边形: 形状 1349"/>
              <p:cNvSpPr/>
              <p:nvPr/>
            </p:nvSpPr>
            <p:spPr>
              <a:xfrm>
                <a:off x="446614" y="607790"/>
                <a:ext cx="14787" cy="15430"/>
              </a:xfrm>
              <a:custGeom>
                <a:avLst/>
                <a:gdLst>
                  <a:gd name="connsiteX0" fmla="*/ 7394 w 14787"/>
                  <a:gd name="connsiteY0" fmla="*/ 0 h 15430"/>
                  <a:gd name="connsiteX1" fmla="*/ 7394 w 14787"/>
                  <a:gd name="connsiteY1" fmla="*/ 15430 h 15430"/>
                  <a:gd name="connsiteX2" fmla="*/ 7394 w 14787"/>
                  <a:gd name="connsiteY2" fmla="*/ 0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87" h="15430">
                    <a:moveTo>
                      <a:pt x="7394" y="0"/>
                    </a:moveTo>
                    <a:cubicBezTo>
                      <a:pt x="-2465" y="0"/>
                      <a:pt x="-2465" y="15430"/>
                      <a:pt x="7394" y="15430"/>
                    </a:cubicBezTo>
                    <a:cubicBezTo>
                      <a:pt x="17252" y="15430"/>
                      <a:pt x="17252" y="0"/>
                      <a:pt x="73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1" name="任意多边形: 形状 1350"/>
              <p:cNvSpPr/>
              <p:nvPr/>
            </p:nvSpPr>
            <p:spPr>
              <a:xfrm>
                <a:off x="772048" y="320711"/>
                <a:ext cx="17145" cy="16087"/>
              </a:xfrm>
              <a:custGeom>
                <a:avLst/>
                <a:gdLst>
                  <a:gd name="connsiteX0" fmla="*/ 13716 w 17145"/>
                  <a:gd name="connsiteY0" fmla="*/ 2472 h 16087"/>
                  <a:gd name="connsiteX1" fmla="*/ 0 w 17145"/>
                  <a:gd name="connsiteY1" fmla="*/ 8044 h 16087"/>
                  <a:gd name="connsiteX2" fmla="*/ 13716 w 17145"/>
                  <a:gd name="connsiteY2" fmla="*/ 13616 h 16087"/>
                  <a:gd name="connsiteX3" fmla="*/ 15859 w 17145"/>
                  <a:gd name="connsiteY3" fmla="*/ 11044 h 16087"/>
                  <a:gd name="connsiteX4" fmla="*/ 15859 w 17145"/>
                  <a:gd name="connsiteY4" fmla="*/ 5044 h 16087"/>
                  <a:gd name="connsiteX5" fmla="*/ 13716 w 17145"/>
                  <a:gd name="connsiteY5" fmla="*/ 2472 h 1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45" h="16087">
                    <a:moveTo>
                      <a:pt x="13716" y="2472"/>
                    </a:moveTo>
                    <a:cubicBezTo>
                      <a:pt x="9001" y="-3100"/>
                      <a:pt x="0" y="1614"/>
                      <a:pt x="0" y="8044"/>
                    </a:cubicBezTo>
                    <a:cubicBezTo>
                      <a:pt x="0" y="14473"/>
                      <a:pt x="9001" y="19188"/>
                      <a:pt x="13716" y="13616"/>
                    </a:cubicBezTo>
                    <a:cubicBezTo>
                      <a:pt x="14573" y="12759"/>
                      <a:pt x="15431" y="11901"/>
                      <a:pt x="15859" y="11044"/>
                    </a:cubicBezTo>
                    <a:cubicBezTo>
                      <a:pt x="17574" y="9330"/>
                      <a:pt x="17574" y="6758"/>
                      <a:pt x="15859" y="5044"/>
                    </a:cubicBezTo>
                    <a:cubicBezTo>
                      <a:pt x="15431" y="4186"/>
                      <a:pt x="14573" y="3329"/>
                      <a:pt x="13716" y="247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2" name="任意多边形: 形状 1351"/>
              <p:cNvSpPr/>
              <p:nvPr/>
            </p:nvSpPr>
            <p:spPr>
              <a:xfrm>
                <a:off x="1009190" y="-110370"/>
                <a:ext cx="16919" cy="17787"/>
              </a:xfrm>
              <a:custGeom>
                <a:avLst/>
                <a:gdLst>
                  <a:gd name="connsiteX0" fmla="*/ 10174 w 16919"/>
                  <a:gd name="connsiteY0" fmla="*/ 643 h 17787"/>
                  <a:gd name="connsiteX1" fmla="*/ 5888 w 16919"/>
                  <a:gd name="connsiteY1" fmla="*/ 643 h 17787"/>
                  <a:gd name="connsiteX2" fmla="*/ 2459 w 16919"/>
                  <a:gd name="connsiteY2" fmla="*/ 3643 h 17787"/>
                  <a:gd name="connsiteX3" fmla="*/ 8460 w 16919"/>
                  <a:gd name="connsiteY3" fmla="*/ 17788 h 17787"/>
                  <a:gd name="connsiteX4" fmla="*/ 14460 w 16919"/>
                  <a:gd name="connsiteY4" fmla="*/ 3643 h 17787"/>
                  <a:gd name="connsiteX5" fmla="*/ 10174 w 16919"/>
                  <a:gd name="connsiteY5" fmla="*/ 643 h 1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9" h="17787">
                    <a:moveTo>
                      <a:pt x="10174" y="643"/>
                    </a:moveTo>
                    <a:cubicBezTo>
                      <a:pt x="8888" y="-214"/>
                      <a:pt x="6745" y="-214"/>
                      <a:pt x="5888" y="643"/>
                    </a:cubicBezTo>
                    <a:cubicBezTo>
                      <a:pt x="4602" y="1500"/>
                      <a:pt x="3316" y="2357"/>
                      <a:pt x="2459" y="3643"/>
                    </a:cubicBezTo>
                    <a:cubicBezTo>
                      <a:pt x="-3113" y="8358"/>
                      <a:pt x="1602" y="17788"/>
                      <a:pt x="8460" y="17788"/>
                    </a:cubicBezTo>
                    <a:cubicBezTo>
                      <a:pt x="15318" y="17788"/>
                      <a:pt x="20033" y="8358"/>
                      <a:pt x="14460" y="3643"/>
                    </a:cubicBezTo>
                    <a:cubicBezTo>
                      <a:pt x="12746" y="2357"/>
                      <a:pt x="11460" y="1500"/>
                      <a:pt x="10174" y="643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3" name="任意多边形: 形状 1352"/>
              <p:cNvSpPr/>
              <p:nvPr/>
            </p:nvSpPr>
            <p:spPr>
              <a:xfrm>
                <a:off x="1402287" y="-185594"/>
                <a:ext cx="20413" cy="21002"/>
              </a:xfrm>
              <a:custGeom>
                <a:avLst/>
                <a:gdLst>
                  <a:gd name="connsiteX0" fmla="*/ 10127 w 20413"/>
                  <a:gd name="connsiteY0" fmla="*/ 0 h 21002"/>
                  <a:gd name="connsiteX1" fmla="*/ 10127 w 20413"/>
                  <a:gd name="connsiteY1" fmla="*/ 21003 h 21002"/>
                  <a:gd name="connsiteX2" fmla="*/ 10127 w 20413"/>
                  <a:gd name="connsiteY2" fmla="*/ 0 h 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413" h="21002">
                    <a:moveTo>
                      <a:pt x="10127" y="0"/>
                    </a:moveTo>
                    <a:cubicBezTo>
                      <a:pt x="-3160" y="0"/>
                      <a:pt x="-3589" y="21003"/>
                      <a:pt x="10127" y="21003"/>
                    </a:cubicBezTo>
                    <a:cubicBezTo>
                      <a:pt x="23843" y="21003"/>
                      <a:pt x="23843" y="0"/>
                      <a:pt x="1012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4" name="任意多边形: 形状 1353"/>
              <p:cNvSpPr/>
              <p:nvPr/>
            </p:nvSpPr>
            <p:spPr>
              <a:xfrm>
                <a:off x="1950767" y="-304323"/>
                <a:ext cx="20573" cy="21431"/>
              </a:xfrm>
              <a:custGeom>
                <a:avLst/>
                <a:gdLst>
                  <a:gd name="connsiteX0" fmla="*/ 10287 w 20573"/>
                  <a:gd name="connsiteY0" fmla="*/ 0 h 21431"/>
                  <a:gd name="connsiteX1" fmla="*/ 10287 w 20573"/>
                  <a:gd name="connsiteY1" fmla="*/ 21431 h 21431"/>
                  <a:gd name="connsiteX2" fmla="*/ 10287 w 20573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3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5" name="任意多边形: 形状 1354"/>
              <p:cNvSpPr/>
              <p:nvPr/>
            </p:nvSpPr>
            <p:spPr>
              <a:xfrm>
                <a:off x="2164222" y="-234029"/>
                <a:ext cx="18002" cy="18438"/>
              </a:xfrm>
              <a:custGeom>
                <a:avLst/>
                <a:gdLst>
                  <a:gd name="connsiteX0" fmla="*/ 9001 w 18002"/>
                  <a:gd name="connsiteY0" fmla="*/ 0 h 18438"/>
                  <a:gd name="connsiteX1" fmla="*/ 9001 w 18002"/>
                  <a:gd name="connsiteY1" fmla="*/ 18431 h 18438"/>
                  <a:gd name="connsiteX2" fmla="*/ 9001 w 18002"/>
                  <a:gd name="connsiteY2" fmla="*/ 0 h 18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002" h="18438">
                    <a:moveTo>
                      <a:pt x="9001" y="0"/>
                    </a:moveTo>
                    <a:cubicBezTo>
                      <a:pt x="-3000" y="0"/>
                      <a:pt x="-3000" y="18431"/>
                      <a:pt x="9001" y="18431"/>
                    </a:cubicBezTo>
                    <a:cubicBezTo>
                      <a:pt x="21003" y="18859"/>
                      <a:pt x="21003" y="0"/>
                      <a:pt x="9001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6" name="任意多边形: 形状 1355"/>
              <p:cNvSpPr/>
              <p:nvPr/>
            </p:nvSpPr>
            <p:spPr>
              <a:xfrm>
                <a:off x="2552770" y="-265747"/>
                <a:ext cx="21859" cy="22717"/>
              </a:xfrm>
              <a:custGeom>
                <a:avLst/>
                <a:gdLst>
                  <a:gd name="connsiteX0" fmla="*/ 10930 w 21859"/>
                  <a:gd name="connsiteY0" fmla="*/ 0 h 22717"/>
                  <a:gd name="connsiteX1" fmla="*/ 10930 w 21859"/>
                  <a:gd name="connsiteY1" fmla="*/ 22717 h 22717"/>
                  <a:gd name="connsiteX2" fmla="*/ 10930 w 21859"/>
                  <a:gd name="connsiteY2" fmla="*/ 0 h 2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59" h="22717">
                    <a:moveTo>
                      <a:pt x="10930" y="0"/>
                    </a:moveTo>
                    <a:cubicBezTo>
                      <a:pt x="-3643" y="0"/>
                      <a:pt x="-3643" y="22717"/>
                      <a:pt x="10930" y="22717"/>
                    </a:cubicBezTo>
                    <a:cubicBezTo>
                      <a:pt x="25503" y="22717"/>
                      <a:pt x="25503" y="0"/>
                      <a:pt x="1093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7" name="任意多边形: 形状 1356"/>
              <p:cNvSpPr/>
              <p:nvPr/>
            </p:nvSpPr>
            <p:spPr>
              <a:xfrm>
                <a:off x="2979145" y="-30407"/>
                <a:ext cx="27512" cy="34433"/>
              </a:xfrm>
              <a:custGeom>
                <a:avLst/>
                <a:gdLst>
                  <a:gd name="connsiteX0" fmla="*/ 17895 w 27512"/>
                  <a:gd name="connsiteY0" fmla="*/ 404 h 34433"/>
                  <a:gd name="connsiteX1" fmla="*/ 1607 w 27512"/>
                  <a:gd name="connsiteY1" fmla="*/ 9834 h 34433"/>
                  <a:gd name="connsiteX2" fmla="*/ 322 w 27512"/>
                  <a:gd name="connsiteY2" fmla="*/ 18835 h 34433"/>
                  <a:gd name="connsiteX3" fmla="*/ 322 w 27512"/>
                  <a:gd name="connsiteY3" fmla="*/ 18835 h 34433"/>
                  <a:gd name="connsiteX4" fmla="*/ 322 w 27512"/>
                  <a:gd name="connsiteY4" fmla="*/ 23550 h 34433"/>
                  <a:gd name="connsiteX5" fmla="*/ 750 w 27512"/>
                  <a:gd name="connsiteY5" fmla="*/ 24407 h 34433"/>
                  <a:gd name="connsiteX6" fmla="*/ 750 w 27512"/>
                  <a:gd name="connsiteY6" fmla="*/ 25693 h 34433"/>
                  <a:gd name="connsiteX7" fmla="*/ 2036 w 27512"/>
                  <a:gd name="connsiteY7" fmla="*/ 29979 h 34433"/>
                  <a:gd name="connsiteX8" fmla="*/ 7179 w 27512"/>
                  <a:gd name="connsiteY8" fmla="*/ 34265 h 34433"/>
                  <a:gd name="connsiteX9" fmla="*/ 14037 w 27512"/>
                  <a:gd name="connsiteY9" fmla="*/ 33408 h 34433"/>
                  <a:gd name="connsiteX10" fmla="*/ 16609 w 27512"/>
                  <a:gd name="connsiteY10" fmla="*/ 31693 h 34433"/>
                  <a:gd name="connsiteX11" fmla="*/ 17038 w 27512"/>
                  <a:gd name="connsiteY11" fmla="*/ 30836 h 34433"/>
                  <a:gd name="connsiteX12" fmla="*/ 21324 w 27512"/>
                  <a:gd name="connsiteY12" fmla="*/ 26550 h 34433"/>
                  <a:gd name="connsiteX13" fmla="*/ 21753 w 27512"/>
                  <a:gd name="connsiteY13" fmla="*/ 25693 h 34433"/>
                  <a:gd name="connsiteX14" fmla="*/ 23896 w 27512"/>
                  <a:gd name="connsiteY14" fmla="*/ 23121 h 34433"/>
                  <a:gd name="connsiteX15" fmla="*/ 25182 w 27512"/>
                  <a:gd name="connsiteY15" fmla="*/ 20121 h 34433"/>
                  <a:gd name="connsiteX16" fmla="*/ 26468 w 27512"/>
                  <a:gd name="connsiteY16" fmla="*/ 17120 h 34433"/>
                  <a:gd name="connsiteX17" fmla="*/ 17895 w 27512"/>
                  <a:gd name="connsiteY17" fmla="*/ 404 h 34433"/>
                  <a:gd name="connsiteX18" fmla="*/ 17467 w 27512"/>
                  <a:gd name="connsiteY18" fmla="*/ 31265 h 34433"/>
                  <a:gd name="connsiteX19" fmla="*/ 17467 w 27512"/>
                  <a:gd name="connsiteY19" fmla="*/ 31265 h 34433"/>
                  <a:gd name="connsiteX20" fmla="*/ 17467 w 27512"/>
                  <a:gd name="connsiteY20" fmla="*/ 31265 h 34433"/>
                  <a:gd name="connsiteX21" fmla="*/ 17467 w 27512"/>
                  <a:gd name="connsiteY21" fmla="*/ 31265 h 3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512" h="34433">
                    <a:moveTo>
                      <a:pt x="17895" y="404"/>
                    </a:moveTo>
                    <a:cubicBezTo>
                      <a:pt x="11037" y="-1311"/>
                      <a:pt x="3751" y="2547"/>
                      <a:pt x="1607" y="9834"/>
                    </a:cubicBezTo>
                    <a:cubicBezTo>
                      <a:pt x="1179" y="11119"/>
                      <a:pt x="322" y="16692"/>
                      <a:pt x="322" y="18835"/>
                    </a:cubicBezTo>
                    <a:cubicBezTo>
                      <a:pt x="322" y="18835"/>
                      <a:pt x="322" y="18835"/>
                      <a:pt x="322" y="18835"/>
                    </a:cubicBezTo>
                    <a:cubicBezTo>
                      <a:pt x="-107" y="20549"/>
                      <a:pt x="-107" y="21835"/>
                      <a:pt x="322" y="23550"/>
                    </a:cubicBezTo>
                    <a:cubicBezTo>
                      <a:pt x="322" y="23978"/>
                      <a:pt x="750" y="24407"/>
                      <a:pt x="750" y="24407"/>
                    </a:cubicBezTo>
                    <a:cubicBezTo>
                      <a:pt x="750" y="24835"/>
                      <a:pt x="750" y="25264"/>
                      <a:pt x="750" y="25693"/>
                    </a:cubicBezTo>
                    <a:cubicBezTo>
                      <a:pt x="750" y="26979"/>
                      <a:pt x="1607" y="28693"/>
                      <a:pt x="2036" y="29979"/>
                    </a:cubicBezTo>
                    <a:cubicBezTo>
                      <a:pt x="2893" y="31693"/>
                      <a:pt x="5036" y="33408"/>
                      <a:pt x="7179" y="34265"/>
                    </a:cubicBezTo>
                    <a:cubicBezTo>
                      <a:pt x="9323" y="34694"/>
                      <a:pt x="11894" y="34265"/>
                      <a:pt x="14037" y="33408"/>
                    </a:cubicBezTo>
                    <a:cubicBezTo>
                      <a:pt x="14895" y="32979"/>
                      <a:pt x="15752" y="32551"/>
                      <a:pt x="16609" y="31693"/>
                    </a:cubicBezTo>
                    <a:cubicBezTo>
                      <a:pt x="17467" y="31265"/>
                      <a:pt x="17467" y="30836"/>
                      <a:pt x="17038" y="30836"/>
                    </a:cubicBezTo>
                    <a:cubicBezTo>
                      <a:pt x="17895" y="29979"/>
                      <a:pt x="20896" y="26979"/>
                      <a:pt x="21324" y="26550"/>
                    </a:cubicBezTo>
                    <a:cubicBezTo>
                      <a:pt x="21324" y="26550"/>
                      <a:pt x="21753" y="26121"/>
                      <a:pt x="21753" y="25693"/>
                    </a:cubicBezTo>
                    <a:cubicBezTo>
                      <a:pt x="21753" y="25693"/>
                      <a:pt x="22610" y="24835"/>
                      <a:pt x="23896" y="23121"/>
                    </a:cubicBezTo>
                    <a:cubicBezTo>
                      <a:pt x="24324" y="22264"/>
                      <a:pt x="24753" y="20978"/>
                      <a:pt x="25182" y="20121"/>
                    </a:cubicBezTo>
                    <a:cubicBezTo>
                      <a:pt x="25610" y="19263"/>
                      <a:pt x="26039" y="17977"/>
                      <a:pt x="26468" y="17120"/>
                    </a:cubicBezTo>
                    <a:cubicBezTo>
                      <a:pt x="29897" y="10262"/>
                      <a:pt x="24324" y="2118"/>
                      <a:pt x="17895" y="404"/>
                    </a:cubicBezTo>
                    <a:close/>
                    <a:moveTo>
                      <a:pt x="17467" y="31265"/>
                    </a:moveTo>
                    <a:cubicBezTo>
                      <a:pt x="17038" y="31265"/>
                      <a:pt x="17038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ubicBezTo>
                      <a:pt x="17467" y="31265"/>
                      <a:pt x="17467" y="31265"/>
                      <a:pt x="17467" y="3126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8" name="任意多边形: 形状 1357"/>
              <p:cNvSpPr/>
              <p:nvPr/>
            </p:nvSpPr>
            <p:spPr>
              <a:xfrm>
                <a:off x="2828376" y="182594"/>
                <a:ext cx="24431" cy="25288"/>
              </a:xfrm>
              <a:custGeom>
                <a:avLst/>
                <a:gdLst>
                  <a:gd name="connsiteX0" fmla="*/ 12216 w 24431"/>
                  <a:gd name="connsiteY0" fmla="*/ 0 h 25288"/>
                  <a:gd name="connsiteX1" fmla="*/ 12216 w 24431"/>
                  <a:gd name="connsiteY1" fmla="*/ 25289 h 25288"/>
                  <a:gd name="connsiteX2" fmla="*/ 12216 w 24431"/>
                  <a:gd name="connsiteY2" fmla="*/ 0 h 2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431" h="25288">
                    <a:moveTo>
                      <a:pt x="12216" y="0"/>
                    </a:moveTo>
                    <a:cubicBezTo>
                      <a:pt x="-4072" y="0"/>
                      <a:pt x="-4072" y="25289"/>
                      <a:pt x="12216" y="25289"/>
                    </a:cubicBezTo>
                    <a:cubicBezTo>
                      <a:pt x="28503" y="25289"/>
                      <a:pt x="28503" y="0"/>
                      <a:pt x="12216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59" name="任意多边形: 形状 1358"/>
              <p:cNvSpPr/>
              <p:nvPr/>
            </p:nvSpPr>
            <p:spPr>
              <a:xfrm>
                <a:off x="3214032" y="108870"/>
                <a:ext cx="23788" cy="24437"/>
              </a:xfrm>
              <a:custGeom>
                <a:avLst/>
                <a:gdLst>
                  <a:gd name="connsiteX0" fmla="*/ 11894 w 23788"/>
                  <a:gd name="connsiteY0" fmla="*/ 0 h 24437"/>
                  <a:gd name="connsiteX1" fmla="*/ 11894 w 23788"/>
                  <a:gd name="connsiteY1" fmla="*/ 24432 h 24437"/>
                  <a:gd name="connsiteX2" fmla="*/ 11894 w 23788"/>
                  <a:gd name="connsiteY2" fmla="*/ 0 h 2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88" h="24437">
                    <a:moveTo>
                      <a:pt x="11894" y="0"/>
                    </a:moveTo>
                    <a:cubicBezTo>
                      <a:pt x="-3965" y="0"/>
                      <a:pt x="-3965" y="24432"/>
                      <a:pt x="11894" y="24432"/>
                    </a:cubicBezTo>
                    <a:cubicBezTo>
                      <a:pt x="27753" y="24860"/>
                      <a:pt x="27753" y="0"/>
                      <a:pt x="11894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0" name="任意多边形: 形状 1359"/>
              <p:cNvSpPr/>
              <p:nvPr/>
            </p:nvSpPr>
            <p:spPr>
              <a:xfrm>
                <a:off x="831198" y="2464593"/>
                <a:ext cx="26038" cy="27003"/>
              </a:xfrm>
              <a:custGeom>
                <a:avLst/>
                <a:gdLst>
                  <a:gd name="connsiteX0" fmla="*/ 12859 w 26038"/>
                  <a:gd name="connsiteY0" fmla="*/ 0 h 27003"/>
                  <a:gd name="connsiteX1" fmla="*/ 12859 w 26038"/>
                  <a:gd name="connsiteY1" fmla="*/ 27003 h 27003"/>
                  <a:gd name="connsiteX2" fmla="*/ 12859 w 26038"/>
                  <a:gd name="connsiteY2" fmla="*/ 0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38" h="27003">
                    <a:moveTo>
                      <a:pt x="12859" y="0"/>
                    </a:moveTo>
                    <a:cubicBezTo>
                      <a:pt x="-4286" y="0"/>
                      <a:pt x="-4286" y="27003"/>
                      <a:pt x="12859" y="27003"/>
                    </a:cubicBezTo>
                    <a:cubicBezTo>
                      <a:pt x="30432" y="27003"/>
                      <a:pt x="30432" y="0"/>
                      <a:pt x="12859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1" name="任意多边形: 形状 1360"/>
              <p:cNvSpPr/>
              <p:nvPr/>
            </p:nvSpPr>
            <p:spPr>
              <a:xfrm>
                <a:off x="1110662" y="2753915"/>
                <a:ext cx="20574" cy="21431"/>
              </a:xfrm>
              <a:custGeom>
                <a:avLst/>
                <a:gdLst>
                  <a:gd name="connsiteX0" fmla="*/ 10287 w 20574"/>
                  <a:gd name="connsiteY0" fmla="*/ 0 h 21431"/>
                  <a:gd name="connsiteX1" fmla="*/ 10287 w 20574"/>
                  <a:gd name="connsiteY1" fmla="*/ 21431 h 21431"/>
                  <a:gd name="connsiteX2" fmla="*/ 10287 w 20574"/>
                  <a:gd name="connsiteY2" fmla="*/ 0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574" h="21431">
                    <a:moveTo>
                      <a:pt x="10287" y="0"/>
                    </a:moveTo>
                    <a:cubicBezTo>
                      <a:pt x="-3429" y="0"/>
                      <a:pt x="-3429" y="21431"/>
                      <a:pt x="10287" y="21431"/>
                    </a:cubicBezTo>
                    <a:cubicBezTo>
                      <a:pt x="24003" y="21431"/>
                      <a:pt x="24003" y="0"/>
                      <a:pt x="10287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2" name="任意多边形: 形状 1361"/>
              <p:cNvSpPr/>
              <p:nvPr/>
            </p:nvSpPr>
            <p:spPr>
              <a:xfrm>
                <a:off x="588800" y="302180"/>
                <a:ext cx="26156" cy="33980"/>
              </a:xfrm>
              <a:custGeom>
                <a:avLst/>
                <a:gdLst>
                  <a:gd name="connsiteX0" fmla="*/ 25514 w 26156"/>
                  <a:gd name="connsiteY0" fmla="*/ 7715 h 33980"/>
                  <a:gd name="connsiteX1" fmla="*/ 25514 w 26156"/>
                  <a:gd name="connsiteY1" fmla="*/ 8573 h 33980"/>
                  <a:gd name="connsiteX2" fmla="*/ 25514 w 26156"/>
                  <a:gd name="connsiteY2" fmla="*/ 7715 h 33980"/>
                  <a:gd name="connsiteX3" fmla="*/ 25514 w 26156"/>
                  <a:gd name="connsiteY3" fmla="*/ 7715 h 33980"/>
                  <a:gd name="connsiteX4" fmla="*/ 25514 w 26156"/>
                  <a:gd name="connsiteY4" fmla="*/ 7715 h 33980"/>
                  <a:gd name="connsiteX5" fmla="*/ 17370 w 26156"/>
                  <a:gd name="connsiteY5" fmla="*/ 429 h 33980"/>
                  <a:gd name="connsiteX6" fmla="*/ 15227 w 26156"/>
                  <a:gd name="connsiteY6" fmla="*/ 0 h 33980"/>
                  <a:gd name="connsiteX7" fmla="*/ 8797 w 26156"/>
                  <a:gd name="connsiteY7" fmla="*/ 2143 h 33980"/>
                  <a:gd name="connsiteX8" fmla="*/ 2797 w 26156"/>
                  <a:gd name="connsiteY8" fmla="*/ 8573 h 33980"/>
                  <a:gd name="connsiteX9" fmla="*/ 1082 w 26156"/>
                  <a:gd name="connsiteY9" fmla="*/ 25289 h 33980"/>
                  <a:gd name="connsiteX10" fmla="*/ 14369 w 26156"/>
                  <a:gd name="connsiteY10" fmla="*/ 33861 h 33980"/>
                  <a:gd name="connsiteX11" fmla="*/ 25085 w 26156"/>
                  <a:gd name="connsiteY11" fmla="*/ 22288 h 33980"/>
                  <a:gd name="connsiteX12" fmla="*/ 25514 w 26156"/>
                  <a:gd name="connsiteY12" fmla="*/ 18431 h 33980"/>
                  <a:gd name="connsiteX13" fmla="*/ 25514 w 26156"/>
                  <a:gd name="connsiteY13" fmla="*/ 18002 h 33980"/>
                  <a:gd name="connsiteX14" fmla="*/ 25514 w 26156"/>
                  <a:gd name="connsiteY14" fmla="*/ 17574 h 33980"/>
                  <a:gd name="connsiteX15" fmla="*/ 25514 w 26156"/>
                  <a:gd name="connsiteY15" fmla="*/ 17145 h 33980"/>
                  <a:gd name="connsiteX16" fmla="*/ 25514 w 26156"/>
                  <a:gd name="connsiteY16" fmla="*/ 17574 h 33980"/>
                  <a:gd name="connsiteX17" fmla="*/ 25514 w 26156"/>
                  <a:gd name="connsiteY17" fmla="*/ 7715 h 33980"/>
                  <a:gd name="connsiteX18" fmla="*/ 24656 w 26156"/>
                  <a:gd name="connsiteY18" fmla="*/ 22717 h 33980"/>
                  <a:gd name="connsiteX19" fmla="*/ 24656 w 26156"/>
                  <a:gd name="connsiteY19" fmla="*/ 22717 h 33980"/>
                  <a:gd name="connsiteX20" fmla="*/ 24656 w 26156"/>
                  <a:gd name="connsiteY20" fmla="*/ 22717 h 33980"/>
                  <a:gd name="connsiteX21" fmla="*/ 25085 w 26156"/>
                  <a:gd name="connsiteY21" fmla="*/ 21860 h 33980"/>
                  <a:gd name="connsiteX22" fmla="*/ 25085 w 26156"/>
                  <a:gd name="connsiteY22" fmla="*/ 21860 h 33980"/>
                  <a:gd name="connsiteX23" fmla="*/ 25085 w 26156"/>
                  <a:gd name="connsiteY23" fmla="*/ 21860 h 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156" h="33980">
                    <a:moveTo>
                      <a:pt x="25514" y="7715"/>
                    </a:moveTo>
                    <a:cubicBezTo>
                      <a:pt x="25514" y="8144"/>
                      <a:pt x="25514" y="8144"/>
                      <a:pt x="25514" y="8573"/>
                    </a:cubicBezTo>
                    <a:cubicBezTo>
                      <a:pt x="25514" y="8144"/>
                      <a:pt x="25514" y="7715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514" y="7287"/>
                      <a:pt x="25514" y="7287"/>
                      <a:pt x="25514" y="7715"/>
                    </a:cubicBezTo>
                    <a:cubicBezTo>
                      <a:pt x="25085" y="3858"/>
                      <a:pt x="21227" y="0"/>
                      <a:pt x="17370" y="429"/>
                    </a:cubicBezTo>
                    <a:cubicBezTo>
                      <a:pt x="16513" y="429"/>
                      <a:pt x="15655" y="0"/>
                      <a:pt x="15227" y="0"/>
                    </a:cubicBezTo>
                    <a:cubicBezTo>
                      <a:pt x="13084" y="0"/>
                      <a:pt x="10940" y="857"/>
                      <a:pt x="8797" y="2143"/>
                    </a:cubicBezTo>
                    <a:cubicBezTo>
                      <a:pt x="6226" y="3858"/>
                      <a:pt x="4082" y="6001"/>
                      <a:pt x="2797" y="8573"/>
                    </a:cubicBezTo>
                    <a:cubicBezTo>
                      <a:pt x="225" y="14145"/>
                      <a:pt x="-1061" y="19288"/>
                      <a:pt x="1082" y="25289"/>
                    </a:cubicBezTo>
                    <a:cubicBezTo>
                      <a:pt x="3225" y="30861"/>
                      <a:pt x="8369" y="34719"/>
                      <a:pt x="14369" y="33861"/>
                    </a:cubicBezTo>
                    <a:cubicBezTo>
                      <a:pt x="20370" y="33004"/>
                      <a:pt x="24656" y="28289"/>
                      <a:pt x="25085" y="22288"/>
                    </a:cubicBezTo>
                    <a:cubicBezTo>
                      <a:pt x="25514" y="21431"/>
                      <a:pt x="25514" y="19288"/>
                      <a:pt x="25514" y="18431"/>
                    </a:cubicBezTo>
                    <a:cubicBezTo>
                      <a:pt x="25514" y="18431"/>
                      <a:pt x="25514" y="18002"/>
                      <a:pt x="25514" y="18002"/>
                    </a:cubicBezTo>
                    <a:cubicBezTo>
                      <a:pt x="25514" y="18431"/>
                      <a:pt x="25085" y="18431"/>
                      <a:pt x="25514" y="17574"/>
                    </a:cubicBezTo>
                    <a:cubicBezTo>
                      <a:pt x="25514" y="17145"/>
                      <a:pt x="25514" y="17145"/>
                      <a:pt x="25514" y="17145"/>
                    </a:cubicBezTo>
                    <a:cubicBezTo>
                      <a:pt x="25514" y="17145"/>
                      <a:pt x="25514" y="17145"/>
                      <a:pt x="25514" y="17574"/>
                    </a:cubicBezTo>
                    <a:cubicBezTo>
                      <a:pt x="26371" y="13716"/>
                      <a:pt x="26371" y="10716"/>
                      <a:pt x="25514" y="7715"/>
                    </a:cubicBezTo>
                    <a:close/>
                    <a:moveTo>
                      <a:pt x="24656" y="22717"/>
                    </a:moveTo>
                    <a:cubicBezTo>
                      <a:pt x="25085" y="22288"/>
                      <a:pt x="25085" y="22288"/>
                      <a:pt x="24656" y="22717"/>
                    </a:cubicBezTo>
                    <a:cubicBezTo>
                      <a:pt x="25085" y="22288"/>
                      <a:pt x="25085" y="22288"/>
                      <a:pt x="24656" y="22717"/>
                    </a:cubicBezTo>
                    <a:close/>
                    <a:moveTo>
                      <a:pt x="25085" y="21860"/>
                    </a:moveTo>
                    <a:cubicBezTo>
                      <a:pt x="25085" y="20574"/>
                      <a:pt x="25085" y="21003"/>
                      <a:pt x="25085" y="21860"/>
                    </a:cubicBezTo>
                    <a:lnTo>
                      <a:pt x="25085" y="21860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3" name="任意多边形: 形状 1362"/>
              <p:cNvSpPr/>
              <p:nvPr/>
            </p:nvSpPr>
            <p:spPr>
              <a:xfrm>
                <a:off x="614314" y="319325"/>
                <a:ext cx="4286" cy="428"/>
              </a:xfrm>
              <a:custGeom>
                <a:avLst/>
                <a:gdLst>
                  <a:gd name="connsiteX0" fmla="*/ 0 w 4286"/>
                  <a:gd name="connsiteY0" fmla="*/ 0 h 428"/>
                  <a:gd name="connsiteX1" fmla="*/ 0 w 4286"/>
                  <a:gd name="connsiteY1" fmla="*/ 429 h 428"/>
                  <a:gd name="connsiteX2" fmla="*/ 0 w 4286"/>
                  <a:gd name="connsiteY2" fmla="*/ 0 h 428"/>
                  <a:gd name="connsiteX3" fmla="*/ 0 w 4286"/>
                  <a:gd name="connsiteY3" fmla="*/ 0 h 428"/>
                  <a:gd name="connsiteX4" fmla="*/ 0 w 4286"/>
                  <a:gd name="connsiteY4" fmla="*/ 0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428">
                    <a:moveTo>
                      <a:pt x="0" y="0"/>
                    </a:moveTo>
                    <a:cubicBezTo>
                      <a:pt x="0" y="0"/>
                      <a:pt x="0" y="429"/>
                      <a:pt x="0" y="429"/>
                    </a:cubicBezTo>
                    <a:cubicBezTo>
                      <a:pt x="0" y="42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4" name="任意多边形: 形状 1363"/>
              <p:cNvSpPr/>
              <p:nvPr/>
            </p:nvSpPr>
            <p:spPr>
              <a:xfrm>
                <a:off x="614314" y="309574"/>
                <a:ext cx="4286" cy="321"/>
              </a:xfrm>
              <a:custGeom>
                <a:avLst/>
                <a:gdLst>
                  <a:gd name="connsiteX0" fmla="*/ 0 w 4286"/>
                  <a:gd name="connsiteY0" fmla="*/ 321 h 321"/>
                  <a:gd name="connsiteX1" fmla="*/ 0 w 4286"/>
                  <a:gd name="connsiteY1" fmla="*/ 321 h 321"/>
                  <a:gd name="connsiteX2" fmla="*/ 0 w 4286"/>
                  <a:gd name="connsiteY2" fmla="*/ 321 h 321"/>
                  <a:gd name="connsiteX3" fmla="*/ 0 w 4286"/>
                  <a:gd name="connsiteY3" fmla="*/ 321 h 321"/>
                  <a:gd name="connsiteX4" fmla="*/ 0 w 4286"/>
                  <a:gd name="connsiteY4" fmla="*/ 321 h 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" h="321">
                    <a:moveTo>
                      <a:pt x="0" y="321"/>
                    </a:move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-107"/>
                      <a:pt x="0" y="-107"/>
                      <a:pt x="0" y="321"/>
                    </a:cubicBezTo>
                    <a:cubicBezTo>
                      <a:pt x="0" y="321"/>
                      <a:pt x="0" y="321"/>
                      <a:pt x="0" y="32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5" name="任意多边形: 形状 1364"/>
              <p:cNvSpPr/>
              <p:nvPr/>
            </p:nvSpPr>
            <p:spPr>
              <a:xfrm>
                <a:off x="289897" y="866251"/>
                <a:ext cx="11734" cy="12430"/>
              </a:xfrm>
              <a:custGeom>
                <a:avLst/>
                <a:gdLst>
                  <a:gd name="connsiteX0" fmla="*/ 5948 w 11734"/>
                  <a:gd name="connsiteY0" fmla="*/ 0 h 12430"/>
                  <a:gd name="connsiteX1" fmla="*/ 5948 w 11734"/>
                  <a:gd name="connsiteY1" fmla="*/ 12430 h 12430"/>
                  <a:gd name="connsiteX2" fmla="*/ 5948 w 11734"/>
                  <a:gd name="connsiteY2" fmla="*/ 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4" h="12430">
                    <a:moveTo>
                      <a:pt x="5948" y="0"/>
                    </a:moveTo>
                    <a:cubicBezTo>
                      <a:pt x="-1767" y="0"/>
                      <a:pt x="-2196" y="12430"/>
                      <a:pt x="5948" y="12430"/>
                    </a:cubicBezTo>
                    <a:cubicBezTo>
                      <a:pt x="13663" y="12001"/>
                      <a:pt x="13663" y="0"/>
                      <a:pt x="5948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66" name="任意多边形: 形状 1365"/>
              <p:cNvSpPr/>
              <p:nvPr/>
            </p:nvSpPr>
            <p:spPr>
              <a:xfrm>
                <a:off x="1726381" y="-399907"/>
                <a:ext cx="14144" cy="14153"/>
              </a:xfrm>
              <a:custGeom>
                <a:avLst/>
                <a:gdLst>
                  <a:gd name="connsiteX0" fmla="*/ 7072 w 14144"/>
                  <a:gd name="connsiteY0" fmla="*/ 0 h 14153"/>
                  <a:gd name="connsiteX1" fmla="*/ 7072 w 14144"/>
                  <a:gd name="connsiteY1" fmla="*/ 14145 h 14153"/>
                  <a:gd name="connsiteX2" fmla="*/ 7072 w 14144"/>
                  <a:gd name="connsiteY2" fmla="*/ 0 h 1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4" h="14153">
                    <a:moveTo>
                      <a:pt x="7072" y="0"/>
                    </a:moveTo>
                    <a:cubicBezTo>
                      <a:pt x="-2357" y="0"/>
                      <a:pt x="-2357" y="14145"/>
                      <a:pt x="7072" y="14145"/>
                    </a:cubicBezTo>
                    <a:cubicBezTo>
                      <a:pt x="16502" y="14573"/>
                      <a:pt x="16502" y="0"/>
                      <a:pt x="7072" y="0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  <p:grpSp>
          <p:nvGrpSpPr>
            <p:cNvPr id="1307" name="图形 11438"/>
            <p:cNvGrpSpPr/>
            <p:nvPr/>
          </p:nvGrpSpPr>
          <p:grpSpPr>
            <a:xfrm>
              <a:off x="12349" y="-483920"/>
              <a:ext cx="3941292" cy="3572706"/>
              <a:chOff x="12349" y="-483920"/>
              <a:chExt cx="3941292" cy="3572706"/>
            </a:xfrm>
            <a:grpFill/>
          </p:grpSpPr>
          <p:sp>
            <p:nvSpPr>
              <p:cNvPr id="1308" name="任意多边形: 形状 1307"/>
              <p:cNvSpPr/>
              <p:nvPr/>
            </p:nvSpPr>
            <p:spPr>
              <a:xfrm>
                <a:off x="3775513" y="794238"/>
                <a:ext cx="82842" cy="79740"/>
              </a:xfrm>
              <a:custGeom>
                <a:avLst/>
                <a:gdLst>
                  <a:gd name="connsiteX0" fmla="*/ 3340 w 82842"/>
                  <a:gd name="connsiteY0" fmla="*/ 50581 h 79740"/>
                  <a:gd name="connsiteX1" fmla="*/ 25628 w 82842"/>
                  <a:gd name="connsiteY1" fmla="*/ 54867 h 79740"/>
                  <a:gd name="connsiteX2" fmla="*/ 28200 w 82842"/>
                  <a:gd name="connsiteY2" fmla="*/ 57010 h 79740"/>
                  <a:gd name="connsiteX3" fmla="*/ 37201 w 82842"/>
                  <a:gd name="connsiteY3" fmla="*/ 77584 h 79740"/>
                  <a:gd name="connsiteX4" fmla="*/ 43630 w 82842"/>
                  <a:gd name="connsiteY4" fmla="*/ 78013 h 79740"/>
                  <a:gd name="connsiteX5" fmla="*/ 54346 w 82842"/>
                  <a:gd name="connsiteY5" fmla="*/ 58296 h 79740"/>
                  <a:gd name="connsiteX6" fmla="*/ 57346 w 82842"/>
                  <a:gd name="connsiteY6" fmla="*/ 56582 h 79740"/>
                  <a:gd name="connsiteX7" fmla="*/ 79635 w 82842"/>
                  <a:gd name="connsiteY7" fmla="*/ 54439 h 79740"/>
                  <a:gd name="connsiteX8" fmla="*/ 81778 w 82842"/>
                  <a:gd name="connsiteY8" fmla="*/ 48438 h 79740"/>
                  <a:gd name="connsiteX9" fmla="*/ 66347 w 82842"/>
                  <a:gd name="connsiteY9" fmla="*/ 32150 h 79740"/>
                  <a:gd name="connsiteX10" fmla="*/ 65490 w 82842"/>
                  <a:gd name="connsiteY10" fmla="*/ 28721 h 79740"/>
                  <a:gd name="connsiteX11" fmla="*/ 70205 w 82842"/>
                  <a:gd name="connsiteY11" fmla="*/ 6861 h 79740"/>
                  <a:gd name="connsiteX12" fmla="*/ 65062 w 82842"/>
                  <a:gd name="connsiteY12" fmla="*/ 3004 h 79740"/>
                  <a:gd name="connsiteX13" fmla="*/ 44488 w 82842"/>
                  <a:gd name="connsiteY13" fmla="*/ 11576 h 79740"/>
                  <a:gd name="connsiteX14" fmla="*/ 41059 w 82842"/>
                  <a:gd name="connsiteY14" fmla="*/ 11576 h 79740"/>
                  <a:gd name="connsiteX15" fmla="*/ 21342 w 82842"/>
                  <a:gd name="connsiteY15" fmla="*/ 432 h 79740"/>
                  <a:gd name="connsiteX16" fmla="*/ 15770 w 82842"/>
                  <a:gd name="connsiteY16" fmla="*/ 3861 h 79740"/>
                  <a:gd name="connsiteX17" fmla="*/ 18770 w 82842"/>
                  <a:gd name="connsiteY17" fmla="*/ 26149 h 79740"/>
                  <a:gd name="connsiteX18" fmla="*/ 17484 w 82842"/>
                  <a:gd name="connsiteY18" fmla="*/ 29150 h 79740"/>
                  <a:gd name="connsiteX19" fmla="*/ 768 w 82842"/>
                  <a:gd name="connsiteY19" fmla="*/ 44152 h 79740"/>
                  <a:gd name="connsiteX20" fmla="*/ 3340 w 82842"/>
                  <a:gd name="connsiteY20" fmla="*/ 50581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842" h="79740">
                    <a:moveTo>
                      <a:pt x="3340" y="50581"/>
                    </a:moveTo>
                    <a:lnTo>
                      <a:pt x="25628" y="54867"/>
                    </a:lnTo>
                    <a:cubicBezTo>
                      <a:pt x="26914" y="55296"/>
                      <a:pt x="27771" y="55725"/>
                      <a:pt x="28200" y="57010"/>
                    </a:cubicBezTo>
                    <a:lnTo>
                      <a:pt x="37201" y="77584"/>
                    </a:lnTo>
                    <a:cubicBezTo>
                      <a:pt x="38487" y="80156"/>
                      <a:pt x="42345" y="80585"/>
                      <a:pt x="43630" y="78013"/>
                    </a:cubicBezTo>
                    <a:lnTo>
                      <a:pt x="54346" y="58296"/>
                    </a:lnTo>
                    <a:cubicBezTo>
                      <a:pt x="54775" y="57439"/>
                      <a:pt x="56061" y="56582"/>
                      <a:pt x="57346" y="56582"/>
                    </a:cubicBezTo>
                    <a:lnTo>
                      <a:pt x="79635" y="54439"/>
                    </a:lnTo>
                    <a:cubicBezTo>
                      <a:pt x="82635" y="54010"/>
                      <a:pt x="83921" y="50581"/>
                      <a:pt x="81778" y="48438"/>
                    </a:cubicBezTo>
                    <a:lnTo>
                      <a:pt x="66347" y="32150"/>
                    </a:lnTo>
                    <a:cubicBezTo>
                      <a:pt x="65490" y="31293"/>
                      <a:pt x="65062" y="30007"/>
                      <a:pt x="65490" y="28721"/>
                    </a:cubicBezTo>
                    <a:lnTo>
                      <a:pt x="70205" y="6861"/>
                    </a:lnTo>
                    <a:cubicBezTo>
                      <a:pt x="70634" y="3861"/>
                      <a:pt x="67633" y="1718"/>
                      <a:pt x="65062" y="3004"/>
                    </a:cubicBezTo>
                    <a:lnTo>
                      <a:pt x="44488" y="11576"/>
                    </a:lnTo>
                    <a:cubicBezTo>
                      <a:pt x="43202" y="12005"/>
                      <a:pt x="42345" y="12005"/>
                      <a:pt x="41059" y="11576"/>
                    </a:cubicBezTo>
                    <a:lnTo>
                      <a:pt x="21342" y="432"/>
                    </a:lnTo>
                    <a:cubicBezTo>
                      <a:pt x="18770" y="-854"/>
                      <a:pt x="15770" y="861"/>
                      <a:pt x="15770" y="3861"/>
                    </a:cubicBezTo>
                    <a:lnTo>
                      <a:pt x="18770" y="26149"/>
                    </a:lnTo>
                    <a:cubicBezTo>
                      <a:pt x="18770" y="27435"/>
                      <a:pt x="18342" y="28721"/>
                      <a:pt x="17484" y="29150"/>
                    </a:cubicBezTo>
                    <a:lnTo>
                      <a:pt x="768" y="44152"/>
                    </a:lnTo>
                    <a:cubicBezTo>
                      <a:pt x="-947" y="46295"/>
                      <a:pt x="339" y="49724"/>
                      <a:pt x="3340" y="50581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09" name="任意多边形: 形状 1308"/>
              <p:cNvSpPr/>
              <p:nvPr/>
            </p:nvSpPr>
            <p:spPr>
              <a:xfrm>
                <a:off x="538770" y="2377154"/>
                <a:ext cx="165667" cy="158287"/>
              </a:xfrm>
              <a:custGeom>
                <a:avLst/>
                <a:gdLst>
                  <a:gd name="connsiteX0" fmla="*/ 159126 w 165667"/>
                  <a:gd name="connsiteY0" fmla="*/ 54007 h 158287"/>
                  <a:gd name="connsiteX1" fmla="*/ 114549 w 165667"/>
                  <a:gd name="connsiteY1" fmla="*/ 48006 h 158287"/>
                  <a:gd name="connsiteX2" fmla="*/ 108977 w 165667"/>
                  <a:gd name="connsiteY2" fmla="*/ 44149 h 158287"/>
                  <a:gd name="connsiteX3" fmla="*/ 88403 w 165667"/>
                  <a:gd name="connsiteY3" fmla="*/ 3858 h 158287"/>
                  <a:gd name="connsiteX4" fmla="*/ 75544 w 165667"/>
                  <a:gd name="connsiteY4" fmla="*/ 3858 h 158287"/>
                  <a:gd name="connsiteX5" fmla="*/ 56256 w 165667"/>
                  <a:gd name="connsiteY5" fmla="*/ 44577 h 158287"/>
                  <a:gd name="connsiteX6" fmla="*/ 50684 w 165667"/>
                  <a:gd name="connsiteY6" fmla="*/ 48435 h 158287"/>
                  <a:gd name="connsiteX7" fmla="*/ 6107 w 165667"/>
                  <a:gd name="connsiteY7" fmla="*/ 55721 h 158287"/>
                  <a:gd name="connsiteX8" fmla="*/ 2249 w 165667"/>
                  <a:gd name="connsiteY8" fmla="*/ 68151 h 158287"/>
                  <a:gd name="connsiteX9" fmla="*/ 34825 w 165667"/>
                  <a:gd name="connsiteY9" fmla="*/ 99012 h 158287"/>
                  <a:gd name="connsiteX10" fmla="*/ 36968 w 165667"/>
                  <a:gd name="connsiteY10" fmla="*/ 105442 h 158287"/>
                  <a:gd name="connsiteX11" fmla="*/ 30110 w 165667"/>
                  <a:gd name="connsiteY11" fmla="*/ 150019 h 158287"/>
                  <a:gd name="connsiteX12" fmla="*/ 40826 w 165667"/>
                  <a:gd name="connsiteY12" fmla="*/ 157305 h 158287"/>
                  <a:gd name="connsiteX13" fmla="*/ 80688 w 165667"/>
                  <a:gd name="connsiteY13" fmla="*/ 135874 h 158287"/>
                  <a:gd name="connsiteX14" fmla="*/ 87546 w 165667"/>
                  <a:gd name="connsiteY14" fmla="*/ 135874 h 158287"/>
                  <a:gd name="connsiteX15" fmla="*/ 127837 w 165667"/>
                  <a:gd name="connsiteY15" fmla="*/ 156448 h 158287"/>
                  <a:gd name="connsiteX16" fmla="*/ 138124 w 165667"/>
                  <a:gd name="connsiteY16" fmla="*/ 148733 h 158287"/>
                  <a:gd name="connsiteX17" fmla="*/ 129980 w 165667"/>
                  <a:gd name="connsiteY17" fmla="*/ 104156 h 158287"/>
                  <a:gd name="connsiteX18" fmla="*/ 132123 w 165667"/>
                  <a:gd name="connsiteY18" fmla="*/ 97727 h 158287"/>
                  <a:gd name="connsiteX19" fmla="*/ 163841 w 165667"/>
                  <a:gd name="connsiteY19" fmla="*/ 65580 h 158287"/>
                  <a:gd name="connsiteX20" fmla="*/ 159126 w 165667"/>
                  <a:gd name="connsiteY20" fmla="*/ 54007 h 15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667" h="158287">
                    <a:moveTo>
                      <a:pt x="159126" y="54007"/>
                    </a:moveTo>
                    <a:lnTo>
                      <a:pt x="114549" y="48006"/>
                    </a:lnTo>
                    <a:cubicBezTo>
                      <a:pt x="111977" y="47577"/>
                      <a:pt x="110263" y="46292"/>
                      <a:pt x="108977" y="44149"/>
                    </a:cubicBezTo>
                    <a:lnTo>
                      <a:pt x="88403" y="3858"/>
                    </a:lnTo>
                    <a:cubicBezTo>
                      <a:pt x="85831" y="-1286"/>
                      <a:pt x="78116" y="-1286"/>
                      <a:pt x="75544" y="3858"/>
                    </a:cubicBezTo>
                    <a:lnTo>
                      <a:pt x="56256" y="44577"/>
                    </a:lnTo>
                    <a:cubicBezTo>
                      <a:pt x="55399" y="46720"/>
                      <a:pt x="53256" y="48435"/>
                      <a:pt x="50684" y="48435"/>
                    </a:cubicBezTo>
                    <a:lnTo>
                      <a:pt x="6107" y="55721"/>
                    </a:lnTo>
                    <a:cubicBezTo>
                      <a:pt x="106" y="56578"/>
                      <a:pt x="-2037" y="63865"/>
                      <a:pt x="2249" y="68151"/>
                    </a:cubicBezTo>
                    <a:lnTo>
                      <a:pt x="34825" y="99012"/>
                    </a:lnTo>
                    <a:cubicBezTo>
                      <a:pt x="36539" y="100727"/>
                      <a:pt x="37397" y="102870"/>
                      <a:pt x="36968" y="105442"/>
                    </a:cubicBezTo>
                    <a:lnTo>
                      <a:pt x="30110" y="150019"/>
                    </a:lnTo>
                    <a:cubicBezTo>
                      <a:pt x="29253" y="156020"/>
                      <a:pt x="35254" y="160306"/>
                      <a:pt x="40826" y="157305"/>
                    </a:cubicBezTo>
                    <a:lnTo>
                      <a:pt x="80688" y="135874"/>
                    </a:lnTo>
                    <a:cubicBezTo>
                      <a:pt x="82831" y="134588"/>
                      <a:pt x="85403" y="134588"/>
                      <a:pt x="87546" y="135874"/>
                    </a:cubicBezTo>
                    <a:lnTo>
                      <a:pt x="127837" y="156448"/>
                    </a:lnTo>
                    <a:cubicBezTo>
                      <a:pt x="132980" y="159020"/>
                      <a:pt x="139409" y="154734"/>
                      <a:pt x="138124" y="148733"/>
                    </a:cubicBezTo>
                    <a:lnTo>
                      <a:pt x="129980" y="104156"/>
                    </a:lnTo>
                    <a:cubicBezTo>
                      <a:pt x="129551" y="102013"/>
                      <a:pt x="130408" y="99441"/>
                      <a:pt x="132123" y="97727"/>
                    </a:cubicBezTo>
                    <a:lnTo>
                      <a:pt x="163841" y="65580"/>
                    </a:lnTo>
                    <a:cubicBezTo>
                      <a:pt x="167699" y="62151"/>
                      <a:pt x="165127" y="54864"/>
                      <a:pt x="159126" y="54007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0" name="任意多边形: 形状 1309"/>
              <p:cNvSpPr/>
              <p:nvPr/>
            </p:nvSpPr>
            <p:spPr>
              <a:xfrm>
                <a:off x="3747671" y="1686563"/>
                <a:ext cx="163702" cy="162845"/>
              </a:xfrm>
              <a:custGeom>
                <a:avLst/>
                <a:gdLst>
                  <a:gd name="connsiteX0" fmla="*/ 135766 w 163702"/>
                  <a:gd name="connsiteY0" fmla="*/ 72514 h 162845"/>
                  <a:gd name="connsiteX1" fmla="*/ 134480 w 163702"/>
                  <a:gd name="connsiteY1" fmla="*/ 65656 h 162845"/>
                  <a:gd name="connsiteX2" fmla="*/ 148625 w 163702"/>
                  <a:gd name="connsiteY2" fmla="*/ 22793 h 162845"/>
                  <a:gd name="connsiteX3" fmla="*/ 139195 w 163702"/>
                  <a:gd name="connsiteY3" fmla="*/ 13792 h 162845"/>
                  <a:gd name="connsiteX4" fmla="*/ 96761 w 163702"/>
                  <a:gd name="connsiteY4" fmla="*/ 28794 h 162845"/>
                  <a:gd name="connsiteX5" fmla="*/ 89903 w 163702"/>
                  <a:gd name="connsiteY5" fmla="*/ 27937 h 162845"/>
                  <a:gd name="connsiteX6" fmla="*/ 53470 w 163702"/>
                  <a:gd name="connsiteY6" fmla="*/ 1362 h 162845"/>
                  <a:gd name="connsiteX7" fmla="*/ 41897 w 163702"/>
                  <a:gd name="connsiteY7" fmla="*/ 7363 h 162845"/>
                  <a:gd name="connsiteX8" fmla="*/ 42754 w 163702"/>
                  <a:gd name="connsiteY8" fmla="*/ 52369 h 162845"/>
                  <a:gd name="connsiteX9" fmla="*/ 39754 w 163702"/>
                  <a:gd name="connsiteY9" fmla="*/ 58369 h 162845"/>
                  <a:gd name="connsiteX10" fmla="*/ 2892 w 163702"/>
                  <a:gd name="connsiteY10" fmla="*/ 84516 h 162845"/>
                  <a:gd name="connsiteX11" fmla="*/ 5035 w 163702"/>
                  <a:gd name="connsiteY11" fmla="*/ 97374 h 162845"/>
                  <a:gd name="connsiteX12" fmla="*/ 48327 w 163702"/>
                  <a:gd name="connsiteY12" fmla="*/ 110233 h 162845"/>
                  <a:gd name="connsiteX13" fmla="*/ 53041 w 163702"/>
                  <a:gd name="connsiteY13" fmla="*/ 114948 h 162845"/>
                  <a:gd name="connsiteX14" fmla="*/ 66757 w 163702"/>
                  <a:gd name="connsiteY14" fmla="*/ 157810 h 162845"/>
                  <a:gd name="connsiteX15" fmla="*/ 79616 w 163702"/>
                  <a:gd name="connsiteY15" fmla="*/ 159953 h 162845"/>
                  <a:gd name="connsiteX16" fmla="*/ 105334 w 163702"/>
                  <a:gd name="connsiteY16" fmla="*/ 123092 h 162845"/>
                  <a:gd name="connsiteX17" fmla="*/ 111334 w 163702"/>
                  <a:gd name="connsiteY17" fmla="*/ 120091 h 162845"/>
                  <a:gd name="connsiteX18" fmla="*/ 156340 w 163702"/>
                  <a:gd name="connsiteY18" fmla="*/ 120520 h 162845"/>
                  <a:gd name="connsiteX19" fmla="*/ 162341 w 163702"/>
                  <a:gd name="connsiteY19" fmla="*/ 108947 h 162845"/>
                  <a:gd name="connsiteX20" fmla="*/ 135766 w 163702"/>
                  <a:gd name="connsiteY20" fmla="*/ 72514 h 16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702" h="162845">
                    <a:moveTo>
                      <a:pt x="135766" y="72514"/>
                    </a:moveTo>
                    <a:cubicBezTo>
                      <a:pt x="134480" y="70799"/>
                      <a:pt x="134052" y="68228"/>
                      <a:pt x="134480" y="65656"/>
                    </a:cubicBezTo>
                    <a:lnTo>
                      <a:pt x="148625" y="22793"/>
                    </a:lnTo>
                    <a:cubicBezTo>
                      <a:pt x="150339" y="17221"/>
                      <a:pt x="145196" y="11649"/>
                      <a:pt x="139195" y="13792"/>
                    </a:cubicBezTo>
                    <a:lnTo>
                      <a:pt x="96761" y="28794"/>
                    </a:lnTo>
                    <a:cubicBezTo>
                      <a:pt x="94618" y="29651"/>
                      <a:pt x="92046" y="29223"/>
                      <a:pt x="89903" y="27937"/>
                    </a:cubicBezTo>
                    <a:lnTo>
                      <a:pt x="53470" y="1362"/>
                    </a:lnTo>
                    <a:cubicBezTo>
                      <a:pt x="48755" y="-2067"/>
                      <a:pt x="41897" y="1362"/>
                      <a:pt x="41897" y="7363"/>
                    </a:cubicBezTo>
                    <a:lnTo>
                      <a:pt x="42754" y="52369"/>
                    </a:lnTo>
                    <a:cubicBezTo>
                      <a:pt x="42754" y="54940"/>
                      <a:pt x="41468" y="57083"/>
                      <a:pt x="39754" y="58369"/>
                    </a:cubicBezTo>
                    <a:lnTo>
                      <a:pt x="2892" y="84516"/>
                    </a:lnTo>
                    <a:cubicBezTo>
                      <a:pt x="-1823" y="87944"/>
                      <a:pt x="-537" y="95660"/>
                      <a:pt x="5035" y="97374"/>
                    </a:cubicBezTo>
                    <a:lnTo>
                      <a:pt x="48327" y="110233"/>
                    </a:lnTo>
                    <a:cubicBezTo>
                      <a:pt x="50470" y="111090"/>
                      <a:pt x="52613" y="112805"/>
                      <a:pt x="53041" y="114948"/>
                    </a:cubicBezTo>
                    <a:lnTo>
                      <a:pt x="66757" y="157810"/>
                    </a:lnTo>
                    <a:cubicBezTo>
                      <a:pt x="68472" y="163383"/>
                      <a:pt x="76187" y="164668"/>
                      <a:pt x="79616" y="159953"/>
                    </a:cubicBezTo>
                    <a:lnTo>
                      <a:pt x="105334" y="123092"/>
                    </a:lnTo>
                    <a:cubicBezTo>
                      <a:pt x="106619" y="120949"/>
                      <a:pt x="108763" y="120091"/>
                      <a:pt x="111334" y="120091"/>
                    </a:cubicBezTo>
                    <a:lnTo>
                      <a:pt x="156340" y="120520"/>
                    </a:lnTo>
                    <a:cubicBezTo>
                      <a:pt x="162341" y="120520"/>
                      <a:pt x="165770" y="113662"/>
                      <a:pt x="162341" y="108947"/>
                    </a:cubicBezTo>
                    <a:lnTo>
                      <a:pt x="135766" y="725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1" name="任意多边形: 形状 1310"/>
              <p:cNvSpPr/>
              <p:nvPr/>
            </p:nvSpPr>
            <p:spPr>
              <a:xfrm>
                <a:off x="3531122" y="438358"/>
                <a:ext cx="165540" cy="159144"/>
              </a:xfrm>
              <a:custGeom>
                <a:avLst/>
                <a:gdLst>
                  <a:gd name="connsiteX0" fmla="*/ 131145 w 165540"/>
                  <a:gd name="connsiteY0" fmla="*/ 59275 h 159144"/>
                  <a:gd name="connsiteX1" fmla="*/ 129002 w 165540"/>
                  <a:gd name="connsiteY1" fmla="*/ 52846 h 159144"/>
                  <a:gd name="connsiteX2" fmla="*/ 135859 w 165540"/>
                  <a:gd name="connsiteY2" fmla="*/ 8269 h 159144"/>
                  <a:gd name="connsiteX3" fmla="*/ 125144 w 165540"/>
                  <a:gd name="connsiteY3" fmla="*/ 982 h 159144"/>
                  <a:gd name="connsiteX4" fmla="*/ 85282 w 165540"/>
                  <a:gd name="connsiteY4" fmla="*/ 22413 h 159144"/>
                  <a:gd name="connsiteX5" fmla="*/ 78424 w 165540"/>
                  <a:gd name="connsiteY5" fmla="*/ 22413 h 159144"/>
                  <a:gd name="connsiteX6" fmla="*/ 38133 w 165540"/>
                  <a:gd name="connsiteY6" fmla="*/ 1839 h 159144"/>
                  <a:gd name="connsiteX7" fmla="*/ 27846 w 165540"/>
                  <a:gd name="connsiteY7" fmla="*/ 9555 h 159144"/>
                  <a:gd name="connsiteX8" fmla="*/ 35990 w 165540"/>
                  <a:gd name="connsiteY8" fmla="*/ 54132 h 159144"/>
                  <a:gd name="connsiteX9" fmla="*/ 33847 w 165540"/>
                  <a:gd name="connsiteY9" fmla="*/ 60561 h 159144"/>
                  <a:gd name="connsiteX10" fmla="*/ 2128 w 165540"/>
                  <a:gd name="connsiteY10" fmla="*/ 92708 h 159144"/>
                  <a:gd name="connsiteX11" fmla="*/ 6415 w 165540"/>
                  <a:gd name="connsiteY11" fmla="*/ 105138 h 159144"/>
                  <a:gd name="connsiteX12" fmla="*/ 50992 w 165540"/>
                  <a:gd name="connsiteY12" fmla="*/ 111139 h 159144"/>
                  <a:gd name="connsiteX13" fmla="*/ 56564 w 165540"/>
                  <a:gd name="connsiteY13" fmla="*/ 114996 h 159144"/>
                  <a:gd name="connsiteX14" fmla="*/ 77138 w 165540"/>
                  <a:gd name="connsiteY14" fmla="*/ 155287 h 159144"/>
                  <a:gd name="connsiteX15" fmla="*/ 89997 w 165540"/>
                  <a:gd name="connsiteY15" fmla="*/ 155287 h 159144"/>
                  <a:gd name="connsiteX16" fmla="*/ 109285 w 165540"/>
                  <a:gd name="connsiteY16" fmla="*/ 114568 h 159144"/>
                  <a:gd name="connsiteX17" fmla="*/ 114857 w 165540"/>
                  <a:gd name="connsiteY17" fmla="*/ 110710 h 159144"/>
                  <a:gd name="connsiteX18" fmla="*/ 159434 w 165540"/>
                  <a:gd name="connsiteY18" fmla="*/ 103423 h 159144"/>
                  <a:gd name="connsiteX19" fmla="*/ 163292 w 165540"/>
                  <a:gd name="connsiteY19" fmla="*/ 90993 h 159144"/>
                  <a:gd name="connsiteX20" fmla="*/ 131145 w 165540"/>
                  <a:gd name="connsiteY20" fmla="*/ 59275 h 15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540" h="159144">
                    <a:moveTo>
                      <a:pt x="131145" y="59275"/>
                    </a:moveTo>
                    <a:cubicBezTo>
                      <a:pt x="129430" y="57561"/>
                      <a:pt x="128573" y="55417"/>
                      <a:pt x="129002" y="52846"/>
                    </a:cubicBezTo>
                    <a:lnTo>
                      <a:pt x="135859" y="8269"/>
                    </a:lnTo>
                    <a:cubicBezTo>
                      <a:pt x="136717" y="2268"/>
                      <a:pt x="130716" y="-2018"/>
                      <a:pt x="125144" y="982"/>
                    </a:cubicBezTo>
                    <a:lnTo>
                      <a:pt x="85282" y="22413"/>
                    </a:lnTo>
                    <a:cubicBezTo>
                      <a:pt x="83139" y="23699"/>
                      <a:pt x="80567" y="23699"/>
                      <a:pt x="78424" y="22413"/>
                    </a:cubicBezTo>
                    <a:lnTo>
                      <a:pt x="38133" y="1839"/>
                    </a:lnTo>
                    <a:cubicBezTo>
                      <a:pt x="32989" y="-732"/>
                      <a:pt x="26560" y="3554"/>
                      <a:pt x="27846" y="9555"/>
                    </a:cubicBezTo>
                    <a:lnTo>
                      <a:pt x="35990" y="54132"/>
                    </a:lnTo>
                    <a:cubicBezTo>
                      <a:pt x="36418" y="56275"/>
                      <a:pt x="35561" y="58846"/>
                      <a:pt x="33847" y="60561"/>
                    </a:cubicBezTo>
                    <a:lnTo>
                      <a:pt x="2128" y="92708"/>
                    </a:lnTo>
                    <a:cubicBezTo>
                      <a:pt x="-2158" y="96994"/>
                      <a:pt x="414" y="104281"/>
                      <a:pt x="6415" y="105138"/>
                    </a:cubicBezTo>
                    <a:lnTo>
                      <a:pt x="50992" y="111139"/>
                    </a:lnTo>
                    <a:cubicBezTo>
                      <a:pt x="53563" y="111567"/>
                      <a:pt x="55278" y="112853"/>
                      <a:pt x="56564" y="114996"/>
                    </a:cubicBezTo>
                    <a:lnTo>
                      <a:pt x="77138" y="155287"/>
                    </a:lnTo>
                    <a:cubicBezTo>
                      <a:pt x="79710" y="160431"/>
                      <a:pt x="87425" y="160431"/>
                      <a:pt x="89997" y="155287"/>
                    </a:cubicBezTo>
                    <a:lnTo>
                      <a:pt x="109285" y="114568"/>
                    </a:lnTo>
                    <a:cubicBezTo>
                      <a:pt x="110142" y="112425"/>
                      <a:pt x="112285" y="110710"/>
                      <a:pt x="114857" y="110710"/>
                    </a:cubicBezTo>
                    <a:lnTo>
                      <a:pt x="159434" y="103423"/>
                    </a:lnTo>
                    <a:cubicBezTo>
                      <a:pt x="165435" y="102566"/>
                      <a:pt x="167578" y="95280"/>
                      <a:pt x="163292" y="90993"/>
                    </a:cubicBezTo>
                    <a:lnTo>
                      <a:pt x="131145" y="59275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2" name="任意多边形: 形状 1311"/>
              <p:cNvSpPr/>
              <p:nvPr/>
            </p:nvSpPr>
            <p:spPr>
              <a:xfrm>
                <a:off x="2761542" y="-390488"/>
                <a:ext cx="161138" cy="165598"/>
              </a:xfrm>
              <a:custGeom>
                <a:avLst/>
                <a:gdLst>
                  <a:gd name="connsiteX0" fmla="*/ 157489 w 161138"/>
                  <a:gd name="connsiteY0" fmla="*/ 80592 h 165598"/>
                  <a:gd name="connsiteX1" fmla="*/ 118484 w 161138"/>
                  <a:gd name="connsiteY1" fmla="*/ 57447 h 165598"/>
                  <a:gd name="connsiteX2" fmla="*/ 115055 w 161138"/>
                  <a:gd name="connsiteY2" fmla="*/ 51875 h 165598"/>
                  <a:gd name="connsiteX3" fmla="*/ 112054 w 161138"/>
                  <a:gd name="connsiteY3" fmla="*/ 6869 h 165598"/>
                  <a:gd name="connsiteX4" fmla="*/ 100053 w 161138"/>
                  <a:gd name="connsiteY4" fmla="*/ 1725 h 165598"/>
                  <a:gd name="connsiteX5" fmla="*/ 66191 w 161138"/>
                  <a:gd name="connsiteY5" fmla="*/ 31729 h 165598"/>
                  <a:gd name="connsiteX6" fmla="*/ 59762 w 161138"/>
                  <a:gd name="connsiteY6" fmla="*/ 33444 h 165598"/>
                  <a:gd name="connsiteX7" fmla="*/ 16042 w 161138"/>
                  <a:gd name="connsiteY7" fmla="*/ 22299 h 165598"/>
                  <a:gd name="connsiteX8" fmla="*/ 7470 w 161138"/>
                  <a:gd name="connsiteY8" fmla="*/ 32158 h 165598"/>
                  <a:gd name="connsiteX9" fmla="*/ 25472 w 161138"/>
                  <a:gd name="connsiteY9" fmla="*/ 73734 h 165598"/>
                  <a:gd name="connsiteX10" fmla="*/ 25043 w 161138"/>
                  <a:gd name="connsiteY10" fmla="*/ 80592 h 165598"/>
                  <a:gd name="connsiteX11" fmla="*/ 1040 w 161138"/>
                  <a:gd name="connsiteY11" fmla="*/ 118740 h 165598"/>
                  <a:gd name="connsiteX12" fmla="*/ 7898 w 161138"/>
                  <a:gd name="connsiteY12" fmla="*/ 129884 h 165598"/>
                  <a:gd name="connsiteX13" fmla="*/ 52904 w 161138"/>
                  <a:gd name="connsiteY13" fmla="*/ 125598 h 165598"/>
                  <a:gd name="connsiteX14" fmla="*/ 59333 w 161138"/>
                  <a:gd name="connsiteY14" fmla="*/ 128170 h 165598"/>
                  <a:gd name="connsiteX15" fmla="*/ 88480 w 161138"/>
                  <a:gd name="connsiteY15" fmla="*/ 162888 h 165598"/>
                  <a:gd name="connsiteX16" fmla="*/ 100910 w 161138"/>
                  <a:gd name="connsiteY16" fmla="*/ 159888 h 165598"/>
                  <a:gd name="connsiteX17" fmla="*/ 110768 w 161138"/>
                  <a:gd name="connsiteY17" fmla="*/ 115740 h 165598"/>
                  <a:gd name="connsiteX18" fmla="*/ 115055 w 161138"/>
                  <a:gd name="connsiteY18" fmla="*/ 110596 h 165598"/>
                  <a:gd name="connsiteX19" fmla="*/ 157060 w 161138"/>
                  <a:gd name="connsiteY19" fmla="*/ 93880 h 165598"/>
                  <a:gd name="connsiteX20" fmla="*/ 157489 w 161138"/>
                  <a:gd name="connsiteY20" fmla="*/ 80592 h 165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138" h="165598">
                    <a:moveTo>
                      <a:pt x="157489" y="80592"/>
                    </a:moveTo>
                    <a:lnTo>
                      <a:pt x="118484" y="57447"/>
                    </a:lnTo>
                    <a:cubicBezTo>
                      <a:pt x="116341" y="56161"/>
                      <a:pt x="115055" y="54018"/>
                      <a:pt x="115055" y="51875"/>
                    </a:cubicBezTo>
                    <a:lnTo>
                      <a:pt x="112054" y="6869"/>
                    </a:lnTo>
                    <a:cubicBezTo>
                      <a:pt x="111626" y="868"/>
                      <a:pt x="104339" y="-2132"/>
                      <a:pt x="100053" y="1725"/>
                    </a:cubicBezTo>
                    <a:lnTo>
                      <a:pt x="66191" y="31729"/>
                    </a:lnTo>
                    <a:cubicBezTo>
                      <a:pt x="64477" y="33444"/>
                      <a:pt x="61905" y="33872"/>
                      <a:pt x="59762" y="33444"/>
                    </a:cubicBezTo>
                    <a:lnTo>
                      <a:pt x="16042" y="22299"/>
                    </a:lnTo>
                    <a:cubicBezTo>
                      <a:pt x="10042" y="21014"/>
                      <a:pt x="5327" y="26586"/>
                      <a:pt x="7470" y="32158"/>
                    </a:cubicBezTo>
                    <a:lnTo>
                      <a:pt x="25472" y="73734"/>
                    </a:lnTo>
                    <a:cubicBezTo>
                      <a:pt x="26329" y="75878"/>
                      <a:pt x="26329" y="78449"/>
                      <a:pt x="25043" y="80592"/>
                    </a:cubicBezTo>
                    <a:lnTo>
                      <a:pt x="1040" y="118740"/>
                    </a:lnTo>
                    <a:cubicBezTo>
                      <a:pt x="-1960" y="123884"/>
                      <a:pt x="1898" y="130313"/>
                      <a:pt x="7898" y="129884"/>
                    </a:cubicBezTo>
                    <a:lnTo>
                      <a:pt x="52904" y="125598"/>
                    </a:lnTo>
                    <a:cubicBezTo>
                      <a:pt x="55476" y="125169"/>
                      <a:pt x="57619" y="126455"/>
                      <a:pt x="59333" y="128170"/>
                    </a:cubicBezTo>
                    <a:lnTo>
                      <a:pt x="88480" y="162888"/>
                    </a:lnTo>
                    <a:cubicBezTo>
                      <a:pt x="92338" y="167603"/>
                      <a:pt x="99624" y="165889"/>
                      <a:pt x="100910" y="159888"/>
                    </a:cubicBezTo>
                    <a:lnTo>
                      <a:pt x="110768" y="115740"/>
                    </a:lnTo>
                    <a:cubicBezTo>
                      <a:pt x="111197" y="113597"/>
                      <a:pt x="112912" y="111453"/>
                      <a:pt x="115055" y="110596"/>
                    </a:cubicBezTo>
                    <a:lnTo>
                      <a:pt x="157060" y="93880"/>
                    </a:lnTo>
                    <a:cubicBezTo>
                      <a:pt x="162203" y="91308"/>
                      <a:pt x="162632" y="83593"/>
                      <a:pt x="157489" y="8059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3" name="任意多边形: 形状 1312"/>
              <p:cNvSpPr/>
              <p:nvPr/>
            </p:nvSpPr>
            <p:spPr>
              <a:xfrm>
                <a:off x="1309733" y="-444831"/>
                <a:ext cx="163117" cy="163817"/>
              </a:xfrm>
              <a:custGeom>
                <a:avLst/>
                <a:gdLst>
                  <a:gd name="connsiteX0" fmla="*/ 135684 w 163117"/>
                  <a:gd name="connsiteY0" fmla="*/ 76214 h 163817"/>
                  <a:gd name="connsiteX1" fmla="*/ 134827 w 163117"/>
                  <a:gd name="connsiteY1" fmla="*/ 69356 h 163817"/>
                  <a:gd name="connsiteX2" fmla="*/ 150686 w 163117"/>
                  <a:gd name="connsiteY2" fmla="*/ 26922 h 163817"/>
                  <a:gd name="connsiteX3" fmla="*/ 141685 w 163117"/>
                  <a:gd name="connsiteY3" fmla="*/ 17492 h 163817"/>
                  <a:gd name="connsiteX4" fmla="*/ 98394 w 163117"/>
                  <a:gd name="connsiteY4" fmla="*/ 30779 h 163817"/>
                  <a:gd name="connsiteX5" fmla="*/ 91965 w 163117"/>
                  <a:gd name="connsiteY5" fmla="*/ 29493 h 163817"/>
                  <a:gd name="connsiteX6" fmla="*/ 56817 w 163117"/>
                  <a:gd name="connsiteY6" fmla="*/ 1633 h 163817"/>
                  <a:gd name="connsiteX7" fmla="*/ 45244 w 163117"/>
                  <a:gd name="connsiteY7" fmla="*/ 7205 h 163817"/>
                  <a:gd name="connsiteX8" fmla="*/ 44387 w 163117"/>
                  <a:gd name="connsiteY8" fmla="*/ 52211 h 163817"/>
                  <a:gd name="connsiteX9" fmla="*/ 40958 w 163117"/>
                  <a:gd name="connsiteY9" fmla="*/ 58211 h 163817"/>
                  <a:gd name="connsiteX10" fmla="*/ 3239 w 163117"/>
                  <a:gd name="connsiteY10" fmla="*/ 83072 h 163817"/>
                  <a:gd name="connsiteX11" fmla="*/ 4954 w 163117"/>
                  <a:gd name="connsiteY11" fmla="*/ 95930 h 163817"/>
                  <a:gd name="connsiteX12" fmla="*/ 47816 w 163117"/>
                  <a:gd name="connsiteY12" fmla="*/ 110504 h 163817"/>
                  <a:gd name="connsiteX13" fmla="*/ 52531 w 163117"/>
                  <a:gd name="connsiteY13" fmla="*/ 115218 h 163817"/>
                  <a:gd name="connsiteX14" fmla="*/ 64533 w 163117"/>
                  <a:gd name="connsiteY14" fmla="*/ 158510 h 163817"/>
                  <a:gd name="connsiteX15" fmla="*/ 77391 w 163117"/>
                  <a:gd name="connsiteY15" fmla="*/ 161081 h 163817"/>
                  <a:gd name="connsiteX16" fmla="*/ 104395 w 163117"/>
                  <a:gd name="connsiteY16" fmla="*/ 125077 h 163817"/>
                  <a:gd name="connsiteX17" fmla="*/ 110395 w 163117"/>
                  <a:gd name="connsiteY17" fmla="*/ 122076 h 163817"/>
                  <a:gd name="connsiteX18" fmla="*/ 155401 w 163117"/>
                  <a:gd name="connsiteY18" fmla="*/ 124220 h 163817"/>
                  <a:gd name="connsiteX19" fmla="*/ 161830 w 163117"/>
                  <a:gd name="connsiteY19" fmla="*/ 112647 h 163817"/>
                  <a:gd name="connsiteX20" fmla="*/ 135684 w 163117"/>
                  <a:gd name="connsiteY20" fmla="*/ 76214 h 16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3117" h="163817">
                    <a:moveTo>
                      <a:pt x="135684" y="76214"/>
                    </a:moveTo>
                    <a:cubicBezTo>
                      <a:pt x="134398" y="74070"/>
                      <a:pt x="133970" y="71927"/>
                      <a:pt x="134827" y="69356"/>
                    </a:cubicBezTo>
                    <a:lnTo>
                      <a:pt x="150686" y="26922"/>
                    </a:lnTo>
                    <a:cubicBezTo>
                      <a:pt x="152829" y="21350"/>
                      <a:pt x="147686" y="15777"/>
                      <a:pt x="141685" y="17492"/>
                    </a:cubicBezTo>
                    <a:lnTo>
                      <a:pt x="98394" y="30779"/>
                    </a:lnTo>
                    <a:cubicBezTo>
                      <a:pt x="96251" y="31637"/>
                      <a:pt x="93679" y="31208"/>
                      <a:pt x="91965" y="29493"/>
                    </a:cubicBezTo>
                    <a:lnTo>
                      <a:pt x="56817" y="1633"/>
                    </a:lnTo>
                    <a:cubicBezTo>
                      <a:pt x="52102" y="-2225"/>
                      <a:pt x="45244" y="1204"/>
                      <a:pt x="45244" y="7205"/>
                    </a:cubicBezTo>
                    <a:lnTo>
                      <a:pt x="44387" y="52211"/>
                    </a:lnTo>
                    <a:cubicBezTo>
                      <a:pt x="44387" y="54782"/>
                      <a:pt x="43101" y="56925"/>
                      <a:pt x="40958" y="58211"/>
                    </a:cubicBezTo>
                    <a:lnTo>
                      <a:pt x="3239" y="83072"/>
                    </a:lnTo>
                    <a:cubicBezTo>
                      <a:pt x="-1904" y="86501"/>
                      <a:pt x="-618" y="93787"/>
                      <a:pt x="4954" y="95930"/>
                    </a:cubicBezTo>
                    <a:lnTo>
                      <a:pt x="47816" y="110504"/>
                    </a:lnTo>
                    <a:cubicBezTo>
                      <a:pt x="49959" y="111361"/>
                      <a:pt x="51674" y="113075"/>
                      <a:pt x="52531" y="115218"/>
                    </a:cubicBezTo>
                    <a:lnTo>
                      <a:pt x="64533" y="158510"/>
                    </a:lnTo>
                    <a:cubicBezTo>
                      <a:pt x="66247" y="164082"/>
                      <a:pt x="73534" y="165796"/>
                      <a:pt x="77391" y="161081"/>
                    </a:cubicBezTo>
                    <a:lnTo>
                      <a:pt x="104395" y="125077"/>
                    </a:lnTo>
                    <a:cubicBezTo>
                      <a:pt x="105681" y="123362"/>
                      <a:pt x="108252" y="122076"/>
                      <a:pt x="110395" y="122076"/>
                    </a:cubicBezTo>
                    <a:lnTo>
                      <a:pt x="155401" y="124220"/>
                    </a:lnTo>
                    <a:cubicBezTo>
                      <a:pt x="161402" y="124648"/>
                      <a:pt x="165259" y="117790"/>
                      <a:pt x="161830" y="112647"/>
                    </a:cubicBezTo>
                    <a:lnTo>
                      <a:pt x="135684" y="7621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4" name="任意多边形: 形状 1313"/>
              <p:cNvSpPr/>
              <p:nvPr/>
            </p:nvSpPr>
            <p:spPr>
              <a:xfrm>
                <a:off x="2912489" y="2632252"/>
                <a:ext cx="165370" cy="160842"/>
              </a:xfrm>
              <a:custGeom>
                <a:avLst/>
                <a:gdLst>
                  <a:gd name="connsiteX0" fmla="*/ 128700 w 165370"/>
                  <a:gd name="connsiteY0" fmla="*/ 59084 h 160842"/>
                  <a:gd name="connsiteX1" fmla="*/ 126128 w 165370"/>
                  <a:gd name="connsiteY1" fmla="*/ 52654 h 160842"/>
                  <a:gd name="connsiteX2" fmla="*/ 131700 w 165370"/>
                  <a:gd name="connsiteY2" fmla="*/ 8077 h 160842"/>
                  <a:gd name="connsiteX3" fmla="*/ 120985 w 165370"/>
                  <a:gd name="connsiteY3" fmla="*/ 1219 h 160842"/>
                  <a:gd name="connsiteX4" fmla="*/ 82408 w 165370"/>
                  <a:gd name="connsiteY4" fmla="*/ 24365 h 160842"/>
                  <a:gd name="connsiteX5" fmla="*/ 75550 w 165370"/>
                  <a:gd name="connsiteY5" fmla="*/ 24794 h 160842"/>
                  <a:gd name="connsiteX6" fmla="*/ 34402 w 165370"/>
                  <a:gd name="connsiteY6" fmla="*/ 5934 h 160842"/>
                  <a:gd name="connsiteX7" fmla="*/ 24115 w 165370"/>
                  <a:gd name="connsiteY7" fmla="*/ 14078 h 160842"/>
                  <a:gd name="connsiteX8" fmla="*/ 33974 w 165370"/>
                  <a:gd name="connsiteY8" fmla="*/ 58226 h 160842"/>
                  <a:gd name="connsiteX9" fmla="*/ 32259 w 165370"/>
                  <a:gd name="connsiteY9" fmla="*/ 64656 h 160842"/>
                  <a:gd name="connsiteX10" fmla="*/ 1827 w 165370"/>
                  <a:gd name="connsiteY10" fmla="*/ 97660 h 160842"/>
                  <a:gd name="connsiteX11" fmla="*/ 6542 w 165370"/>
                  <a:gd name="connsiteY11" fmla="*/ 109661 h 160842"/>
                  <a:gd name="connsiteX12" fmla="*/ 51547 w 165370"/>
                  <a:gd name="connsiteY12" fmla="*/ 113948 h 160842"/>
                  <a:gd name="connsiteX13" fmla="*/ 57119 w 165370"/>
                  <a:gd name="connsiteY13" fmla="*/ 117805 h 160842"/>
                  <a:gd name="connsiteX14" fmla="*/ 79408 w 165370"/>
                  <a:gd name="connsiteY14" fmla="*/ 157239 h 160842"/>
                  <a:gd name="connsiteX15" fmla="*/ 92267 w 165370"/>
                  <a:gd name="connsiteY15" fmla="*/ 156381 h 160842"/>
                  <a:gd name="connsiteX16" fmla="*/ 110269 w 165370"/>
                  <a:gd name="connsiteY16" fmla="*/ 114805 h 160842"/>
                  <a:gd name="connsiteX17" fmla="*/ 115413 w 165370"/>
                  <a:gd name="connsiteY17" fmla="*/ 110519 h 160842"/>
                  <a:gd name="connsiteX18" fmla="*/ 159561 w 165370"/>
                  <a:gd name="connsiteY18" fmla="*/ 101517 h 160842"/>
                  <a:gd name="connsiteX19" fmla="*/ 162990 w 165370"/>
                  <a:gd name="connsiteY19" fmla="*/ 89087 h 160842"/>
                  <a:gd name="connsiteX20" fmla="*/ 128700 w 165370"/>
                  <a:gd name="connsiteY20" fmla="*/ 59084 h 1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60842">
                    <a:moveTo>
                      <a:pt x="128700" y="59084"/>
                    </a:moveTo>
                    <a:cubicBezTo>
                      <a:pt x="126985" y="57369"/>
                      <a:pt x="126128" y="55226"/>
                      <a:pt x="126128" y="52654"/>
                    </a:cubicBezTo>
                    <a:lnTo>
                      <a:pt x="131700" y="8077"/>
                    </a:lnTo>
                    <a:cubicBezTo>
                      <a:pt x="132558" y="2076"/>
                      <a:pt x="126128" y="-2210"/>
                      <a:pt x="120985" y="1219"/>
                    </a:cubicBezTo>
                    <a:lnTo>
                      <a:pt x="82408" y="24365"/>
                    </a:lnTo>
                    <a:cubicBezTo>
                      <a:pt x="80265" y="25651"/>
                      <a:pt x="77694" y="25651"/>
                      <a:pt x="75550" y="24794"/>
                    </a:cubicBezTo>
                    <a:lnTo>
                      <a:pt x="34402" y="5934"/>
                    </a:lnTo>
                    <a:cubicBezTo>
                      <a:pt x="28830" y="3362"/>
                      <a:pt x="22829" y="8077"/>
                      <a:pt x="24115" y="14078"/>
                    </a:cubicBezTo>
                    <a:lnTo>
                      <a:pt x="33974" y="58226"/>
                    </a:lnTo>
                    <a:cubicBezTo>
                      <a:pt x="34402" y="60370"/>
                      <a:pt x="33974" y="62941"/>
                      <a:pt x="32259" y="64656"/>
                    </a:cubicBezTo>
                    <a:lnTo>
                      <a:pt x="1827" y="97660"/>
                    </a:lnTo>
                    <a:cubicBezTo>
                      <a:pt x="-2031" y="101946"/>
                      <a:pt x="541" y="109233"/>
                      <a:pt x="6542" y="109661"/>
                    </a:cubicBezTo>
                    <a:lnTo>
                      <a:pt x="51547" y="113948"/>
                    </a:lnTo>
                    <a:cubicBezTo>
                      <a:pt x="54119" y="114376"/>
                      <a:pt x="55834" y="115662"/>
                      <a:pt x="57119" y="117805"/>
                    </a:cubicBezTo>
                    <a:lnTo>
                      <a:pt x="79408" y="157239"/>
                    </a:lnTo>
                    <a:cubicBezTo>
                      <a:pt x="82408" y="162382"/>
                      <a:pt x="90124" y="161954"/>
                      <a:pt x="92267" y="156381"/>
                    </a:cubicBezTo>
                    <a:lnTo>
                      <a:pt x="110269" y="114805"/>
                    </a:lnTo>
                    <a:cubicBezTo>
                      <a:pt x="111126" y="112662"/>
                      <a:pt x="113269" y="110947"/>
                      <a:pt x="115413" y="110519"/>
                    </a:cubicBezTo>
                    <a:lnTo>
                      <a:pt x="159561" y="101517"/>
                    </a:lnTo>
                    <a:cubicBezTo>
                      <a:pt x="165562" y="100232"/>
                      <a:pt x="167276" y="92945"/>
                      <a:pt x="162990" y="89087"/>
                    </a:cubicBezTo>
                    <a:lnTo>
                      <a:pt x="128700" y="5908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5" name="任意多边形: 形状 1314"/>
              <p:cNvSpPr/>
              <p:nvPr/>
            </p:nvSpPr>
            <p:spPr>
              <a:xfrm>
                <a:off x="1805225" y="2929098"/>
                <a:ext cx="165370" cy="159686"/>
              </a:xfrm>
              <a:custGeom>
                <a:avLst/>
                <a:gdLst>
                  <a:gd name="connsiteX0" fmla="*/ 131826 w 165370"/>
                  <a:gd name="connsiteY0" fmla="*/ 63561 h 159686"/>
                  <a:gd name="connsiteX1" fmla="*/ 130111 w 165370"/>
                  <a:gd name="connsiteY1" fmla="*/ 57132 h 159686"/>
                  <a:gd name="connsiteX2" fmla="*/ 139541 w 165370"/>
                  <a:gd name="connsiteY2" fmla="*/ 12984 h 159686"/>
                  <a:gd name="connsiteX3" fmla="*/ 129254 w 165370"/>
                  <a:gd name="connsiteY3" fmla="*/ 4840 h 159686"/>
                  <a:gd name="connsiteX4" fmla="*/ 88535 w 165370"/>
                  <a:gd name="connsiteY4" fmla="*/ 24128 h 159686"/>
                  <a:gd name="connsiteX5" fmla="*/ 81677 w 165370"/>
                  <a:gd name="connsiteY5" fmla="*/ 23699 h 159686"/>
                  <a:gd name="connsiteX6" fmla="*/ 42672 w 165370"/>
                  <a:gd name="connsiteY6" fmla="*/ 982 h 159686"/>
                  <a:gd name="connsiteX7" fmla="*/ 31956 w 165370"/>
                  <a:gd name="connsiteY7" fmla="*/ 8269 h 159686"/>
                  <a:gd name="connsiteX8" fmla="*/ 37957 w 165370"/>
                  <a:gd name="connsiteY8" fmla="*/ 52846 h 159686"/>
                  <a:gd name="connsiteX9" fmla="*/ 35814 w 165370"/>
                  <a:gd name="connsiteY9" fmla="*/ 59275 h 159686"/>
                  <a:gd name="connsiteX10" fmla="*/ 2381 w 165370"/>
                  <a:gd name="connsiteY10" fmla="*/ 89279 h 159686"/>
                  <a:gd name="connsiteX11" fmla="*/ 5810 w 165370"/>
                  <a:gd name="connsiteY11" fmla="*/ 101709 h 159686"/>
                  <a:gd name="connsiteX12" fmla="*/ 50387 w 165370"/>
                  <a:gd name="connsiteY12" fmla="*/ 109853 h 159686"/>
                  <a:gd name="connsiteX13" fmla="*/ 55530 w 165370"/>
                  <a:gd name="connsiteY13" fmla="*/ 114139 h 159686"/>
                  <a:gd name="connsiteX14" fmla="*/ 73961 w 165370"/>
                  <a:gd name="connsiteY14" fmla="*/ 155287 h 159686"/>
                  <a:gd name="connsiteX15" fmla="*/ 86820 w 165370"/>
                  <a:gd name="connsiteY15" fmla="*/ 155716 h 159686"/>
                  <a:gd name="connsiteX16" fmla="*/ 108251 w 165370"/>
                  <a:gd name="connsiteY16" fmla="*/ 115854 h 159686"/>
                  <a:gd name="connsiteX17" fmla="*/ 113823 w 165370"/>
                  <a:gd name="connsiteY17" fmla="*/ 111996 h 159686"/>
                  <a:gd name="connsiteX18" fmla="*/ 158829 w 165370"/>
                  <a:gd name="connsiteY18" fmla="*/ 107281 h 159686"/>
                  <a:gd name="connsiteX19" fmla="*/ 163544 w 165370"/>
                  <a:gd name="connsiteY19" fmla="*/ 95279 h 159686"/>
                  <a:gd name="connsiteX20" fmla="*/ 131826 w 165370"/>
                  <a:gd name="connsiteY20" fmla="*/ 63561 h 15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5370" h="159686">
                    <a:moveTo>
                      <a:pt x="131826" y="63561"/>
                    </a:moveTo>
                    <a:cubicBezTo>
                      <a:pt x="130111" y="61847"/>
                      <a:pt x="129683" y="59275"/>
                      <a:pt x="130111" y="57132"/>
                    </a:cubicBezTo>
                    <a:lnTo>
                      <a:pt x="139541" y="12984"/>
                    </a:lnTo>
                    <a:cubicBezTo>
                      <a:pt x="140827" y="6983"/>
                      <a:pt x="134826" y="2268"/>
                      <a:pt x="129254" y="4840"/>
                    </a:cubicBezTo>
                    <a:lnTo>
                      <a:pt x="88535" y="24128"/>
                    </a:lnTo>
                    <a:cubicBezTo>
                      <a:pt x="86392" y="24985"/>
                      <a:pt x="83820" y="24985"/>
                      <a:pt x="81677" y="23699"/>
                    </a:cubicBezTo>
                    <a:lnTo>
                      <a:pt x="42672" y="982"/>
                    </a:lnTo>
                    <a:cubicBezTo>
                      <a:pt x="37528" y="-2018"/>
                      <a:pt x="31099" y="2268"/>
                      <a:pt x="31956" y="8269"/>
                    </a:cubicBezTo>
                    <a:lnTo>
                      <a:pt x="37957" y="52846"/>
                    </a:lnTo>
                    <a:cubicBezTo>
                      <a:pt x="38385" y="55417"/>
                      <a:pt x="37528" y="57561"/>
                      <a:pt x="35814" y="59275"/>
                    </a:cubicBezTo>
                    <a:lnTo>
                      <a:pt x="2381" y="89279"/>
                    </a:lnTo>
                    <a:cubicBezTo>
                      <a:pt x="-1905" y="93136"/>
                      <a:pt x="-191" y="100852"/>
                      <a:pt x="5810" y="101709"/>
                    </a:cubicBezTo>
                    <a:lnTo>
                      <a:pt x="50387" y="109853"/>
                    </a:lnTo>
                    <a:cubicBezTo>
                      <a:pt x="52530" y="110281"/>
                      <a:pt x="54673" y="111996"/>
                      <a:pt x="55530" y="114139"/>
                    </a:cubicBezTo>
                    <a:lnTo>
                      <a:pt x="73961" y="155287"/>
                    </a:lnTo>
                    <a:cubicBezTo>
                      <a:pt x="76533" y="160859"/>
                      <a:pt x="84248" y="161288"/>
                      <a:pt x="86820" y="155716"/>
                    </a:cubicBezTo>
                    <a:lnTo>
                      <a:pt x="108251" y="115854"/>
                    </a:lnTo>
                    <a:cubicBezTo>
                      <a:pt x="109537" y="113711"/>
                      <a:pt x="111680" y="112424"/>
                      <a:pt x="113823" y="111996"/>
                    </a:cubicBezTo>
                    <a:lnTo>
                      <a:pt x="158829" y="107281"/>
                    </a:lnTo>
                    <a:cubicBezTo>
                      <a:pt x="164830" y="106852"/>
                      <a:pt x="167402" y="99566"/>
                      <a:pt x="163544" y="95279"/>
                    </a:cubicBezTo>
                    <a:lnTo>
                      <a:pt x="131826" y="63561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6" name="任意多边形: 形状 1315"/>
              <p:cNvSpPr/>
              <p:nvPr/>
            </p:nvSpPr>
            <p:spPr>
              <a:xfrm>
                <a:off x="1498234" y="2957509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7" name="任意多边形: 形状 1316"/>
              <p:cNvSpPr/>
              <p:nvPr/>
            </p:nvSpPr>
            <p:spPr>
              <a:xfrm>
                <a:off x="1947004" y="2631754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6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6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6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8" name="任意多边形: 形状 1317"/>
              <p:cNvSpPr/>
              <p:nvPr/>
            </p:nvSpPr>
            <p:spPr>
              <a:xfrm>
                <a:off x="2573225" y="2878642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4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19" name="任意多边形: 形状 1318"/>
              <p:cNvSpPr/>
              <p:nvPr/>
            </p:nvSpPr>
            <p:spPr>
              <a:xfrm>
                <a:off x="3036141" y="2359148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1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6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0" name="任意多边形: 形状 1319"/>
              <p:cNvSpPr/>
              <p:nvPr/>
            </p:nvSpPr>
            <p:spPr>
              <a:xfrm>
                <a:off x="3519201" y="225413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6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1 h 79740"/>
                  <a:gd name="connsiteX14" fmla="*/ 36767 w 82407"/>
                  <a:gd name="connsiteY14" fmla="*/ 77584 h 79740"/>
                  <a:gd name="connsiteX15" fmla="*/ 43196 w 82407"/>
                  <a:gd name="connsiteY15" fmla="*/ 78013 h 79740"/>
                  <a:gd name="connsiteX16" fmla="*/ 53912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6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0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1"/>
                    </a:cubicBezTo>
                    <a:lnTo>
                      <a:pt x="36767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2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1" name="任意多边形: 形状 1320"/>
              <p:cNvSpPr/>
              <p:nvPr/>
            </p:nvSpPr>
            <p:spPr>
              <a:xfrm>
                <a:off x="3871102" y="1414030"/>
                <a:ext cx="82539" cy="79740"/>
              </a:xfrm>
              <a:custGeom>
                <a:avLst/>
                <a:gdLst>
                  <a:gd name="connsiteX0" fmla="*/ 81772 w 82539"/>
                  <a:gd name="connsiteY0" fmla="*/ 47152 h 79740"/>
                  <a:gd name="connsiteX1" fmla="*/ 66342 w 82539"/>
                  <a:gd name="connsiteY1" fmla="*/ 30864 h 79740"/>
                  <a:gd name="connsiteX2" fmla="*/ 65484 w 82539"/>
                  <a:gd name="connsiteY2" fmla="*/ 27435 h 79740"/>
                  <a:gd name="connsiteX3" fmla="*/ 70199 w 82539"/>
                  <a:gd name="connsiteY3" fmla="*/ 5575 h 79740"/>
                  <a:gd name="connsiteX4" fmla="*/ 65055 w 82539"/>
                  <a:gd name="connsiteY4" fmla="*/ 1718 h 79740"/>
                  <a:gd name="connsiteX5" fmla="*/ 44910 w 82539"/>
                  <a:gd name="connsiteY5" fmla="*/ 11576 h 79740"/>
                  <a:gd name="connsiteX6" fmla="*/ 41481 w 82539"/>
                  <a:gd name="connsiteY6" fmla="*/ 11576 h 79740"/>
                  <a:gd name="connsiteX7" fmla="*/ 21764 w 82539"/>
                  <a:gd name="connsiteY7" fmla="*/ 432 h 79740"/>
                  <a:gd name="connsiteX8" fmla="*/ 16192 w 82539"/>
                  <a:gd name="connsiteY8" fmla="*/ 3861 h 79740"/>
                  <a:gd name="connsiteX9" fmla="*/ 19193 w 82539"/>
                  <a:gd name="connsiteY9" fmla="*/ 26149 h 79740"/>
                  <a:gd name="connsiteX10" fmla="*/ 17907 w 82539"/>
                  <a:gd name="connsiteY10" fmla="*/ 29150 h 79740"/>
                  <a:gd name="connsiteX11" fmla="*/ 1190 w 82539"/>
                  <a:gd name="connsiteY11" fmla="*/ 44152 h 79740"/>
                  <a:gd name="connsiteX12" fmla="*/ 2905 w 82539"/>
                  <a:gd name="connsiteY12" fmla="*/ 50581 h 79740"/>
                  <a:gd name="connsiteX13" fmla="*/ 25193 w 82539"/>
                  <a:gd name="connsiteY13" fmla="*/ 54867 h 79740"/>
                  <a:gd name="connsiteX14" fmla="*/ 27765 w 82539"/>
                  <a:gd name="connsiteY14" fmla="*/ 57010 h 79740"/>
                  <a:gd name="connsiteX15" fmla="*/ 36766 w 82539"/>
                  <a:gd name="connsiteY15" fmla="*/ 77584 h 79740"/>
                  <a:gd name="connsiteX16" fmla="*/ 43196 w 82539"/>
                  <a:gd name="connsiteY16" fmla="*/ 78013 h 79740"/>
                  <a:gd name="connsiteX17" fmla="*/ 53911 w 82539"/>
                  <a:gd name="connsiteY17" fmla="*/ 58296 h 79740"/>
                  <a:gd name="connsiteX18" fmla="*/ 56912 w 82539"/>
                  <a:gd name="connsiteY18" fmla="*/ 56582 h 79740"/>
                  <a:gd name="connsiteX19" fmla="*/ 79200 w 82539"/>
                  <a:gd name="connsiteY19" fmla="*/ 54439 h 79740"/>
                  <a:gd name="connsiteX20" fmla="*/ 81772 w 82539"/>
                  <a:gd name="connsiteY20" fmla="*/ 47152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539" h="79740">
                    <a:moveTo>
                      <a:pt x="81772" y="47152"/>
                    </a:moveTo>
                    <a:lnTo>
                      <a:pt x="66342" y="30864"/>
                    </a:lnTo>
                    <a:cubicBezTo>
                      <a:pt x="65484" y="30007"/>
                      <a:pt x="65055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5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0" y="52724"/>
                      <a:pt x="83487" y="49295"/>
                      <a:pt x="81772" y="47152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2" name="任意多边形: 形状 1321"/>
              <p:cNvSpPr/>
              <p:nvPr/>
            </p:nvSpPr>
            <p:spPr>
              <a:xfrm>
                <a:off x="3531757" y="134584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7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2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7" y="-854"/>
                      <a:pt x="16066" y="861"/>
                      <a:pt x="16066" y="3861"/>
                    </a:cubicBezTo>
                    <a:lnTo>
                      <a:pt x="19067" y="26149"/>
                    </a:lnTo>
                    <a:cubicBezTo>
                      <a:pt x="19067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438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3" name="任意多边形: 形状 1322"/>
              <p:cNvSpPr/>
              <p:nvPr/>
            </p:nvSpPr>
            <p:spPr>
              <a:xfrm>
                <a:off x="3111579" y="-57010"/>
                <a:ext cx="82407" cy="79312"/>
              </a:xfrm>
              <a:custGeom>
                <a:avLst/>
                <a:gdLst>
                  <a:gd name="connsiteX0" fmla="*/ 65913 w 82407"/>
                  <a:gd name="connsiteY0" fmla="*/ 30436 h 79312"/>
                  <a:gd name="connsiteX1" fmla="*/ 65056 w 82407"/>
                  <a:gd name="connsiteY1" fmla="*/ 27007 h 79312"/>
                  <a:gd name="connsiteX2" fmla="*/ 69770 w 82407"/>
                  <a:gd name="connsiteY2" fmla="*/ 5575 h 79312"/>
                  <a:gd name="connsiteX3" fmla="*/ 64627 w 82407"/>
                  <a:gd name="connsiteY3" fmla="*/ 1718 h 79312"/>
                  <a:gd name="connsiteX4" fmla="*/ 44481 w 82407"/>
                  <a:gd name="connsiteY4" fmla="*/ 11576 h 79312"/>
                  <a:gd name="connsiteX5" fmla="*/ 41053 w 82407"/>
                  <a:gd name="connsiteY5" fmla="*/ 11576 h 79312"/>
                  <a:gd name="connsiteX6" fmla="*/ 21336 w 82407"/>
                  <a:gd name="connsiteY6" fmla="*/ 432 h 79312"/>
                  <a:gd name="connsiteX7" fmla="*/ 15764 w 82407"/>
                  <a:gd name="connsiteY7" fmla="*/ 3861 h 79312"/>
                  <a:gd name="connsiteX8" fmla="*/ 18764 w 82407"/>
                  <a:gd name="connsiteY8" fmla="*/ 26149 h 79312"/>
                  <a:gd name="connsiteX9" fmla="*/ 17478 w 82407"/>
                  <a:gd name="connsiteY9" fmla="*/ 29150 h 79312"/>
                  <a:gd name="connsiteX10" fmla="*/ 1190 w 82407"/>
                  <a:gd name="connsiteY10" fmla="*/ 43723 h 79312"/>
                  <a:gd name="connsiteX11" fmla="*/ 2905 w 82407"/>
                  <a:gd name="connsiteY11" fmla="*/ 50152 h 79312"/>
                  <a:gd name="connsiteX12" fmla="*/ 25193 w 82407"/>
                  <a:gd name="connsiteY12" fmla="*/ 54439 h 79312"/>
                  <a:gd name="connsiteX13" fmla="*/ 27765 w 82407"/>
                  <a:gd name="connsiteY13" fmla="*/ 56582 h 79312"/>
                  <a:gd name="connsiteX14" fmla="*/ 36766 w 82407"/>
                  <a:gd name="connsiteY14" fmla="*/ 77156 h 79312"/>
                  <a:gd name="connsiteX15" fmla="*/ 43196 w 82407"/>
                  <a:gd name="connsiteY15" fmla="*/ 77584 h 79312"/>
                  <a:gd name="connsiteX16" fmla="*/ 53911 w 82407"/>
                  <a:gd name="connsiteY16" fmla="*/ 57868 h 79312"/>
                  <a:gd name="connsiteX17" fmla="*/ 56912 w 82407"/>
                  <a:gd name="connsiteY17" fmla="*/ 56153 h 79312"/>
                  <a:gd name="connsiteX18" fmla="*/ 79200 w 82407"/>
                  <a:gd name="connsiteY18" fmla="*/ 54010 h 79312"/>
                  <a:gd name="connsiteX19" fmla="*/ 81343 w 82407"/>
                  <a:gd name="connsiteY19" fmla="*/ 48009 h 79312"/>
                  <a:gd name="connsiteX20" fmla="*/ 65913 w 82407"/>
                  <a:gd name="connsiteY20" fmla="*/ 30436 h 79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312">
                    <a:moveTo>
                      <a:pt x="65913" y="30436"/>
                    </a:moveTo>
                    <a:cubicBezTo>
                      <a:pt x="65056" y="29578"/>
                      <a:pt x="64627" y="28293"/>
                      <a:pt x="65056" y="27007"/>
                    </a:cubicBezTo>
                    <a:lnTo>
                      <a:pt x="69770" y="5575"/>
                    </a:lnTo>
                    <a:cubicBezTo>
                      <a:pt x="70199" y="2575"/>
                      <a:pt x="67199" y="432"/>
                      <a:pt x="64627" y="1718"/>
                    </a:cubicBezTo>
                    <a:lnTo>
                      <a:pt x="44481" y="11576"/>
                    </a:lnTo>
                    <a:cubicBezTo>
                      <a:pt x="43196" y="12005"/>
                      <a:pt x="42338" y="12005"/>
                      <a:pt x="41053" y="11576"/>
                    </a:cubicBezTo>
                    <a:lnTo>
                      <a:pt x="21336" y="432"/>
                    </a:lnTo>
                    <a:cubicBezTo>
                      <a:pt x="18764" y="-854"/>
                      <a:pt x="15764" y="861"/>
                      <a:pt x="15764" y="3861"/>
                    </a:cubicBezTo>
                    <a:lnTo>
                      <a:pt x="18764" y="26149"/>
                    </a:lnTo>
                    <a:cubicBezTo>
                      <a:pt x="18764" y="27435"/>
                      <a:pt x="18335" y="28721"/>
                      <a:pt x="17478" y="29150"/>
                    </a:cubicBezTo>
                    <a:lnTo>
                      <a:pt x="1190" y="43723"/>
                    </a:lnTo>
                    <a:cubicBezTo>
                      <a:pt x="-953" y="45866"/>
                      <a:pt x="-95" y="49295"/>
                      <a:pt x="2905" y="50152"/>
                    </a:cubicBezTo>
                    <a:lnTo>
                      <a:pt x="25193" y="54439"/>
                    </a:lnTo>
                    <a:cubicBezTo>
                      <a:pt x="26479" y="54867"/>
                      <a:pt x="27336" y="55296"/>
                      <a:pt x="27765" y="56582"/>
                    </a:cubicBezTo>
                    <a:lnTo>
                      <a:pt x="36766" y="77156"/>
                    </a:lnTo>
                    <a:cubicBezTo>
                      <a:pt x="38052" y="79728"/>
                      <a:pt x="41910" y="80156"/>
                      <a:pt x="43196" y="77584"/>
                    </a:cubicBezTo>
                    <a:lnTo>
                      <a:pt x="53911" y="57868"/>
                    </a:lnTo>
                    <a:cubicBezTo>
                      <a:pt x="54340" y="57010"/>
                      <a:pt x="55626" y="56153"/>
                      <a:pt x="56912" y="56153"/>
                    </a:cubicBezTo>
                    <a:lnTo>
                      <a:pt x="79200" y="54010"/>
                    </a:lnTo>
                    <a:cubicBezTo>
                      <a:pt x="82201" y="53581"/>
                      <a:pt x="83487" y="50152"/>
                      <a:pt x="81343" y="48009"/>
                    </a:cubicBezTo>
                    <a:lnTo>
                      <a:pt x="65913" y="30436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4" name="任意多边形: 形状 1323"/>
              <p:cNvSpPr/>
              <p:nvPr/>
            </p:nvSpPr>
            <p:spPr>
              <a:xfrm>
                <a:off x="2340482" y="-264464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5" name="任意多边形: 形状 1324"/>
              <p:cNvSpPr/>
              <p:nvPr/>
            </p:nvSpPr>
            <p:spPr>
              <a:xfrm>
                <a:off x="1997582" y="-483920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1 w 82407"/>
                  <a:gd name="connsiteY10" fmla="*/ 44152 h 79740"/>
                  <a:gd name="connsiteX11" fmla="*/ 2905 w 82407"/>
                  <a:gd name="connsiteY11" fmla="*/ 50581 h 79740"/>
                  <a:gd name="connsiteX12" fmla="*/ 25194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1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4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6" name="任意多边形: 形状 1325"/>
              <p:cNvSpPr/>
              <p:nvPr/>
            </p:nvSpPr>
            <p:spPr>
              <a:xfrm>
                <a:off x="1118901" y="-16759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7" name="任意多边形: 形状 1326"/>
              <p:cNvSpPr/>
              <p:nvPr/>
            </p:nvSpPr>
            <p:spPr>
              <a:xfrm>
                <a:off x="604249" y="461625"/>
                <a:ext cx="82709" cy="78455"/>
              </a:xfrm>
              <a:custGeom>
                <a:avLst/>
                <a:gdLst>
                  <a:gd name="connsiteX0" fmla="*/ 3207 w 82709"/>
                  <a:gd name="connsiteY0" fmla="*/ 49295 h 78455"/>
                  <a:gd name="connsiteX1" fmla="*/ 25496 w 82709"/>
                  <a:gd name="connsiteY1" fmla="*/ 53581 h 78455"/>
                  <a:gd name="connsiteX2" fmla="*/ 28068 w 82709"/>
                  <a:gd name="connsiteY2" fmla="*/ 55725 h 78455"/>
                  <a:gd name="connsiteX3" fmla="*/ 37069 w 82709"/>
                  <a:gd name="connsiteY3" fmla="*/ 76299 h 78455"/>
                  <a:gd name="connsiteX4" fmla="*/ 43498 w 82709"/>
                  <a:gd name="connsiteY4" fmla="*/ 76727 h 78455"/>
                  <a:gd name="connsiteX5" fmla="*/ 54214 w 82709"/>
                  <a:gd name="connsiteY5" fmla="*/ 57010 h 78455"/>
                  <a:gd name="connsiteX6" fmla="*/ 57214 w 82709"/>
                  <a:gd name="connsiteY6" fmla="*/ 55296 h 78455"/>
                  <a:gd name="connsiteX7" fmla="*/ 79503 w 82709"/>
                  <a:gd name="connsiteY7" fmla="*/ 53153 h 78455"/>
                  <a:gd name="connsiteX8" fmla="*/ 81646 w 82709"/>
                  <a:gd name="connsiteY8" fmla="*/ 47152 h 78455"/>
                  <a:gd name="connsiteX9" fmla="*/ 66215 w 82709"/>
                  <a:gd name="connsiteY9" fmla="*/ 30864 h 78455"/>
                  <a:gd name="connsiteX10" fmla="*/ 65358 w 82709"/>
                  <a:gd name="connsiteY10" fmla="*/ 27435 h 78455"/>
                  <a:gd name="connsiteX11" fmla="*/ 70073 w 82709"/>
                  <a:gd name="connsiteY11" fmla="*/ 5575 h 78455"/>
                  <a:gd name="connsiteX12" fmla="*/ 64929 w 82709"/>
                  <a:gd name="connsiteY12" fmla="*/ 1718 h 78455"/>
                  <a:gd name="connsiteX13" fmla="*/ 44784 w 82709"/>
                  <a:gd name="connsiteY13" fmla="*/ 11576 h 78455"/>
                  <a:gd name="connsiteX14" fmla="*/ 41355 w 82709"/>
                  <a:gd name="connsiteY14" fmla="*/ 11576 h 78455"/>
                  <a:gd name="connsiteX15" fmla="*/ 21638 w 82709"/>
                  <a:gd name="connsiteY15" fmla="*/ 432 h 78455"/>
                  <a:gd name="connsiteX16" fmla="*/ 16066 w 82709"/>
                  <a:gd name="connsiteY16" fmla="*/ 3861 h 78455"/>
                  <a:gd name="connsiteX17" fmla="*/ 19066 w 82709"/>
                  <a:gd name="connsiteY17" fmla="*/ 26149 h 78455"/>
                  <a:gd name="connsiteX18" fmla="*/ 17781 w 82709"/>
                  <a:gd name="connsiteY18" fmla="*/ 29150 h 78455"/>
                  <a:gd name="connsiteX19" fmla="*/ 1064 w 82709"/>
                  <a:gd name="connsiteY19" fmla="*/ 44152 h 78455"/>
                  <a:gd name="connsiteX20" fmla="*/ 3207 w 82709"/>
                  <a:gd name="connsiteY20" fmla="*/ 49295 h 7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709" h="78455">
                    <a:moveTo>
                      <a:pt x="3207" y="49295"/>
                    </a:moveTo>
                    <a:lnTo>
                      <a:pt x="25496" y="53581"/>
                    </a:lnTo>
                    <a:cubicBezTo>
                      <a:pt x="26782" y="54010"/>
                      <a:pt x="27639" y="54439"/>
                      <a:pt x="28068" y="55725"/>
                    </a:cubicBezTo>
                    <a:lnTo>
                      <a:pt x="37069" y="76299"/>
                    </a:lnTo>
                    <a:cubicBezTo>
                      <a:pt x="38355" y="78870"/>
                      <a:pt x="42212" y="79299"/>
                      <a:pt x="43498" y="76727"/>
                    </a:cubicBezTo>
                    <a:lnTo>
                      <a:pt x="54214" y="57010"/>
                    </a:lnTo>
                    <a:cubicBezTo>
                      <a:pt x="54642" y="56153"/>
                      <a:pt x="55928" y="55296"/>
                      <a:pt x="57214" y="55296"/>
                    </a:cubicBezTo>
                    <a:lnTo>
                      <a:pt x="79503" y="53153"/>
                    </a:lnTo>
                    <a:cubicBezTo>
                      <a:pt x="82503" y="52724"/>
                      <a:pt x="83789" y="49295"/>
                      <a:pt x="81646" y="47152"/>
                    </a:cubicBezTo>
                    <a:lnTo>
                      <a:pt x="66215" y="30864"/>
                    </a:lnTo>
                    <a:cubicBezTo>
                      <a:pt x="65358" y="30007"/>
                      <a:pt x="64929" y="28721"/>
                      <a:pt x="65358" y="27435"/>
                    </a:cubicBezTo>
                    <a:lnTo>
                      <a:pt x="70073" y="5575"/>
                    </a:lnTo>
                    <a:cubicBezTo>
                      <a:pt x="70501" y="2575"/>
                      <a:pt x="67501" y="432"/>
                      <a:pt x="64929" y="1718"/>
                    </a:cubicBezTo>
                    <a:lnTo>
                      <a:pt x="44784" y="11576"/>
                    </a:lnTo>
                    <a:cubicBezTo>
                      <a:pt x="43498" y="12005"/>
                      <a:pt x="42641" y="12005"/>
                      <a:pt x="41355" y="11576"/>
                    </a:cubicBezTo>
                    <a:lnTo>
                      <a:pt x="21638" y="432"/>
                    </a:lnTo>
                    <a:cubicBezTo>
                      <a:pt x="19066" y="-854"/>
                      <a:pt x="16066" y="861"/>
                      <a:pt x="16066" y="3861"/>
                    </a:cubicBezTo>
                    <a:lnTo>
                      <a:pt x="19066" y="26149"/>
                    </a:lnTo>
                    <a:cubicBezTo>
                      <a:pt x="19066" y="27435"/>
                      <a:pt x="18638" y="28721"/>
                      <a:pt x="17781" y="29150"/>
                    </a:cubicBezTo>
                    <a:lnTo>
                      <a:pt x="1064" y="44152"/>
                    </a:lnTo>
                    <a:cubicBezTo>
                      <a:pt x="-1079" y="45009"/>
                      <a:pt x="207" y="48867"/>
                      <a:pt x="3207" y="49295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8" name="任意多边形: 形状 1327"/>
              <p:cNvSpPr/>
              <p:nvPr/>
            </p:nvSpPr>
            <p:spPr>
              <a:xfrm>
                <a:off x="131778" y="102698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5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5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5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5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29" name="任意多边形: 形状 1328"/>
              <p:cNvSpPr/>
              <p:nvPr/>
            </p:nvSpPr>
            <p:spPr>
              <a:xfrm>
                <a:off x="214502" y="1976815"/>
                <a:ext cx="82407" cy="79740"/>
              </a:xfrm>
              <a:custGeom>
                <a:avLst/>
                <a:gdLst>
                  <a:gd name="connsiteX0" fmla="*/ 66342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2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2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7" y="50581"/>
                      <a:pt x="81343" y="48438"/>
                    </a:cubicBezTo>
                    <a:lnTo>
                      <a:pt x="66342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0" name="任意多边形: 形状 1329"/>
              <p:cNvSpPr/>
              <p:nvPr/>
            </p:nvSpPr>
            <p:spPr>
              <a:xfrm>
                <a:off x="962881" y="2591892"/>
                <a:ext cx="82407" cy="79740"/>
              </a:xfrm>
              <a:custGeom>
                <a:avLst/>
                <a:gdLst>
                  <a:gd name="connsiteX0" fmla="*/ 66341 w 82407"/>
                  <a:gd name="connsiteY0" fmla="*/ 30864 h 79740"/>
                  <a:gd name="connsiteX1" fmla="*/ 65484 w 82407"/>
                  <a:gd name="connsiteY1" fmla="*/ 27435 h 79740"/>
                  <a:gd name="connsiteX2" fmla="*/ 70199 w 82407"/>
                  <a:gd name="connsiteY2" fmla="*/ 5575 h 79740"/>
                  <a:gd name="connsiteX3" fmla="*/ 65056 w 82407"/>
                  <a:gd name="connsiteY3" fmla="*/ 1718 h 79740"/>
                  <a:gd name="connsiteX4" fmla="*/ 44910 w 82407"/>
                  <a:gd name="connsiteY4" fmla="*/ 11576 h 79740"/>
                  <a:gd name="connsiteX5" fmla="*/ 41481 w 82407"/>
                  <a:gd name="connsiteY5" fmla="*/ 11576 h 79740"/>
                  <a:gd name="connsiteX6" fmla="*/ 21764 w 82407"/>
                  <a:gd name="connsiteY6" fmla="*/ 432 h 79740"/>
                  <a:gd name="connsiteX7" fmla="*/ 16192 w 82407"/>
                  <a:gd name="connsiteY7" fmla="*/ 3861 h 79740"/>
                  <a:gd name="connsiteX8" fmla="*/ 19193 w 82407"/>
                  <a:gd name="connsiteY8" fmla="*/ 26149 h 79740"/>
                  <a:gd name="connsiteX9" fmla="*/ 17907 w 82407"/>
                  <a:gd name="connsiteY9" fmla="*/ 29150 h 79740"/>
                  <a:gd name="connsiteX10" fmla="*/ 1190 w 82407"/>
                  <a:gd name="connsiteY10" fmla="*/ 44152 h 79740"/>
                  <a:gd name="connsiteX11" fmla="*/ 2905 w 82407"/>
                  <a:gd name="connsiteY11" fmla="*/ 50581 h 79740"/>
                  <a:gd name="connsiteX12" fmla="*/ 25193 w 82407"/>
                  <a:gd name="connsiteY12" fmla="*/ 54867 h 79740"/>
                  <a:gd name="connsiteX13" fmla="*/ 27765 w 82407"/>
                  <a:gd name="connsiteY13" fmla="*/ 57010 h 79740"/>
                  <a:gd name="connsiteX14" fmla="*/ 36766 w 82407"/>
                  <a:gd name="connsiteY14" fmla="*/ 77584 h 79740"/>
                  <a:gd name="connsiteX15" fmla="*/ 43196 w 82407"/>
                  <a:gd name="connsiteY15" fmla="*/ 78013 h 79740"/>
                  <a:gd name="connsiteX16" fmla="*/ 53911 w 82407"/>
                  <a:gd name="connsiteY16" fmla="*/ 58296 h 79740"/>
                  <a:gd name="connsiteX17" fmla="*/ 56912 w 82407"/>
                  <a:gd name="connsiteY17" fmla="*/ 56582 h 79740"/>
                  <a:gd name="connsiteX18" fmla="*/ 79200 w 82407"/>
                  <a:gd name="connsiteY18" fmla="*/ 54439 h 79740"/>
                  <a:gd name="connsiteX19" fmla="*/ 81343 w 82407"/>
                  <a:gd name="connsiteY19" fmla="*/ 48438 h 79740"/>
                  <a:gd name="connsiteX20" fmla="*/ 66341 w 82407"/>
                  <a:gd name="connsiteY20" fmla="*/ 30864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407" h="79740">
                    <a:moveTo>
                      <a:pt x="66341" y="30864"/>
                    </a:moveTo>
                    <a:cubicBezTo>
                      <a:pt x="65484" y="30007"/>
                      <a:pt x="65056" y="28721"/>
                      <a:pt x="65484" y="27435"/>
                    </a:cubicBezTo>
                    <a:lnTo>
                      <a:pt x="70199" y="5575"/>
                    </a:lnTo>
                    <a:cubicBezTo>
                      <a:pt x="70628" y="2575"/>
                      <a:pt x="67627" y="432"/>
                      <a:pt x="65056" y="1718"/>
                    </a:cubicBezTo>
                    <a:lnTo>
                      <a:pt x="44910" y="11576"/>
                    </a:lnTo>
                    <a:cubicBezTo>
                      <a:pt x="43624" y="12005"/>
                      <a:pt x="42767" y="12005"/>
                      <a:pt x="41481" y="11576"/>
                    </a:cubicBezTo>
                    <a:lnTo>
                      <a:pt x="21764" y="432"/>
                    </a:lnTo>
                    <a:cubicBezTo>
                      <a:pt x="19193" y="-854"/>
                      <a:pt x="16192" y="861"/>
                      <a:pt x="16192" y="3861"/>
                    </a:cubicBezTo>
                    <a:lnTo>
                      <a:pt x="19193" y="26149"/>
                    </a:lnTo>
                    <a:cubicBezTo>
                      <a:pt x="19193" y="27435"/>
                      <a:pt x="18764" y="28721"/>
                      <a:pt x="17907" y="29150"/>
                    </a:cubicBezTo>
                    <a:lnTo>
                      <a:pt x="1190" y="44152"/>
                    </a:lnTo>
                    <a:cubicBezTo>
                      <a:pt x="-953" y="46295"/>
                      <a:pt x="-95" y="49724"/>
                      <a:pt x="2905" y="50581"/>
                    </a:cubicBezTo>
                    <a:lnTo>
                      <a:pt x="25193" y="54867"/>
                    </a:lnTo>
                    <a:cubicBezTo>
                      <a:pt x="26479" y="55296"/>
                      <a:pt x="27337" y="55725"/>
                      <a:pt x="27765" y="57010"/>
                    </a:cubicBezTo>
                    <a:lnTo>
                      <a:pt x="36766" y="77584"/>
                    </a:lnTo>
                    <a:cubicBezTo>
                      <a:pt x="38052" y="80156"/>
                      <a:pt x="41910" y="80585"/>
                      <a:pt x="43196" y="78013"/>
                    </a:cubicBezTo>
                    <a:lnTo>
                      <a:pt x="53911" y="58296"/>
                    </a:lnTo>
                    <a:cubicBezTo>
                      <a:pt x="54340" y="57439"/>
                      <a:pt x="55626" y="56582"/>
                      <a:pt x="56912" y="56582"/>
                    </a:cubicBezTo>
                    <a:lnTo>
                      <a:pt x="79200" y="54439"/>
                    </a:lnTo>
                    <a:cubicBezTo>
                      <a:pt x="82201" y="54010"/>
                      <a:pt x="83486" y="50581"/>
                      <a:pt x="81343" y="48438"/>
                    </a:cubicBezTo>
                    <a:lnTo>
                      <a:pt x="66341" y="308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1" name="任意多边形: 形状 1330"/>
              <p:cNvSpPr/>
              <p:nvPr/>
            </p:nvSpPr>
            <p:spPr>
              <a:xfrm>
                <a:off x="12349" y="1535323"/>
                <a:ext cx="161092" cy="165169"/>
              </a:xfrm>
              <a:custGeom>
                <a:avLst/>
                <a:gdLst>
                  <a:gd name="connsiteX0" fmla="*/ 135621 w 161092"/>
                  <a:gd name="connsiteY0" fmla="*/ 80164 h 165169"/>
                  <a:gd name="connsiteX1" fmla="*/ 135192 w 161092"/>
                  <a:gd name="connsiteY1" fmla="*/ 73306 h 165169"/>
                  <a:gd name="connsiteX2" fmla="*/ 153194 w 161092"/>
                  <a:gd name="connsiteY2" fmla="*/ 31729 h 165169"/>
                  <a:gd name="connsiteX3" fmla="*/ 144622 w 161092"/>
                  <a:gd name="connsiteY3" fmla="*/ 21871 h 165169"/>
                  <a:gd name="connsiteX4" fmla="*/ 100902 w 161092"/>
                  <a:gd name="connsiteY4" fmla="*/ 33015 h 165169"/>
                  <a:gd name="connsiteX5" fmla="*/ 94473 w 161092"/>
                  <a:gd name="connsiteY5" fmla="*/ 31301 h 165169"/>
                  <a:gd name="connsiteX6" fmla="*/ 60611 w 161092"/>
                  <a:gd name="connsiteY6" fmla="*/ 1725 h 165169"/>
                  <a:gd name="connsiteX7" fmla="*/ 48610 w 161092"/>
                  <a:gd name="connsiteY7" fmla="*/ 6869 h 165169"/>
                  <a:gd name="connsiteX8" fmla="*/ 45609 w 161092"/>
                  <a:gd name="connsiteY8" fmla="*/ 51874 h 165169"/>
                  <a:gd name="connsiteX9" fmla="*/ 42180 w 161092"/>
                  <a:gd name="connsiteY9" fmla="*/ 57447 h 165169"/>
                  <a:gd name="connsiteX10" fmla="*/ 3604 w 161092"/>
                  <a:gd name="connsiteY10" fmla="*/ 80592 h 165169"/>
                  <a:gd name="connsiteX11" fmla="*/ 4461 w 161092"/>
                  <a:gd name="connsiteY11" fmla="*/ 93451 h 165169"/>
                  <a:gd name="connsiteX12" fmla="*/ 46467 w 161092"/>
                  <a:gd name="connsiteY12" fmla="*/ 110168 h 165169"/>
                  <a:gd name="connsiteX13" fmla="*/ 50753 w 161092"/>
                  <a:gd name="connsiteY13" fmla="*/ 115311 h 165169"/>
                  <a:gd name="connsiteX14" fmla="*/ 60611 w 161092"/>
                  <a:gd name="connsiteY14" fmla="*/ 159459 h 165169"/>
                  <a:gd name="connsiteX15" fmla="*/ 73041 w 161092"/>
                  <a:gd name="connsiteY15" fmla="*/ 162460 h 165169"/>
                  <a:gd name="connsiteX16" fmla="*/ 101759 w 161092"/>
                  <a:gd name="connsiteY16" fmla="*/ 127741 h 165169"/>
                  <a:gd name="connsiteX17" fmla="*/ 108189 w 161092"/>
                  <a:gd name="connsiteY17" fmla="*/ 125169 h 165169"/>
                  <a:gd name="connsiteX18" fmla="*/ 153194 w 161092"/>
                  <a:gd name="connsiteY18" fmla="*/ 129456 h 165169"/>
                  <a:gd name="connsiteX19" fmla="*/ 160052 w 161092"/>
                  <a:gd name="connsiteY19" fmla="*/ 118311 h 165169"/>
                  <a:gd name="connsiteX20" fmla="*/ 135621 w 161092"/>
                  <a:gd name="connsiteY20" fmla="*/ 80164 h 16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092" h="165169">
                    <a:moveTo>
                      <a:pt x="135621" y="80164"/>
                    </a:moveTo>
                    <a:cubicBezTo>
                      <a:pt x="134335" y="78021"/>
                      <a:pt x="134335" y="75449"/>
                      <a:pt x="135192" y="73306"/>
                    </a:cubicBezTo>
                    <a:lnTo>
                      <a:pt x="153194" y="31729"/>
                    </a:lnTo>
                    <a:cubicBezTo>
                      <a:pt x="155766" y="26157"/>
                      <a:pt x="150623" y="20585"/>
                      <a:pt x="144622" y="21871"/>
                    </a:cubicBezTo>
                    <a:lnTo>
                      <a:pt x="100902" y="33015"/>
                    </a:lnTo>
                    <a:cubicBezTo>
                      <a:pt x="98759" y="33444"/>
                      <a:pt x="96187" y="33015"/>
                      <a:pt x="94473" y="31301"/>
                    </a:cubicBezTo>
                    <a:lnTo>
                      <a:pt x="60611" y="1725"/>
                    </a:lnTo>
                    <a:cubicBezTo>
                      <a:pt x="55896" y="-2132"/>
                      <a:pt x="49038" y="868"/>
                      <a:pt x="48610" y="6869"/>
                    </a:cubicBezTo>
                    <a:lnTo>
                      <a:pt x="45609" y="51874"/>
                    </a:lnTo>
                    <a:cubicBezTo>
                      <a:pt x="45609" y="54446"/>
                      <a:pt x="44324" y="56589"/>
                      <a:pt x="42180" y="57447"/>
                    </a:cubicBezTo>
                    <a:lnTo>
                      <a:pt x="3604" y="80592"/>
                    </a:lnTo>
                    <a:cubicBezTo>
                      <a:pt x="-1539" y="83593"/>
                      <a:pt x="-1111" y="91308"/>
                      <a:pt x="4461" y="93451"/>
                    </a:cubicBezTo>
                    <a:lnTo>
                      <a:pt x="46467" y="110168"/>
                    </a:lnTo>
                    <a:cubicBezTo>
                      <a:pt x="48610" y="111025"/>
                      <a:pt x="50324" y="113168"/>
                      <a:pt x="50753" y="115311"/>
                    </a:cubicBezTo>
                    <a:lnTo>
                      <a:pt x="60611" y="159459"/>
                    </a:lnTo>
                    <a:cubicBezTo>
                      <a:pt x="61897" y="165460"/>
                      <a:pt x="69612" y="167175"/>
                      <a:pt x="73041" y="162460"/>
                    </a:cubicBezTo>
                    <a:lnTo>
                      <a:pt x="101759" y="127741"/>
                    </a:lnTo>
                    <a:cubicBezTo>
                      <a:pt x="103474" y="126027"/>
                      <a:pt x="105617" y="124741"/>
                      <a:pt x="108189" y="125169"/>
                    </a:cubicBezTo>
                    <a:lnTo>
                      <a:pt x="153194" y="129456"/>
                    </a:lnTo>
                    <a:cubicBezTo>
                      <a:pt x="159195" y="129884"/>
                      <a:pt x="163053" y="123455"/>
                      <a:pt x="160052" y="118311"/>
                    </a:cubicBezTo>
                    <a:lnTo>
                      <a:pt x="135621" y="80164"/>
                    </a:ln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  <p:sp>
            <p:nvSpPr>
              <p:cNvPr id="1332" name="任意多边形: 形状 1331"/>
              <p:cNvSpPr/>
              <p:nvPr/>
            </p:nvSpPr>
            <p:spPr>
              <a:xfrm>
                <a:off x="292292" y="294352"/>
                <a:ext cx="160329" cy="164942"/>
              </a:xfrm>
              <a:custGeom>
                <a:avLst/>
                <a:gdLst>
                  <a:gd name="connsiteX0" fmla="*/ 156573 w 160329"/>
                  <a:gd name="connsiteY0" fmla="*/ 78979 h 164942"/>
                  <a:gd name="connsiteX1" fmla="*/ 117139 w 160329"/>
                  <a:gd name="connsiteY1" fmla="*/ 57120 h 164942"/>
                  <a:gd name="connsiteX2" fmla="*/ 113282 w 160329"/>
                  <a:gd name="connsiteY2" fmla="*/ 51547 h 164942"/>
                  <a:gd name="connsiteX3" fmla="*/ 108567 w 160329"/>
                  <a:gd name="connsiteY3" fmla="*/ 6542 h 164942"/>
                  <a:gd name="connsiteX4" fmla="*/ 96565 w 160329"/>
                  <a:gd name="connsiteY4" fmla="*/ 1827 h 164942"/>
                  <a:gd name="connsiteX5" fmla="*/ 63561 w 160329"/>
                  <a:gd name="connsiteY5" fmla="*/ 32688 h 164942"/>
                  <a:gd name="connsiteX6" fmla="*/ 57132 w 160329"/>
                  <a:gd name="connsiteY6" fmla="*/ 34402 h 164942"/>
                  <a:gd name="connsiteX7" fmla="*/ 12984 w 160329"/>
                  <a:gd name="connsiteY7" fmla="*/ 24973 h 164942"/>
                  <a:gd name="connsiteX8" fmla="*/ 4840 w 160329"/>
                  <a:gd name="connsiteY8" fmla="*/ 35260 h 164942"/>
                  <a:gd name="connsiteX9" fmla="*/ 24128 w 160329"/>
                  <a:gd name="connsiteY9" fmla="*/ 75979 h 164942"/>
                  <a:gd name="connsiteX10" fmla="*/ 23699 w 160329"/>
                  <a:gd name="connsiteY10" fmla="*/ 82837 h 164942"/>
                  <a:gd name="connsiteX11" fmla="*/ 982 w 160329"/>
                  <a:gd name="connsiteY11" fmla="*/ 121842 h 164942"/>
                  <a:gd name="connsiteX12" fmla="*/ 8269 w 160329"/>
                  <a:gd name="connsiteY12" fmla="*/ 132558 h 164942"/>
                  <a:gd name="connsiteX13" fmla="*/ 52846 w 160329"/>
                  <a:gd name="connsiteY13" fmla="*/ 126985 h 164942"/>
                  <a:gd name="connsiteX14" fmla="*/ 59275 w 160329"/>
                  <a:gd name="connsiteY14" fmla="*/ 129129 h 164942"/>
                  <a:gd name="connsiteX15" fmla="*/ 89279 w 160329"/>
                  <a:gd name="connsiteY15" fmla="*/ 162561 h 164942"/>
                  <a:gd name="connsiteX16" fmla="*/ 101709 w 160329"/>
                  <a:gd name="connsiteY16" fmla="*/ 159132 h 164942"/>
                  <a:gd name="connsiteX17" fmla="*/ 110281 w 160329"/>
                  <a:gd name="connsiteY17" fmla="*/ 114984 h 164942"/>
                  <a:gd name="connsiteX18" fmla="*/ 114568 w 160329"/>
                  <a:gd name="connsiteY18" fmla="*/ 109840 h 164942"/>
                  <a:gd name="connsiteX19" fmla="*/ 155716 w 160329"/>
                  <a:gd name="connsiteY19" fmla="*/ 91410 h 164942"/>
                  <a:gd name="connsiteX20" fmla="*/ 156573 w 160329"/>
                  <a:gd name="connsiteY20" fmla="*/ 78979 h 16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329" h="164942">
                    <a:moveTo>
                      <a:pt x="156573" y="78979"/>
                    </a:moveTo>
                    <a:lnTo>
                      <a:pt x="117139" y="57120"/>
                    </a:lnTo>
                    <a:cubicBezTo>
                      <a:pt x="114996" y="55834"/>
                      <a:pt x="113710" y="53690"/>
                      <a:pt x="113282" y="51547"/>
                    </a:cubicBezTo>
                    <a:lnTo>
                      <a:pt x="108567" y="6542"/>
                    </a:lnTo>
                    <a:cubicBezTo>
                      <a:pt x="108138" y="541"/>
                      <a:pt x="100852" y="-2031"/>
                      <a:pt x="96565" y="1827"/>
                    </a:cubicBezTo>
                    <a:lnTo>
                      <a:pt x="63561" y="32688"/>
                    </a:lnTo>
                    <a:cubicBezTo>
                      <a:pt x="61847" y="34402"/>
                      <a:pt x="59275" y="34831"/>
                      <a:pt x="57132" y="34402"/>
                    </a:cubicBezTo>
                    <a:lnTo>
                      <a:pt x="12984" y="24973"/>
                    </a:lnTo>
                    <a:cubicBezTo>
                      <a:pt x="6983" y="23687"/>
                      <a:pt x="2268" y="29688"/>
                      <a:pt x="4840" y="35260"/>
                    </a:cubicBezTo>
                    <a:lnTo>
                      <a:pt x="24128" y="75979"/>
                    </a:lnTo>
                    <a:cubicBezTo>
                      <a:pt x="24985" y="78122"/>
                      <a:pt x="24985" y="80694"/>
                      <a:pt x="23699" y="82837"/>
                    </a:cubicBezTo>
                    <a:lnTo>
                      <a:pt x="982" y="121842"/>
                    </a:lnTo>
                    <a:cubicBezTo>
                      <a:pt x="-2018" y="126985"/>
                      <a:pt x="2268" y="133415"/>
                      <a:pt x="8269" y="132558"/>
                    </a:cubicBezTo>
                    <a:lnTo>
                      <a:pt x="52846" y="126985"/>
                    </a:lnTo>
                    <a:cubicBezTo>
                      <a:pt x="55417" y="126557"/>
                      <a:pt x="57561" y="127414"/>
                      <a:pt x="59275" y="129129"/>
                    </a:cubicBezTo>
                    <a:lnTo>
                      <a:pt x="89279" y="162561"/>
                    </a:lnTo>
                    <a:cubicBezTo>
                      <a:pt x="93136" y="166848"/>
                      <a:pt x="100852" y="165133"/>
                      <a:pt x="101709" y="159132"/>
                    </a:cubicBezTo>
                    <a:lnTo>
                      <a:pt x="110281" y="114984"/>
                    </a:lnTo>
                    <a:cubicBezTo>
                      <a:pt x="110710" y="112841"/>
                      <a:pt x="112425" y="110698"/>
                      <a:pt x="114568" y="109840"/>
                    </a:cubicBezTo>
                    <a:lnTo>
                      <a:pt x="155716" y="91410"/>
                    </a:lnTo>
                    <a:cubicBezTo>
                      <a:pt x="161716" y="89695"/>
                      <a:pt x="161716" y="81980"/>
                      <a:pt x="156573" y="78979"/>
                    </a:cubicBezTo>
                    <a:close/>
                  </a:path>
                </a:pathLst>
              </a:custGeom>
              <a:grpFill/>
              <a:ln w="42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armonyOS Sans SC Light" panose="020F0502020204030204"/>
                  <a:cs typeface="+mn-cs"/>
                </a:endParaRPr>
              </a:p>
            </p:txBody>
          </p:sp>
        </p:grpSp>
      </p:grpSp>
      <p:sp>
        <p:nvSpPr>
          <p:cNvPr id="54" name="文本框 53"/>
          <p:cNvSpPr txBox="1"/>
          <p:nvPr/>
        </p:nvSpPr>
        <p:spPr>
          <a:xfrm>
            <a:off x="4338929" y="2527912"/>
            <a:ext cx="3493264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师生合影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任意多边形: 形状 28" descr="D:\51PPT模板网\51pptmoban.com\图片.jpg"/>
          <p:cNvSpPr/>
          <p:nvPr/>
        </p:nvSpPr>
        <p:spPr>
          <a:xfrm>
            <a:off x="4814084" y="5295639"/>
            <a:ext cx="2708445" cy="1666735"/>
          </a:xfrm>
          <a:custGeom>
            <a:avLst/>
            <a:gdLst>
              <a:gd name="connsiteX0" fmla="*/ 252492 w 5823598"/>
              <a:gd name="connsiteY0" fmla="*/ 2598221 h 3583752"/>
              <a:gd name="connsiteX1" fmla="*/ 301361 w 5823598"/>
              <a:gd name="connsiteY1" fmla="*/ 2655235 h 3583752"/>
              <a:gd name="connsiteX2" fmla="*/ 276926 w 5823598"/>
              <a:gd name="connsiteY2" fmla="*/ 2687815 h 3583752"/>
              <a:gd name="connsiteX3" fmla="*/ 211767 w 5823598"/>
              <a:gd name="connsiteY3" fmla="*/ 2826278 h 3583752"/>
              <a:gd name="connsiteX4" fmla="*/ 236202 w 5823598"/>
              <a:gd name="connsiteY4" fmla="*/ 2687815 h 3583752"/>
              <a:gd name="connsiteX5" fmla="*/ 187333 w 5823598"/>
              <a:gd name="connsiteY5" fmla="*/ 2581931 h 3583752"/>
              <a:gd name="connsiteX6" fmla="*/ 211767 w 5823598"/>
              <a:gd name="connsiteY6" fmla="*/ 2508627 h 3583752"/>
              <a:gd name="connsiteX7" fmla="*/ 252492 w 5823598"/>
              <a:gd name="connsiteY7" fmla="*/ 2598221 h 3583752"/>
              <a:gd name="connsiteX8" fmla="*/ 1425356 w 5823598"/>
              <a:gd name="connsiteY8" fmla="*/ 1571964 h 3583752"/>
              <a:gd name="connsiteX9" fmla="*/ 1425356 w 5823598"/>
              <a:gd name="connsiteY9" fmla="*/ 1604544 h 3583752"/>
              <a:gd name="connsiteX10" fmla="*/ 1539385 w 5823598"/>
              <a:gd name="connsiteY10" fmla="*/ 1653413 h 3583752"/>
              <a:gd name="connsiteX11" fmla="*/ 1547530 w 5823598"/>
              <a:gd name="connsiteY11" fmla="*/ 1685993 h 3583752"/>
              <a:gd name="connsiteX12" fmla="*/ 1514950 w 5823598"/>
              <a:gd name="connsiteY12" fmla="*/ 1702283 h 3583752"/>
              <a:gd name="connsiteX13" fmla="*/ 1490515 w 5823598"/>
              <a:gd name="connsiteY13" fmla="*/ 1669703 h 3583752"/>
              <a:gd name="connsiteX14" fmla="*/ 1343907 w 5823598"/>
              <a:gd name="connsiteY14" fmla="*/ 1563820 h 3583752"/>
              <a:gd name="connsiteX15" fmla="*/ 1295038 w 5823598"/>
              <a:gd name="connsiteY15" fmla="*/ 1563820 h 3583752"/>
              <a:gd name="connsiteX16" fmla="*/ 1327618 w 5823598"/>
              <a:gd name="connsiteY16" fmla="*/ 1539385 h 3583752"/>
              <a:gd name="connsiteX17" fmla="*/ 1262458 w 5823598"/>
              <a:gd name="connsiteY17" fmla="*/ 1466081 h 3583752"/>
              <a:gd name="connsiteX18" fmla="*/ 1197299 w 5823598"/>
              <a:gd name="connsiteY18" fmla="*/ 1327618 h 3583752"/>
              <a:gd name="connsiteX19" fmla="*/ 1425356 w 5823598"/>
              <a:gd name="connsiteY19" fmla="*/ 1571964 h 3583752"/>
              <a:gd name="connsiteX20" fmla="*/ 2019933 w 5823598"/>
              <a:gd name="connsiteY20" fmla="*/ 1091416 h 3583752"/>
              <a:gd name="connsiteX21" fmla="*/ 2060658 w 5823598"/>
              <a:gd name="connsiteY21" fmla="*/ 1050691 h 3583752"/>
              <a:gd name="connsiteX22" fmla="*/ 2019933 w 5823598"/>
              <a:gd name="connsiteY22" fmla="*/ 1091416 h 3583752"/>
              <a:gd name="connsiteX23" fmla="*/ 2109527 w 5823598"/>
              <a:gd name="connsiteY23" fmla="*/ 1050691 h 3583752"/>
              <a:gd name="connsiteX24" fmla="*/ 2044368 w 5823598"/>
              <a:gd name="connsiteY24" fmla="*/ 1115850 h 3583752"/>
              <a:gd name="connsiteX25" fmla="*/ 2085093 w 5823598"/>
              <a:gd name="connsiteY25" fmla="*/ 1042546 h 3583752"/>
              <a:gd name="connsiteX26" fmla="*/ 2109527 w 5823598"/>
              <a:gd name="connsiteY26" fmla="*/ 1050691 h 3583752"/>
              <a:gd name="connsiteX27" fmla="*/ 1034401 w 5823598"/>
              <a:gd name="connsiteY27" fmla="*/ 790055 h 3583752"/>
              <a:gd name="connsiteX28" fmla="*/ 1238024 w 5823598"/>
              <a:gd name="connsiteY28" fmla="*/ 912228 h 3583752"/>
              <a:gd name="connsiteX29" fmla="*/ 1368342 w 5823598"/>
              <a:gd name="connsiteY29" fmla="*/ 985532 h 3583752"/>
              <a:gd name="connsiteX30" fmla="*/ 1042546 w 5823598"/>
              <a:gd name="connsiteY30" fmla="*/ 1319473 h 3583752"/>
              <a:gd name="connsiteX31" fmla="*/ 1042546 w 5823598"/>
              <a:gd name="connsiteY31" fmla="*/ 1368342 h 3583752"/>
              <a:gd name="connsiteX32" fmla="*/ 993677 w 5823598"/>
              <a:gd name="connsiteY32" fmla="*/ 1368342 h 3583752"/>
              <a:gd name="connsiteX33" fmla="*/ 969242 w 5823598"/>
              <a:gd name="connsiteY33" fmla="*/ 1392777 h 3583752"/>
              <a:gd name="connsiteX34" fmla="*/ 912228 w 5823598"/>
              <a:gd name="connsiteY34" fmla="*/ 1734862 h 3583752"/>
              <a:gd name="connsiteX35" fmla="*/ 944808 w 5823598"/>
              <a:gd name="connsiteY35" fmla="*/ 1783732 h 3583752"/>
              <a:gd name="connsiteX36" fmla="*/ 936663 w 5823598"/>
              <a:gd name="connsiteY36" fmla="*/ 1873325 h 3583752"/>
              <a:gd name="connsiteX37" fmla="*/ 887793 w 5823598"/>
              <a:gd name="connsiteY37" fmla="*/ 2028078 h 3583752"/>
              <a:gd name="connsiteX38" fmla="*/ 895938 w 5823598"/>
              <a:gd name="connsiteY38" fmla="*/ 2052513 h 3583752"/>
              <a:gd name="connsiteX39" fmla="*/ 920373 w 5823598"/>
              <a:gd name="connsiteY39" fmla="*/ 2036223 h 3583752"/>
              <a:gd name="connsiteX40" fmla="*/ 912228 w 5823598"/>
              <a:gd name="connsiteY40" fmla="*/ 2068803 h 3583752"/>
              <a:gd name="connsiteX41" fmla="*/ 985532 w 5823598"/>
              <a:gd name="connsiteY41" fmla="*/ 2166542 h 3583752"/>
              <a:gd name="connsiteX42" fmla="*/ 1197299 w 5823598"/>
              <a:gd name="connsiteY42" fmla="*/ 2394599 h 3583752"/>
              <a:gd name="connsiteX43" fmla="*/ 1197299 w 5823598"/>
              <a:gd name="connsiteY43" fmla="*/ 2598221 h 3583752"/>
              <a:gd name="connsiteX44" fmla="*/ 1107705 w 5823598"/>
              <a:gd name="connsiteY44" fmla="*/ 2826278 h 3583752"/>
              <a:gd name="connsiteX45" fmla="*/ 993677 w 5823598"/>
              <a:gd name="connsiteY45" fmla="*/ 3046190 h 3583752"/>
              <a:gd name="connsiteX46" fmla="*/ 879648 w 5823598"/>
              <a:gd name="connsiteY46" fmla="*/ 3209088 h 3583752"/>
              <a:gd name="connsiteX47" fmla="*/ 879648 w 5823598"/>
              <a:gd name="connsiteY47" fmla="*/ 3429000 h 3583752"/>
              <a:gd name="connsiteX48" fmla="*/ 879648 w 5823598"/>
              <a:gd name="connsiteY48" fmla="*/ 3583753 h 3583752"/>
              <a:gd name="connsiteX49" fmla="*/ 0 w 5823598"/>
              <a:gd name="connsiteY49" fmla="*/ 3583753 h 3583752"/>
              <a:gd name="connsiteX50" fmla="*/ 0 w 5823598"/>
              <a:gd name="connsiteY50" fmla="*/ 2728539 h 3583752"/>
              <a:gd name="connsiteX51" fmla="*/ 65159 w 5823598"/>
              <a:gd name="connsiteY51" fmla="*/ 2565641 h 3583752"/>
              <a:gd name="connsiteX52" fmla="*/ 162898 w 5823598"/>
              <a:gd name="connsiteY52" fmla="*/ 2451613 h 3583752"/>
              <a:gd name="connsiteX53" fmla="*/ 203622 w 5823598"/>
              <a:gd name="connsiteY53" fmla="*/ 2288715 h 3583752"/>
              <a:gd name="connsiteX54" fmla="*/ 464259 w 5823598"/>
              <a:gd name="connsiteY54" fmla="*/ 2150252 h 3583752"/>
              <a:gd name="connsiteX55" fmla="*/ 521273 w 5823598"/>
              <a:gd name="connsiteY55" fmla="*/ 2150252 h 3583752"/>
              <a:gd name="connsiteX56" fmla="*/ 594577 w 5823598"/>
              <a:gd name="connsiteY56" fmla="*/ 2182831 h 3583752"/>
              <a:gd name="connsiteX57" fmla="*/ 643447 w 5823598"/>
              <a:gd name="connsiteY57" fmla="*/ 2256136 h 3583752"/>
              <a:gd name="connsiteX58" fmla="*/ 651591 w 5823598"/>
              <a:gd name="connsiteY58" fmla="*/ 2231701 h 3583752"/>
              <a:gd name="connsiteX59" fmla="*/ 627157 w 5823598"/>
              <a:gd name="connsiteY59" fmla="*/ 2150252 h 3583752"/>
              <a:gd name="connsiteX60" fmla="*/ 741185 w 5823598"/>
              <a:gd name="connsiteY60" fmla="*/ 1857036 h 3583752"/>
              <a:gd name="connsiteX61" fmla="*/ 757475 w 5823598"/>
              <a:gd name="connsiteY61" fmla="*/ 1751152 h 3583752"/>
              <a:gd name="connsiteX62" fmla="*/ 806344 w 5823598"/>
              <a:gd name="connsiteY62" fmla="*/ 1726717 h 3583752"/>
              <a:gd name="connsiteX63" fmla="*/ 863359 w 5823598"/>
              <a:gd name="connsiteY63" fmla="*/ 1474226 h 3583752"/>
              <a:gd name="connsiteX64" fmla="*/ 830779 w 5823598"/>
              <a:gd name="connsiteY64" fmla="*/ 1343907 h 3583752"/>
              <a:gd name="connsiteX65" fmla="*/ 855214 w 5823598"/>
              <a:gd name="connsiteY65" fmla="*/ 1295038 h 3583752"/>
              <a:gd name="connsiteX66" fmla="*/ 537563 w 5823598"/>
              <a:gd name="connsiteY66" fmla="*/ 1066981 h 3583752"/>
              <a:gd name="connsiteX67" fmla="*/ 627157 w 5823598"/>
              <a:gd name="connsiteY67" fmla="*/ 977387 h 3583752"/>
              <a:gd name="connsiteX68" fmla="*/ 667881 w 5823598"/>
              <a:gd name="connsiteY68" fmla="*/ 920373 h 3583752"/>
              <a:gd name="connsiteX69" fmla="*/ 749330 w 5823598"/>
              <a:gd name="connsiteY69" fmla="*/ 871504 h 3583752"/>
              <a:gd name="connsiteX70" fmla="*/ 928518 w 5823598"/>
              <a:gd name="connsiteY70" fmla="*/ 724896 h 3583752"/>
              <a:gd name="connsiteX71" fmla="*/ 1034401 w 5823598"/>
              <a:gd name="connsiteY71" fmla="*/ 790055 h 3583752"/>
              <a:gd name="connsiteX72" fmla="*/ 5587396 w 5823598"/>
              <a:gd name="connsiteY72" fmla="*/ 635302 h 3583752"/>
              <a:gd name="connsiteX73" fmla="*/ 5579252 w 5823598"/>
              <a:gd name="connsiteY73" fmla="*/ 619012 h 3583752"/>
              <a:gd name="connsiteX74" fmla="*/ 5587396 w 5823598"/>
              <a:gd name="connsiteY74" fmla="*/ 635302 h 3583752"/>
              <a:gd name="connsiteX75" fmla="*/ 5628121 w 5823598"/>
              <a:gd name="connsiteY75" fmla="*/ 464259 h 3583752"/>
              <a:gd name="connsiteX76" fmla="*/ 5628121 w 5823598"/>
              <a:gd name="connsiteY76" fmla="*/ 545708 h 3583752"/>
              <a:gd name="connsiteX77" fmla="*/ 5644411 w 5823598"/>
              <a:gd name="connsiteY77" fmla="*/ 586432 h 3583752"/>
              <a:gd name="connsiteX78" fmla="*/ 5823598 w 5823598"/>
              <a:gd name="connsiteY78" fmla="*/ 765620 h 3583752"/>
              <a:gd name="connsiteX79" fmla="*/ 5823598 w 5823598"/>
              <a:gd name="connsiteY79" fmla="*/ 1352052 h 3583752"/>
              <a:gd name="connsiteX80" fmla="*/ 5750294 w 5823598"/>
              <a:gd name="connsiteY80" fmla="*/ 1360197 h 3583752"/>
              <a:gd name="connsiteX81" fmla="*/ 5530382 w 5823598"/>
              <a:gd name="connsiteY81" fmla="*/ 1295038 h 3583752"/>
              <a:gd name="connsiteX82" fmla="*/ 5505948 w 5823598"/>
              <a:gd name="connsiteY82" fmla="*/ 1368342 h 3583752"/>
              <a:gd name="connsiteX83" fmla="*/ 5546672 w 5823598"/>
              <a:gd name="connsiteY83" fmla="*/ 1645268 h 3583752"/>
              <a:gd name="connsiteX84" fmla="*/ 5603686 w 5823598"/>
              <a:gd name="connsiteY84" fmla="*/ 1661558 h 3583752"/>
              <a:gd name="connsiteX85" fmla="*/ 5628121 w 5823598"/>
              <a:gd name="connsiteY85" fmla="*/ 1661558 h 3583752"/>
              <a:gd name="connsiteX86" fmla="*/ 5562962 w 5823598"/>
              <a:gd name="connsiteY86" fmla="*/ 1840746 h 3583752"/>
              <a:gd name="connsiteX87" fmla="*/ 5538527 w 5823598"/>
              <a:gd name="connsiteY87" fmla="*/ 2101383 h 3583752"/>
              <a:gd name="connsiteX88" fmla="*/ 5473368 w 5823598"/>
              <a:gd name="connsiteY88" fmla="*/ 2174687 h 3583752"/>
              <a:gd name="connsiteX89" fmla="*/ 5497803 w 5823598"/>
              <a:gd name="connsiteY89" fmla="*/ 2231701 h 3583752"/>
              <a:gd name="connsiteX90" fmla="*/ 5457078 w 5823598"/>
              <a:gd name="connsiteY90" fmla="*/ 2329440 h 3583752"/>
              <a:gd name="connsiteX91" fmla="*/ 5424499 w 5823598"/>
              <a:gd name="connsiteY91" fmla="*/ 2386454 h 3583752"/>
              <a:gd name="connsiteX92" fmla="*/ 5685135 w 5823598"/>
              <a:gd name="connsiteY92" fmla="*/ 2687815 h 3583752"/>
              <a:gd name="connsiteX93" fmla="*/ 5685135 w 5823598"/>
              <a:gd name="connsiteY93" fmla="*/ 2712250 h 3583752"/>
              <a:gd name="connsiteX94" fmla="*/ 5424499 w 5823598"/>
              <a:gd name="connsiteY94" fmla="*/ 2777409 h 3583752"/>
              <a:gd name="connsiteX95" fmla="*/ 5408209 w 5823598"/>
              <a:gd name="connsiteY95" fmla="*/ 2834423 h 3583752"/>
              <a:gd name="connsiteX96" fmla="*/ 5334905 w 5823598"/>
              <a:gd name="connsiteY96" fmla="*/ 2964741 h 3583752"/>
              <a:gd name="connsiteX97" fmla="*/ 5237166 w 5823598"/>
              <a:gd name="connsiteY97" fmla="*/ 3021755 h 3583752"/>
              <a:gd name="connsiteX98" fmla="*/ 5302325 w 5823598"/>
              <a:gd name="connsiteY98" fmla="*/ 3160219 h 3583752"/>
              <a:gd name="connsiteX99" fmla="*/ 5196442 w 5823598"/>
              <a:gd name="connsiteY99" fmla="*/ 3225378 h 3583752"/>
              <a:gd name="connsiteX100" fmla="*/ 5277891 w 5823598"/>
              <a:gd name="connsiteY100" fmla="*/ 3583753 h 3583752"/>
              <a:gd name="connsiteX101" fmla="*/ 3844389 w 5823598"/>
              <a:gd name="connsiteY101" fmla="*/ 3583753 h 3583752"/>
              <a:gd name="connsiteX102" fmla="*/ 3876969 w 5823598"/>
              <a:gd name="connsiteY102" fmla="*/ 3396421 h 3583752"/>
              <a:gd name="connsiteX103" fmla="*/ 3885114 w 5823598"/>
              <a:gd name="connsiteY103" fmla="*/ 3314972 h 3583752"/>
              <a:gd name="connsiteX104" fmla="*/ 3901404 w 5823598"/>
              <a:gd name="connsiteY104" fmla="*/ 3078770 h 3583752"/>
              <a:gd name="connsiteX105" fmla="*/ 3575608 w 5823598"/>
              <a:gd name="connsiteY105" fmla="*/ 3363841 h 3583752"/>
              <a:gd name="connsiteX106" fmla="*/ 3559318 w 5823598"/>
              <a:gd name="connsiteY106" fmla="*/ 3396421 h 3583752"/>
              <a:gd name="connsiteX107" fmla="*/ 3591898 w 5823598"/>
              <a:gd name="connsiteY107" fmla="*/ 3583753 h 3583752"/>
              <a:gd name="connsiteX108" fmla="*/ 1099561 w 5823598"/>
              <a:gd name="connsiteY108" fmla="*/ 3583753 h 3583752"/>
              <a:gd name="connsiteX109" fmla="*/ 1123995 w 5823598"/>
              <a:gd name="connsiteY109" fmla="*/ 3486014 h 3583752"/>
              <a:gd name="connsiteX110" fmla="*/ 1091416 w 5823598"/>
              <a:gd name="connsiteY110" fmla="*/ 3314972 h 3583752"/>
              <a:gd name="connsiteX111" fmla="*/ 1221734 w 5823598"/>
              <a:gd name="connsiteY111" fmla="*/ 3013611 h 3583752"/>
              <a:gd name="connsiteX112" fmla="*/ 1221734 w 5823598"/>
              <a:gd name="connsiteY112" fmla="*/ 2956596 h 3583752"/>
              <a:gd name="connsiteX113" fmla="*/ 1295038 w 5823598"/>
              <a:gd name="connsiteY113" fmla="*/ 2883292 h 3583752"/>
              <a:gd name="connsiteX114" fmla="*/ 1376487 w 5823598"/>
              <a:gd name="connsiteY114" fmla="*/ 2671525 h 3583752"/>
              <a:gd name="connsiteX115" fmla="*/ 1767442 w 5823598"/>
              <a:gd name="connsiteY115" fmla="*/ 2060658 h 3583752"/>
              <a:gd name="connsiteX116" fmla="*/ 1857036 w 5823598"/>
              <a:gd name="connsiteY116" fmla="*/ 2076948 h 3583752"/>
              <a:gd name="connsiteX117" fmla="*/ 1995499 w 5823598"/>
              <a:gd name="connsiteY117" fmla="*/ 2329440 h 3583752"/>
              <a:gd name="connsiteX118" fmla="*/ 2019933 w 5823598"/>
              <a:gd name="connsiteY118" fmla="*/ 2443468 h 3583752"/>
              <a:gd name="connsiteX119" fmla="*/ 1995499 w 5823598"/>
              <a:gd name="connsiteY119" fmla="*/ 2541207 h 3583752"/>
              <a:gd name="connsiteX120" fmla="*/ 2011788 w 5823598"/>
              <a:gd name="connsiteY120" fmla="*/ 2573786 h 3583752"/>
              <a:gd name="connsiteX121" fmla="*/ 2093237 w 5823598"/>
              <a:gd name="connsiteY121" fmla="*/ 2492337 h 3583752"/>
              <a:gd name="connsiteX122" fmla="*/ 2060658 w 5823598"/>
              <a:gd name="connsiteY122" fmla="*/ 2402744 h 3583752"/>
              <a:gd name="connsiteX123" fmla="*/ 2076948 w 5823598"/>
              <a:gd name="connsiteY123" fmla="*/ 2313150 h 3583752"/>
              <a:gd name="connsiteX124" fmla="*/ 2158397 w 5823598"/>
              <a:gd name="connsiteY124" fmla="*/ 2019934 h 3583752"/>
              <a:gd name="connsiteX125" fmla="*/ 2215411 w 5823598"/>
              <a:gd name="connsiteY125" fmla="*/ 1962919 h 3583752"/>
              <a:gd name="connsiteX126" fmla="*/ 2231701 w 5823598"/>
              <a:gd name="connsiteY126" fmla="*/ 1914050 h 3583752"/>
              <a:gd name="connsiteX127" fmla="*/ 2247990 w 5823598"/>
              <a:gd name="connsiteY127" fmla="*/ 1800021 h 3583752"/>
              <a:gd name="connsiteX128" fmla="*/ 2231701 w 5823598"/>
              <a:gd name="connsiteY128" fmla="*/ 1433501 h 3583752"/>
              <a:gd name="connsiteX129" fmla="*/ 2272425 w 5823598"/>
              <a:gd name="connsiteY129" fmla="*/ 1254314 h 3583752"/>
              <a:gd name="connsiteX130" fmla="*/ 2305005 w 5823598"/>
              <a:gd name="connsiteY130" fmla="*/ 1238024 h 3583752"/>
              <a:gd name="connsiteX131" fmla="*/ 2321294 w 5823598"/>
              <a:gd name="connsiteY131" fmla="*/ 1148430 h 3583752"/>
              <a:gd name="connsiteX132" fmla="*/ 2353874 w 5823598"/>
              <a:gd name="connsiteY132" fmla="*/ 1319473 h 3583752"/>
              <a:gd name="connsiteX133" fmla="*/ 2362019 w 5823598"/>
              <a:gd name="connsiteY133" fmla="*/ 1295038 h 3583752"/>
              <a:gd name="connsiteX134" fmla="*/ 2378309 w 5823598"/>
              <a:gd name="connsiteY134" fmla="*/ 1335763 h 3583752"/>
              <a:gd name="connsiteX135" fmla="*/ 2329439 w 5823598"/>
              <a:gd name="connsiteY135" fmla="*/ 1506805 h 3583752"/>
              <a:gd name="connsiteX136" fmla="*/ 2345729 w 5823598"/>
              <a:gd name="connsiteY136" fmla="*/ 1555675 h 3583752"/>
              <a:gd name="connsiteX137" fmla="*/ 2329439 w 5823598"/>
              <a:gd name="connsiteY137" fmla="*/ 1620834 h 3583752"/>
              <a:gd name="connsiteX138" fmla="*/ 2329439 w 5823598"/>
              <a:gd name="connsiteY138" fmla="*/ 1979209 h 3583752"/>
              <a:gd name="connsiteX139" fmla="*/ 2419033 w 5823598"/>
              <a:gd name="connsiteY139" fmla="*/ 2044368 h 3583752"/>
              <a:gd name="connsiteX140" fmla="*/ 2476047 w 5823598"/>
              <a:gd name="connsiteY140" fmla="*/ 2190976 h 3583752"/>
              <a:gd name="connsiteX141" fmla="*/ 2459758 w 5823598"/>
              <a:gd name="connsiteY141" fmla="*/ 2247991 h 3583752"/>
              <a:gd name="connsiteX142" fmla="*/ 2467903 w 5823598"/>
              <a:gd name="connsiteY142" fmla="*/ 2329440 h 3583752"/>
              <a:gd name="connsiteX143" fmla="*/ 2394599 w 5823598"/>
              <a:gd name="connsiteY143" fmla="*/ 2622656 h 3583752"/>
              <a:gd name="connsiteX144" fmla="*/ 2419033 w 5823598"/>
              <a:gd name="connsiteY144" fmla="*/ 2801843 h 3583752"/>
              <a:gd name="connsiteX145" fmla="*/ 2394599 w 5823598"/>
              <a:gd name="connsiteY145" fmla="*/ 2940307 h 3583752"/>
              <a:gd name="connsiteX146" fmla="*/ 2402743 w 5823598"/>
              <a:gd name="connsiteY146" fmla="*/ 3119494 h 3583752"/>
              <a:gd name="connsiteX147" fmla="*/ 2761119 w 5823598"/>
              <a:gd name="connsiteY147" fmla="*/ 2858858 h 3583752"/>
              <a:gd name="connsiteX148" fmla="*/ 2818133 w 5823598"/>
              <a:gd name="connsiteY148" fmla="*/ 2687815 h 3583752"/>
              <a:gd name="connsiteX149" fmla="*/ 2761119 w 5823598"/>
              <a:gd name="connsiteY149" fmla="*/ 2427178 h 3583752"/>
              <a:gd name="connsiteX150" fmla="*/ 2972886 w 5823598"/>
              <a:gd name="connsiteY150" fmla="*/ 2150252 h 3583752"/>
              <a:gd name="connsiteX151" fmla="*/ 3103204 w 5823598"/>
              <a:gd name="connsiteY151" fmla="*/ 2158397 h 3583752"/>
              <a:gd name="connsiteX152" fmla="*/ 3282392 w 5823598"/>
              <a:gd name="connsiteY152" fmla="*/ 2500482 h 3583752"/>
              <a:gd name="connsiteX153" fmla="*/ 3200943 w 5823598"/>
              <a:gd name="connsiteY153" fmla="*/ 2728539 h 3583752"/>
              <a:gd name="connsiteX154" fmla="*/ 3266102 w 5823598"/>
              <a:gd name="connsiteY154" fmla="*/ 2761119 h 3583752"/>
              <a:gd name="connsiteX155" fmla="*/ 3290537 w 5823598"/>
              <a:gd name="connsiteY155" fmla="*/ 2744829 h 3583752"/>
              <a:gd name="connsiteX156" fmla="*/ 3331261 w 5823598"/>
              <a:gd name="connsiteY156" fmla="*/ 2663380 h 3583752"/>
              <a:gd name="connsiteX157" fmla="*/ 3404565 w 5823598"/>
              <a:gd name="connsiteY157" fmla="*/ 2590076 h 3583752"/>
              <a:gd name="connsiteX158" fmla="*/ 3388275 w 5823598"/>
              <a:gd name="connsiteY158" fmla="*/ 2549352 h 3583752"/>
              <a:gd name="connsiteX159" fmla="*/ 3559318 w 5823598"/>
              <a:gd name="connsiteY159" fmla="*/ 2362019 h 3583752"/>
              <a:gd name="connsiteX160" fmla="*/ 3608187 w 5823598"/>
              <a:gd name="connsiteY160" fmla="*/ 2288715 h 3583752"/>
              <a:gd name="connsiteX161" fmla="*/ 3534883 w 5823598"/>
              <a:gd name="connsiteY161" fmla="*/ 2239846 h 3583752"/>
              <a:gd name="connsiteX162" fmla="*/ 3616332 w 5823598"/>
              <a:gd name="connsiteY162" fmla="*/ 2207266 h 3583752"/>
              <a:gd name="connsiteX163" fmla="*/ 3543028 w 5823598"/>
              <a:gd name="connsiteY163" fmla="*/ 2011789 h 3583752"/>
              <a:gd name="connsiteX164" fmla="*/ 3559318 w 5823598"/>
              <a:gd name="connsiteY164" fmla="*/ 2003644 h 3583752"/>
              <a:gd name="connsiteX165" fmla="*/ 3632622 w 5823598"/>
              <a:gd name="connsiteY165" fmla="*/ 2085093 h 3583752"/>
              <a:gd name="connsiteX166" fmla="*/ 3657057 w 5823598"/>
              <a:gd name="connsiteY166" fmla="*/ 1897760 h 3583752"/>
              <a:gd name="connsiteX167" fmla="*/ 3534883 w 5823598"/>
              <a:gd name="connsiteY167" fmla="*/ 1775587 h 3583752"/>
              <a:gd name="connsiteX168" fmla="*/ 3429000 w 5823598"/>
              <a:gd name="connsiteY168" fmla="*/ 1930340 h 3583752"/>
              <a:gd name="connsiteX169" fmla="*/ 3429000 w 5823598"/>
              <a:gd name="connsiteY169" fmla="*/ 1881470 h 3583752"/>
              <a:gd name="connsiteX170" fmla="*/ 3828100 w 5823598"/>
              <a:gd name="connsiteY170" fmla="*/ 904083 h 3583752"/>
              <a:gd name="connsiteX171" fmla="*/ 3762940 w 5823598"/>
              <a:gd name="connsiteY171" fmla="*/ 1123995 h 3583752"/>
              <a:gd name="connsiteX172" fmla="*/ 3779230 w 5823598"/>
              <a:gd name="connsiteY172" fmla="*/ 1148430 h 3583752"/>
              <a:gd name="connsiteX173" fmla="*/ 4088736 w 5823598"/>
              <a:gd name="connsiteY173" fmla="*/ 1295038 h 3583752"/>
              <a:gd name="connsiteX174" fmla="*/ 3950273 w 5823598"/>
              <a:gd name="connsiteY174" fmla="*/ 1498660 h 3583752"/>
              <a:gd name="connsiteX175" fmla="*/ 3819955 w 5823598"/>
              <a:gd name="connsiteY175" fmla="*/ 1628979 h 3583752"/>
              <a:gd name="connsiteX176" fmla="*/ 3771085 w 5823598"/>
              <a:gd name="connsiteY176" fmla="*/ 1734862 h 3583752"/>
              <a:gd name="connsiteX177" fmla="*/ 3787375 w 5823598"/>
              <a:gd name="connsiteY177" fmla="*/ 1759297 h 3583752"/>
              <a:gd name="connsiteX178" fmla="*/ 3771085 w 5823598"/>
              <a:gd name="connsiteY178" fmla="*/ 1800021 h 3583752"/>
              <a:gd name="connsiteX179" fmla="*/ 3795520 w 5823598"/>
              <a:gd name="connsiteY179" fmla="*/ 2182831 h 3583752"/>
              <a:gd name="connsiteX180" fmla="*/ 3819955 w 5823598"/>
              <a:gd name="connsiteY180" fmla="*/ 2280570 h 3583752"/>
              <a:gd name="connsiteX181" fmla="*/ 3771085 w 5823598"/>
              <a:gd name="connsiteY181" fmla="*/ 2305005 h 3583752"/>
              <a:gd name="connsiteX182" fmla="*/ 3714071 w 5823598"/>
              <a:gd name="connsiteY182" fmla="*/ 2524917 h 3583752"/>
              <a:gd name="connsiteX183" fmla="*/ 3966563 w 5823598"/>
              <a:gd name="connsiteY183" fmla="*/ 2858858 h 3583752"/>
              <a:gd name="connsiteX184" fmla="*/ 4048012 w 5823598"/>
              <a:gd name="connsiteY184" fmla="*/ 2761119 h 3583752"/>
              <a:gd name="connsiteX185" fmla="*/ 4113171 w 5823598"/>
              <a:gd name="connsiteY185" fmla="*/ 2630801 h 3583752"/>
              <a:gd name="connsiteX186" fmla="*/ 4276069 w 5823598"/>
              <a:gd name="connsiteY186" fmla="*/ 2533062 h 3583752"/>
              <a:gd name="connsiteX187" fmla="*/ 4300503 w 5823598"/>
              <a:gd name="connsiteY187" fmla="*/ 2557497 h 3583752"/>
              <a:gd name="connsiteX188" fmla="*/ 4333083 w 5823598"/>
              <a:gd name="connsiteY188" fmla="*/ 2508627 h 3583752"/>
              <a:gd name="connsiteX189" fmla="*/ 4455256 w 5823598"/>
              <a:gd name="connsiteY189" fmla="*/ 2467903 h 3583752"/>
              <a:gd name="connsiteX190" fmla="*/ 4471546 w 5823598"/>
              <a:gd name="connsiteY190" fmla="*/ 2410888 h 3583752"/>
              <a:gd name="connsiteX191" fmla="*/ 4495981 w 5823598"/>
              <a:gd name="connsiteY191" fmla="*/ 2353874 h 3583752"/>
              <a:gd name="connsiteX192" fmla="*/ 4414532 w 5823598"/>
              <a:gd name="connsiteY192" fmla="*/ 2207266 h 3583752"/>
              <a:gd name="connsiteX193" fmla="*/ 4414532 w 5823598"/>
              <a:gd name="connsiteY193" fmla="*/ 1971064 h 3583752"/>
              <a:gd name="connsiteX194" fmla="*/ 4675169 w 5823598"/>
              <a:gd name="connsiteY194" fmla="*/ 1702283 h 3583752"/>
              <a:gd name="connsiteX195" fmla="*/ 4781052 w 5823598"/>
              <a:gd name="connsiteY195" fmla="*/ 1718573 h 3583752"/>
              <a:gd name="connsiteX196" fmla="*/ 4919515 w 5823598"/>
              <a:gd name="connsiteY196" fmla="*/ 1954774 h 3583752"/>
              <a:gd name="connsiteX197" fmla="*/ 4911370 w 5823598"/>
              <a:gd name="connsiteY197" fmla="*/ 2133962 h 3583752"/>
              <a:gd name="connsiteX198" fmla="*/ 4781052 w 5823598"/>
              <a:gd name="connsiteY198" fmla="*/ 2370164 h 3583752"/>
              <a:gd name="connsiteX199" fmla="*/ 4789197 w 5823598"/>
              <a:gd name="connsiteY199" fmla="*/ 2451613 h 3583752"/>
              <a:gd name="connsiteX200" fmla="*/ 4886936 w 5823598"/>
              <a:gd name="connsiteY200" fmla="*/ 2443468 h 3583752"/>
              <a:gd name="connsiteX201" fmla="*/ 4862501 w 5823598"/>
              <a:gd name="connsiteY201" fmla="*/ 2378309 h 3583752"/>
              <a:gd name="connsiteX202" fmla="*/ 4927660 w 5823598"/>
              <a:gd name="connsiteY202" fmla="*/ 2313150 h 3583752"/>
              <a:gd name="connsiteX203" fmla="*/ 5212731 w 5823598"/>
              <a:gd name="connsiteY203" fmla="*/ 2109527 h 3583752"/>
              <a:gd name="connsiteX204" fmla="*/ 5212731 w 5823598"/>
              <a:gd name="connsiteY204" fmla="*/ 2060658 h 3583752"/>
              <a:gd name="connsiteX205" fmla="*/ 5294180 w 5823598"/>
              <a:gd name="connsiteY205" fmla="*/ 2068803 h 3583752"/>
              <a:gd name="connsiteX206" fmla="*/ 5294180 w 5823598"/>
              <a:gd name="connsiteY206" fmla="*/ 2011789 h 3583752"/>
              <a:gd name="connsiteX207" fmla="*/ 5318615 w 5823598"/>
              <a:gd name="connsiteY207" fmla="*/ 2011789 h 3583752"/>
              <a:gd name="connsiteX208" fmla="*/ 5326760 w 5823598"/>
              <a:gd name="connsiteY208" fmla="*/ 1987354 h 3583752"/>
              <a:gd name="connsiteX209" fmla="*/ 5310470 w 5823598"/>
              <a:gd name="connsiteY209" fmla="*/ 1938485 h 3583752"/>
              <a:gd name="connsiteX210" fmla="*/ 5351195 w 5823598"/>
              <a:gd name="connsiteY210" fmla="*/ 1832601 h 3583752"/>
              <a:gd name="connsiteX211" fmla="*/ 5334905 w 5823598"/>
              <a:gd name="connsiteY211" fmla="*/ 1824456 h 3583752"/>
              <a:gd name="connsiteX212" fmla="*/ 5334905 w 5823598"/>
              <a:gd name="connsiteY212" fmla="*/ 1612689 h 3583752"/>
              <a:gd name="connsiteX213" fmla="*/ 5359339 w 5823598"/>
              <a:gd name="connsiteY213" fmla="*/ 1563820 h 3583752"/>
              <a:gd name="connsiteX214" fmla="*/ 5367484 w 5823598"/>
              <a:gd name="connsiteY214" fmla="*/ 1547530 h 3583752"/>
              <a:gd name="connsiteX215" fmla="*/ 5326760 w 5823598"/>
              <a:gd name="connsiteY215" fmla="*/ 1246169 h 3583752"/>
              <a:gd name="connsiteX216" fmla="*/ 5416354 w 5823598"/>
              <a:gd name="connsiteY216" fmla="*/ 1107706 h 3583752"/>
              <a:gd name="connsiteX217" fmla="*/ 5432644 w 5823598"/>
              <a:gd name="connsiteY217" fmla="*/ 1075126 h 3583752"/>
              <a:gd name="connsiteX218" fmla="*/ 5416354 w 5823598"/>
              <a:gd name="connsiteY218" fmla="*/ 1050691 h 3583752"/>
              <a:gd name="connsiteX219" fmla="*/ 5448933 w 5823598"/>
              <a:gd name="connsiteY219" fmla="*/ 952953 h 3583752"/>
              <a:gd name="connsiteX220" fmla="*/ 5522237 w 5823598"/>
              <a:gd name="connsiteY220" fmla="*/ 570143 h 3583752"/>
              <a:gd name="connsiteX221" fmla="*/ 5505948 w 5823598"/>
              <a:gd name="connsiteY221" fmla="*/ 545708 h 3583752"/>
              <a:gd name="connsiteX222" fmla="*/ 5554817 w 5823598"/>
              <a:gd name="connsiteY222" fmla="*/ 472404 h 3583752"/>
              <a:gd name="connsiteX223" fmla="*/ 5571107 w 5823598"/>
              <a:gd name="connsiteY223" fmla="*/ 488694 h 3583752"/>
              <a:gd name="connsiteX224" fmla="*/ 5546672 w 5823598"/>
              <a:gd name="connsiteY224" fmla="*/ 521273 h 3583752"/>
              <a:gd name="connsiteX225" fmla="*/ 5587396 w 5823598"/>
              <a:gd name="connsiteY225" fmla="*/ 610867 h 3583752"/>
              <a:gd name="connsiteX226" fmla="*/ 5595541 w 5823598"/>
              <a:gd name="connsiteY226" fmla="*/ 472404 h 3583752"/>
              <a:gd name="connsiteX227" fmla="*/ 5628121 w 5823598"/>
              <a:gd name="connsiteY227" fmla="*/ 390955 h 3583752"/>
              <a:gd name="connsiteX228" fmla="*/ 5628121 w 5823598"/>
              <a:gd name="connsiteY228" fmla="*/ 464259 h 3583752"/>
              <a:gd name="connsiteX229" fmla="*/ 2345729 w 5823598"/>
              <a:gd name="connsiteY229" fmla="*/ 211767 h 3583752"/>
              <a:gd name="connsiteX230" fmla="*/ 2133962 w 5823598"/>
              <a:gd name="connsiteY230" fmla="*/ 741185 h 3583752"/>
              <a:gd name="connsiteX231" fmla="*/ 2158397 w 5823598"/>
              <a:gd name="connsiteY231" fmla="*/ 830779 h 3583752"/>
              <a:gd name="connsiteX232" fmla="*/ 2133962 w 5823598"/>
              <a:gd name="connsiteY232" fmla="*/ 1042546 h 3583752"/>
              <a:gd name="connsiteX233" fmla="*/ 2101382 w 5823598"/>
              <a:gd name="connsiteY233" fmla="*/ 1009967 h 3583752"/>
              <a:gd name="connsiteX234" fmla="*/ 2125817 w 5823598"/>
              <a:gd name="connsiteY234" fmla="*/ 985532 h 3583752"/>
              <a:gd name="connsiteX235" fmla="*/ 2109527 w 5823598"/>
              <a:gd name="connsiteY235" fmla="*/ 961097 h 3583752"/>
              <a:gd name="connsiteX236" fmla="*/ 2133962 w 5823598"/>
              <a:gd name="connsiteY236" fmla="*/ 936663 h 3583752"/>
              <a:gd name="connsiteX237" fmla="*/ 2117672 w 5823598"/>
              <a:gd name="connsiteY237" fmla="*/ 863359 h 3583752"/>
              <a:gd name="connsiteX238" fmla="*/ 2133962 w 5823598"/>
              <a:gd name="connsiteY238" fmla="*/ 822634 h 3583752"/>
              <a:gd name="connsiteX239" fmla="*/ 2060658 w 5823598"/>
              <a:gd name="connsiteY239" fmla="*/ 570143 h 3583752"/>
              <a:gd name="connsiteX240" fmla="*/ 1897760 w 5823598"/>
              <a:gd name="connsiteY240" fmla="*/ 578287 h 3583752"/>
              <a:gd name="connsiteX241" fmla="*/ 1865180 w 5823598"/>
              <a:gd name="connsiteY241" fmla="*/ 578287 h 3583752"/>
              <a:gd name="connsiteX242" fmla="*/ 1922195 w 5823598"/>
              <a:gd name="connsiteY242" fmla="*/ 260637 h 3583752"/>
              <a:gd name="connsiteX243" fmla="*/ 1995499 w 5823598"/>
              <a:gd name="connsiteY243" fmla="*/ 24435 h 3583752"/>
              <a:gd name="connsiteX244" fmla="*/ 2199121 w 5823598"/>
              <a:gd name="connsiteY244" fmla="*/ 130318 h 3583752"/>
              <a:gd name="connsiteX245" fmla="*/ 2256135 w 5823598"/>
              <a:gd name="connsiteY245" fmla="*/ 0 h 3583752"/>
              <a:gd name="connsiteX246" fmla="*/ 2345729 w 5823598"/>
              <a:gd name="connsiteY246" fmla="*/ 211767 h 358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5823598" h="3583752">
                <a:moveTo>
                  <a:pt x="252492" y="2598221"/>
                </a:moveTo>
                <a:cubicBezTo>
                  <a:pt x="260637" y="2614511"/>
                  <a:pt x="301361" y="2630801"/>
                  <a:pt x="301361" y="2655235"/>
                </a:cubicBezTo>
                <a:cubicBezTo>
                  <a:pt x="301361" y="2671525"/>
                  <a:pt x="285071" y="2679670"/>
                  <a:pt x="276926" y="2687815"/>
                </a:cubicBezTo>
                <a:cubicBezTo>
                  <a:pt x="276926" y="2720394"/>
                  <a:pt x="260637" y="2777409"/>
                  <a:pt x="211767" y="2826278"/>
                </a:cubicBezTo>
                <a:cubicBezTo>
                  <a:pt x="219912" y="2785554"/>
                  <a:pt x="236202" y="2712250"/>
                  <a:pt x="236202" y="2687815"/>
                </a:cubicBezTo>
                <a:cubicBezTo>
                  <a:pt x="236202" y="2671525"/>
                  <a:pt x="187333" y="2614511"/>
                  <a:pt x="187333" y="2581931"/>
                </a:cubicBezTo>
                <a:cubicBezTo>
                  <a:pt x="187333" y="2557497"/>
                  <a:pt x="195477" y="2533062"/>
                  <a:pt x="211767" y="2508627"/>
                </a:cubicBezTo>
                <a:cubicBezTo>
                  <a:pt x="244347" y="2524917"/>
                  <a:pt x="228057" y="2565641"/>
                  <a:pt x="252492" y="2598221"/>
                </a:cubicBezTo>
                <a:close/>
                <a:moveTo>
                  <a:pt x="1425356" y="1571964"/>
                </a:moveTo>
                <a:cubicBezTo>
                  <a:pt x="1433501" y="1580109"/>
                  <a:pt x="1433501" y="1596399"/>
                  <a:pt x="1425356" y="1604544"/>
                </a:cubicBezTo>
                <a:cubicBezTo>
                  <a:pt x="1449791" y="1620834"/>
                  <a:pt x="1490515" y="1661558"/>
                  <a:pt x="1539385" y="1653413"/>
                </a:cubicBezTo>
                <a:cubicBezTo>
                  <a:pt x="1539385" y="1661558"/>
                  <a:pt x="1547530" y="1677848"/>
                  <a:pt x="1547530" y="1685993"/>
                </a:cubicBezTo>
                <a:cubicBezTo>
                  <a:pt x="1539385" y="1685993"/>
                  <a:pt x="1523095" y="1694138"/>
                  <a:pt x="1514950" y="1702283"/>
                </a:cubicBezTo>
                <a:cubicBezTo>
                  <a:pt x="1506805" y="1702283"/>
                  <a:pt x="1506805" y="1677848"/>
                  <a:pt x="1490515" y="1669703"/>
                </a:cubicBezTo>
                <a:cubicBezTo>
                  <a:pt x="1425356" y="1637124"/>
                  <a:pt x="1384632" y="1588254"/>
                  <a:pt x="1343907" y="1563820"/>
                </a:cubicBezTo>
                <a:cubicBezTo>
                  <a:pt x="1327618" y="1555675"/>
                  <a:pt x="1311328" y="1563820"/>
                  <a:pt x="1295038" y="1563820"/>
                </a:cubicBezTo>
                <a:cubicBezTo>
                  <a:pt x="1303183" y="1555675"/>
                  <a:pt x="1327618" y="1563820"/>
                  <a:pt x="1327618" y="1539385"/>
                </a:cubicBezTo>
                <a:cubicBezTo>
                  <a:pt x="1327618" y="1523095"/>
                  <a:pt x="1278748" y="1490516"/>
                  <a:pt x="1262458" y="1466081"/>
                </a:cubicBezTo>
                <a:cubicBezTo>
                  <a:pt x="1238024" y="1425356"/>
                  <a:pt x="1221734" y="1376487"/>
                  <a:pt x="1197299" y="1327618"/>
                </a:cubicBezTo>
                <a:cubicBezTo>
                  <a:pt x="1262458" y="1384632"/>
                  <a:pt x="1343907" y="1523095"/>
                  <a:pt x="1425356" y="1571964"/>
                </a:cubicBezTo>
                <a:close/>
                <a:moveTo>
                  <a:pt x="2019933" y="1091416"/>
                </a:moveTo>
                <a:cubicBezTo>
                  <a:pt x="2028078" y="1083271"/>
                  <a:pt x="2044368" y="1058836"/>
                  <a:pt x="2060658" y="1050691"/>
                </a:cubicBezTo>
                <a:cubicBezTo>
                  <a:pt x="2052513" y="1066981"/>
                  <a:pt x="2036223" y="1083271"/>
                  <a:pt x="2019933" y="1091416"/>
                </a:cubicBezTo>
                <a:close/>
                <a:moveTo>
                  <a:pt x="2109527" y="1050691"/>
                </a:moveTo>
                <a:cubicBezTo>
                  <a:pt x="2093237" y="1066981"/>
                  <a:pt x="2068803" y="1099561"/>
                  <a:pt x="2044368" y="1115850"/>
                </a:cubicBezTo>
                <a:cubicBezTo>
                  <a:pt x="2052513" y="1091416"/>
                  <a:pt x="2068803" y="1066981"/>
                  <a:pt x="2085093" y="1042546"/>
                </a:cubicBezTo>
                <a:cubicBezTo>
                  <a:pt x="2093237" y="1042546"/>
                  <a:pt x="2101382" y="1042546"/>
                  <a:pt x="2109527" y="1050691"/>
                </a:cubicBezTo>
                <a:close/>
                <a:moveTo>
                  <a:pt x="1034401" y="790055"/>
                </a:moveTo>
                <a:cubicBezTo>
                  <a:pt x="1083271" y="814489"/>
                  <a:pt x="1246169" y="790055"/>
                  <a:pt x="1238024" y="912228"/>
                </a:cubicBezTo>
                <a:cubicBezTo>
                  <a:pt x="1278748" y="944808"/>
                  <a:pt x="1327618" y="969242"/>
                  <a:pt x="1368342" y="985532"/>
                </a:cubicBezTo>
                <a:cubicBezTo>
                  <a:pt x="1270603" y="1099561"/>
                  <a:pt x="1148430" y="1197299"/>
                  <a:pt x="1042546" y="1319473"/>
                </a:cubicBezTo>
                <a:cubicBezTo>
                  <a:pt x="1034401" y="1327618"/>
                  <a:pt x="1042546" y="1352052"/>
                  <a:pt x="1042546" y="1368342"/>
                </a:cubicBezTo>
                <a:lnTo>
                  <a:pt x="993677" y="1368342"/>
                </a:lnTo>
                <a:cubicBezTo>
                  <a:pt x="969242" y="1368342"/>
                  <a:pt x="977387" y="1384632"/>
                  <a:pt x="969242" y="1392777"/>
                </a:cubicBezTo>
                <a:cubicBezTo>
                  <a:pt x="961097" y="1506805"/>
                  <a:pt x="912228" y="1718573"/>
                  <a:pt x="912228" y="1734862"/>
                </a:cubicBezTo>
                <a:cubicBezTo>
                  <a:pt x="912228" y="1759297"/>
                  <a:pt x="944808" y="1767442"/>
                  <a:pt x="944808" y="1783732"/>
                </a:cubicBezTo>
                <a:cubicBezTo>
                  <a:pt x="944808" y="1808166"/>
                  <a:pt x="936663" y="1848891"/>
                  <a:pt x="936663" y="1873325"/>
                </a:cubicBezTo>
                <a:cubicBezTo>
                  <a:pt x="936663" y="1889615"/>
                  <a:pt x="912228" y="1971064"/>
                  <a:pt x="887793" y="2028078"/>
                </a:cubicBezTo>
                <a:lnTo>
                  <a:pt x="895938" y="2052513"/>
                </a:lnTo>
                <a:cubicBezTo>
                  <a:pt x="912228" y="2044368"/>
                  <a:pt x="912228" y="2036223"/>
                  <a:pt x="920373" y="2036223"/>
                </a:cubicBezTo>
                <a:cubicBezTo>
                  <a:pt x="920373" y="2044368"/>
                  <a:pt x="912228" y="2060658"/>
                  <a:pt x="912228" y="2068803"/>
                </a:cubicBezTo>
                <a:cubicBezTo>
                  <a:pt x="936663" y="2085093"/>
                  <a:pt x="961097" y="2133962"/>
                  <a:pt x="985532" y="2166542"/>
                </a:cubicBezTo>
                <a:cubicBezTo>
                  <a:pt x="1042546" y="2239846"/>
                  <a:pt x="1123995" y="2321295"/>
                  <a:pt x="1197299" y="2394599"/>
                </a:cubicBezTo>
                <a:lnTo>
                  <a:pt x="1197299" y="2598221"/>
                </a:lnTo>
                <a:cubicBezTo>
                  <a:pt x="1164720" y="2679670"/>
                  <a:pt x="1140285" y="2752974"/>
                  <a:pt x="1107705" y="2826278"/>
                </a:cubicBezTo>
                <a:cubicBezTo>
                  <a:pt x="1075126" y="2899582"/>
                  <a:pt x="1034401" y="2972886"/>
                  <a:pt x="993677" y="3046190"/>
                </a:cubicBezTo>
                <a:cubicBezTo>
                  <a:pt x="969242" y="3095060"/>
                  <a:pt x="879648" y="3184653"/>
                  <a:pt x="879648" y="3209088"/>
                </a:cubicBezTo>
                <a:cubicBezTo>
                  <a:pt x="879648" y="3225378"/>
                  <a:pt x="887793" y="3314972"/>
                  <a:pt x="879648" y="3429000"/>
                </a:cubicBezTo>
                <a:lnTo>
                  <a:pt x="879648" y="3583753"/>
                </a:lnTo>
                <a:lnTo>
                  <a:pt x="0" y="3583753"/>
                </a:lnTo>
                <a:lnTo>
                  <a:pt x="0" y="2728539"/>
                </a:lnTo>
                <a:cubicBezTo>
                  <a:pt x="24435" y="2679670"/>
                  <a:pt x="32580" y="2614511"/>
                  <a:pt x="65159" y="2565641"/>
                </a:cubicBezTo>
                <a:cubicBezTo>
                  <a:pt x="89594" y="2516772"/>
                  <a:pt x="138463" y="2492337"/>
                  <a:pt x="162898" y="2451613"/>
                </a:cubicBezTo>
                <a:cubicBezTo>
                  <a:pt x="187333" y="2402744"/>
                  <a:pt x="187333" y="2337584"/>
                  <a:pt x="203622" y="2288715"/>
                </a:cubicBezTo>
                <a:cubicBezTo>
                  <a:pt x="228057" y="2166542"/>
                  <a:pt x="374665" y="2150252"/>
                  <a:pt x="464259" y="2150252"/>
                </a:cubicBezTo>
                <a:cubicBezTo>
                  <a:pt x="480549" y="2150252"/>
                  <a:pt x="504983" y="2142107"/>
                  <a:pt x="521273" y="2150252"/>
                </a:cubicBezTo>
                <a:cubicBezTo>
                  <a:pt x="545708" y="2158397"/>
                  <a:pt x="570143" y="2166542"/>
                  <a:pt x="594577" y="2182831"/>
                </a:cubicBezTo>
                <a:cubicBezTo>
                  <a:pt x="619012" y="2199121"/>
                  <a:pt x="602722" y="2231701"/>
                  <a:pt x="643447" y="2256136"/>
                </a:cubicBezTo>
                <a:cubicBezTo>
                  <a:pt x="651591" y="2247991"/>
                  <a:pt x="651591" y="2247991"/>
                  <a:pt x="651591" y="2231701"/>
                </a:cubicBezTo>
                <a:cubicBezTo>
                  <a:pt x="651591" y="2207266"/>
                  <a:pt x="627157" y="2166542"/>
                  <a:pt x="627157" y="2150252"/>
                </a:cubicBezTo>
                <a:cubicBezTo>
                  <a:pt x="627157" y="2109527"/>
                  <a:pt x="741185" y="1914050"/>
                  <a:pt x="741185" y="1857036"/>
                </a:cubicBezTo>
                <a:cubicBezTo>
                  <a:pt x="749330" y="1824456"/>
                  <a:pt x="749330" y="1783732"/>
                  <a:pt x="757475" y="1751152"/>
                </a:cubicBezTo>
                <a:cubicBezTo>
                  <a:pt x="757475" y="1751152"/>
                  <a:pt x="798199" y="1759297"/>
                  <a:pt x="806344" y="1726717"/>
                </a:cubicBezTo>
                <a:cubicBezTo>
                  <a:pt x="830779" y="1645268"/>
                  <a:pt x="863359" y="1498660"/>
                  <a:pt x="863359" y="1474226"/>
                </a:cubicBezTo>
                <a:cubicBezTo>
                  <a:pt x="863359" y="1457936"/>
                  <a:pt x="830779" y="1360197"/>
                  <a:pt x="830779" y="1343907"/>
                </a:cubicBezTo>
                <a:cubicBezTo>
                  <a:pt x="830779" y="1319473"/>
                  <a:pt x="855214" y="1311328"/>
                  <a:pt x="855214" y="1295038"/>
                </a:cubicBezTo>
                <a:cubicBezTo>
                  <a:pt x="855214" y="1270603"/>
                  <a:pt x="643447" y="1148430"/>
                  <a:pt x="537563" y="1066981"/>
                </a:cubicBezTo>
                <a:cubicBezTo>
                  <a:pt x="553853" y="1042546"/>
                  <a:pt x="594577" y="1001822"/>
                  <a:pt x="627157" y="977387"/>
                </a:cubicBezTo>
                <a:cubicBezTo>
                  <a:pt x="635302" y="969242"/>
                  <a:pt x="643447" y="936663"/>
                  <a:pt x="667881" y="920373"/>
                </a:cubicBezTo>
                <a:cubicBezTo>
                  <a:pt x="684171" y="895938"/>
                  <a:pt x="724895" y="887793"/>
                  <a:pt x="749330" y="871504"/>
                </a:cubicBezTo>
                <a:cubicBezTo>
                  <a:pt x="806344" y="830779"/>
                  <a:pt x="904083" y="724896"/>
                  <a:pt x="928518" y="724896"/>
                </a:cubicBezTo>
                <a:cubicBezTo>
                  <a:pt x="944808" y="724896"/>
                  <a:pt x="993677" y="781910"/>
                  <a:pt x="1034401" y="790055"/>
                </a:cubicBezTo>
                <a:close/>
                <a:moveTo>
                  <a:pt x="5587396" y="635302"/>
                </a:moveTo>
                <a:cubicBezTo>
                  <a:pt x="5579252" y="643447"/>
                  <a:pt x="5571107" y="627157"/>
                  <a:pt x="5579252" y="619012"/>
                </a:cubicBezTo>
                <a:cubicBezTo>
                  <a:pt x="5579252" y="619012"/>
                  <a:pt x="5579252" y="627157"/>
                  <a:pt x="5587396" y="635302"/>
                </a:cubicBezTo>
                <a:close/>
                <a:moveTo>
                  <a:pt x="5628121" y="464259"/>
                </a:moveTo>
                <a:cubicBezTo>
                  <a:pt x="5636266" y="488694"/>
                  <a:pt x="5619976" y="521273"/>
                  <a:pt x="5628121" y="545708"/>
                </a:cubicBezTo>
                <a:cubicBezTo>
                  <a:pt x="5628121" y="553853"/>
                  <a:pt x="5628121" y="570143"/>
                  <a:pt x="5644411" y="586432"/>
                </a:cubicBezTo>
                <a:cubicBezTo>
                  <a:pt x="5701425" y="635302"/>
                  <a:pt x="5766584" y="700461"/>
                  <a:pt x="5823598" y="765620"/>
                </a:cubicBezTo>
                <a:lnTo>
                  <a:pt x="5823598" y="1352052"/>
                </a:lnTo>
                <a:cubicBezTo>
                  <a:pt x="5799164" y="1360197"/>
                  <a:pt x="5774729" y="1360197"/>
                  <a:pt x="5750294" y="1360197"/>
                </a:cubicBezTo>
                <a:cubicBezTo>
                  <a:pt x="5668845" y="1360197"/>
                  <a:pt x="5603686" y="1327618"/>
                  <a:pt x="5530382" y="1295038"/>
                </a:cubicBezTo>
                <a:cubicBezTo>
                  <a:pt x="5505948" y="1311328"/>
                  <a:pt x="5505948" y="1352052"/>
                  <a:pt x="5505948" y="1368342"/>
                </a:cubicBezTo>
                <a:cubicBezTo>
                  <a:pt x="5505948" y="1384632"/>
                  <a:pt x="5514092" y="1555675"/>
                  <a:pt x="5546672" y="1645268"/>
                </a:cubicBezTo>
                <a:cubicBezTo>
                  <a:pt x="5562962" y="1694138"/>
                  <a:pt x="5595541" y="1661558"/>
                  <a:pt x="5603686" y="1661558"/>
                </a:cubicBezTo>
                <a:lnTo>
                  <a:pt x="5628121" y="1661558"/>
                </a:lnTo>
                <a:cubicBezTo>
                  <a:pt x="5611831" y="1718573"/>
                  <a:pt x="5579252" y="1775587"/>
                  <a:pt x="5562962" y="1840746"/>
                </a:cubicBezTo>
                <a:cubicBezTo>
                  <a:pt x="5546672" y="1914050"/>
                  <a:pt x="5554817" y="2011789"/>
                  <a:pt x="5538527" y="2101383"/>
                </a:cubicBezTo>
                <a:cubicBezTo>
                  <a:pt x="5530382" y="2133962"/>
                  <a:pt x="5473368" y="2158397"/>
                  <a:pt x="5473368" y="2174687"/>
                </a:cubicBezTo>
                <a:cubicBezTo>
                  <a:pt x="5473368" y="2199121"/>
                  <a:pt x="5497803" y="2207266"/>
                  <a:pt x="5497803" y="2231701"/>
                </a:cubicBezTo>
                <a:cubicBezTo>
                  <a:pt x="5497803" y="2247991"/>
                  <a:pt x="5473368" y="2305005"/>
                  <a:pt x="5457078" y="2329440"/>
                </a:cubicBezTo>
                <a:cubicBezTo>
                  <a:pt x="5448933" y="2345729"/>
                  <a:pt x="5424499" y="2362019"/>
                  <a:pt x="5424499" y="2386454"/>
                </a:cubicBezTo>
                <a:cubicBezTo>
                  <a:pt x="5424499" y="2402744"/>
                  <a:pt x="5595541" y="2598221"/>
                  <a:pt x="5685135" y="2687815"/>
                </a:cubicBezTo>
                <a:lnTo>
                  <a:pt x="5685135" y="2712250"/>
                </a:lnTo>
                <a:cubicBezTo>
                  <a:pt x="5603686" y="2728539"/>
                  <a:pt x="5465223" y="2720394"/>
                  <a:pt x="5424499" y="2777409"/>
                </a:cubicBezTo>
                <a:cubicBezTo>
                  <a:pt x="5416354" y="2785554"/>
                  <a:pt x="5416354" y="2818133"/>
                  <a:pt x="5408209" y="2834423"/>
                </a:cubicBezTo>
                <a:cubicBezTo>
                  <a:pt x="5391919" y="2875147"/>
                  <a:pt x="5367484" y="2924017"/>
                  <a:pt x="5334905" y="2964741"/>
                </a:cubicBezTo>
                <a:cubicBezTo>
                  <a:pt x="5310470" y="2997321"/>
                  <a:pt x="5269746" y="3005466"/>
                  <a:pt x="5237166" y="3021755"/>
                </a:cubicBezTo>
                <a:cubicBezTo>
                  <a:pt x="5261601" y="3070625"/>
                  <a:pt x="5302325" y="3143929"/>
                  <a:pt x="5302325" y="3160219"/>
                </a:cubicBezTo>
                <a:cubicBezTo>
                  <a:pt x="5302325" y="3241668"/>
                  <a:pt x="5196442" y="3160219"/>
                  <a:pt x="5196442" y="3225378"/>
                </a:cubicBezTo>
                <a:cubicBezTo>
                  <a:pt x="5196442" y="3249812"/>
                  <a:pt x="5253456" y="3461580"/>
                  <a:pt x="5277891" y="3583753"/>
                </a:cubicBezTo>
                <a:lnTo>
                  <a:pt x="3844389" y="3583753"/>
                </a:lnTo>
                <a:cubicBezTo>
                  <a:pt x="3860679" y="3526739"/>
                  <a:pt x="3868824" y="3461580"/>
                  <a:pt x="3876969" y="3396421"/>
                </a:cubicBezTo>
                <a:cubicBezTo>
                  <a:pt x="3876969" y="3371986"/>
                  <a:pt x="3885114" y="3339406"/>
                  <a:pt x="3885114" y="3314972"/>
                </a:cubicBezTo>
                <a:cubicBezTo>
                  <a:pt x="3885114" y="3233523"/>
                  <a:pt x="3917693" y="3168364"/>
                  <a:pt x="3901404" y="3078770"/>
                </a:cubicBezTo>
                <a:cubicBezTo>
                  <a:pt x="3795520" y="3176508"/>
                  <a:pt x="3632622" y="3200943"/>
                  <a:pt x="3575608" y="3363841"/>
                </a:cubicBezTo>
                <a:cubicBezTo>
                  <a:pt x="3575608" y="3371986"/>
                  <a:pt x="3559318" y="3380131"/>
                  <a:pt x="3559318" y="3396421"/>
                </a:cubicBezTo>
                <a:cubicBezTo>
                  <a:pt x="3559318" y="3420855"/>
                  <a:pt x="3583753" y="3526739"/>
                  <a:pt x="3591898" y="3583753"/>
                </a:cubicBezTo>
                <a:lnTo>
                  <a:pt x="1099561" y="3583753"/>
                </a:lnTo>
                <a:cubicBezTo>
                  <a:pt x="1107705" y="3551174"/>
                  <a:pt x="1123995" y="3502304"/>
                  <a:pt x="1123995" y="3486014"/>
                </a:cubicBezTo>
                <a:cubicBezTo>
                  <a:pt x="1123995" y="3461580"/>
                  <a:pt x="1091416" y="3331261"/>
                  <a:pt x="1091416" y="3314972"/>
                </a:cubicBezTo>
                <a:cubicBezTo>
                  <a:pt x="1091416" y="3225378"/>
                  <a:pt x="1205444" y="3062480"/>
                  <a:pt x="1221734" y="3013611"/>
                </a:cubicBezTo>
                <a:cubicBezTo>
                  <a:pt x="1229879" y="2997321"/>
                  <a:pt x="1213589" y="2964741"/>
                  <a:pt x="1221734" y="2956596"/>
                </a:cubicBezTo>
                <a:cubicBezTo>
                  <a:pt x="1229879" y="2924017"/>
                  <a:pt x="1270603" y="2907727"/>
                  <a:pt x="1295038" y="2883292"/>
                </a:cubicBezTo>
                <a:cubicBezTo>
                  <a:pt x="1352052" y="2826278"/>
                  <a:pt x="1368342" y="2736684"/>
                  <a:pt x="1376487" y="2671525"/>
                </a:cubicBezTo>
                <a:cubicBezTo>
                  <a:pt x="1409066" y="2541207"/>
                  <a:pt x="1457936" y="2060658"/>
                  <a:pt x="1767442" y="2060658"/>
                </a:cubicBezTo>
                <a:cubicBezTo>
                  <a:pt x="1791876" y="2060658"/>
                  <a:pt x="1840746" y="2052513"/>
                  <a:pt x="1857036" y="2076948"/>
                </a:cubicBezTo>
                <a:cubicBezTo>
                  <a:pt x="1922195" y="2142107"/>
                  <a:pt x="1987354" y="2256136"/>
                  <a:pt x="1995499" y="2329440"/>
                </a:cubicBezTo>
                <a:cubicBezTo>
                  <a:pt x="2003644" y="2362019"/>
                  <a:pt x="2019933" y="2419033"/>
                  <a:pt x="2019933" y="2443468"/>
                </a:cubicBezTo>
                <a:cubicBezTo>
                  <a:pt x="2019933" y="2459758"/>
                  <a:pt x="1995499" y="2524917"/>
                  <a:pt x="1995499" y="2541207"/>
                </a:cubicBezTo>
                <a:cubicBezTo>
                  <a:pt x="1995499" y="2557497"/>
                  <a:pt x="1995499" y="2573786"/>
                  <a:pt x="2011788" y="2573786"/>
                </a:cubicBezTo>
                <a:cubicBezTo>
                  <a:pt x="2052513" y="2573786"/>
                  <a:pt x="2093237" y="2500482"/>
                  <a:pt x="2093237" y="2492337"/>
                </a:cubicBezTo>
                <a:cubicBezTo>
                  <a:pt x="2093237" y="2476048"/>
                  <a:pt x="2060658" y="2427178"/>
                  <a:pt x="2060658" y="2402744"/>
                </a:cubicBezTo>
                <a:cubicBezTo>
                  <a:pt x="2060658" y="2386454"/>
                  <a:pt x="2076948" y="2345729"/>
                  <a:pt x="2076948" y="2313150"/>
                </a:cubicBezTo>
                <a:cubicBezTo>
                  <a:pt x="2101382" y="2215411"/>
                  <a:pt x="2133962" y="2117672"/>
                  <a:pt x="2158397" y="2019934"/>
                </a:cubicBezTo>
                <a:cubicBezTo>
                  <a:pt x="2166542" y="1987354"/>
                  <a:pt x="2207266" y="1962919"/>
                  <a:pt x="2215411" y="1962919"/>
                </a:cubicBezTo>
                <a:cubicBezTo>
                  <a:pt x="2223556" y="1946630"/>
                  <a:pt x="2223556" y="1930340"/>
                  <a:pt x="2231701" y="1914050"/>
                </a:cubicBezTo>
                <a:cubicBezTo>
                  <a:pt x="2231701" y="1881470"/>
                  <a:pt x="2239846" y="1840746"/>
                  <a:pt x="2247990" y="1800021"/>
                </a:cubicBezTo>
                <a:cubicBezTo>
                  <a:pt x="2239846" y="1531240"/>
                  <a:pt x="2231701" y="1449791"/>
                  <a:pt x="2231701" y="1433501"/>
                </a:cubicBezTo>
                <a:cubicBezTo>
                  <a:pt x="2231701" y="1368342"/>
                  <a:pt x="2272425" y="1286893"/>
                  <a:pt x="2272425" y="1254314"/>
                </a:cubicBezTo>
                <a:cubicBezTo>
                  <a:pt x="2272425" y="1254314"/>
                  <a:pt x="2288715" y="1205444"/>
                  <a:pt x="2305005" y="1238024"/>
                </a:cubicBezTo>
                <a:cubicBezTo>
                  <a:pt x="2305005" y="1205444"/>
                  <a:pt x="2305005" y="1172865"/>
                  <a:pt x="2321294" y="1148430"/>
                </a:cubicBezTo>
                <a:cubicBezTo>
                  <a:pt x="2337584" y="1205444"/>
                  <a:pt x="2337584" y="1262458"/>
                  <a:pt x="2353874" y="1319473"/>
                </a:cubicBezTo>
                <a:cubicBezTo>
                  <a:pt x="2362019" y="1311328"/>
                  <a:pt x="2362019" y="1303183"/>
                  <a:pt x="2362019" y="1295038"/>
                </a:cubicBezTo>
                <a:cubicBezTo>
                  <a:pt x="2370164" y="1311328"/>
                  <a:pt x="2378309" y="1319473"/>
                  <a:pt x="2378309" y="1335763"/>
                </a:cubicBezTo>
                <a:cubicBezTo>
                  <a:pt x="2378309" y="1360197"/>
                  <a:pt x="2329439" y="1482371"/>
                  <a:pt x="2329439" y="1506805"/>
                </a:cubicBezTo>
                <a:cubicBezTo>
                  <a:pt x="2329439" y="1523095"/>
                  <a:pt x="2345729" y="1531240"/>
                  <a:pt x="2345729" y="1555675"/>
                </a:cubicBezTo>
                <a:cubicBezTo>
                  <a:pt x="2345729" y="1571964"/>
                  <a:pt x="2329439" y="1596399"/>
                  <a:pt x="2329439" y="1620834"/>
                </a:cubicBezTo>
                <a:lnTo>
                  <a:pt x="2329439" y="1979209"/>
                </a:lnTo>
                <a:cubicBezTo>
                  <a:pt x="2362019" y="1995499"/>
                  <a:pt x="2402743" y="2011789"/>
                  <a:pt x="2419033" y="2044368"/>
                </a:cubicBezTo>
                <a:cubicBezTo>
                  <a:pt x="2443468" y="2085093"/>
                  <a:pt x="2476047" y="2166542"/>
                  <a:pt x="2476047" y="2190976"/>
                </a:cubicBezTo>
                <a:cubicBezTo>
                  <a:pt x="2476047" y="2207266"/>
                  <a:pt x="2459758" y="2223556"/>
                  <a:pt x="2459758" y="2247991"/>
                </a:cubicBezTo>
                <a:cubicBezTo>
                  <a:pt x="2451613" y="2272425"/>
                  <a:pt x="2467903" y="2305005"/>
                  <a:pt x="2467903" y="2329440"/>
                </a:cubicBezTo>
                <a:cubicBezTo>
                  <a:pt x="2467903" y="2345729"/>
                  <a:pt x="2394599" y="2606366"/>
                  <a:pt x="2394599" y="2622656"/>
                </a:cubicBezTo>
                <a:cubicBezTo>
                  <a:pt x="2394599" y="2647090"/>
                  <a:pt x="2419033" y="2777409"/>
                  <a:pt x="2419033" y="2801843"/>
                </a:cubicBezTo>
                <a:cubicBezTo>
                  <a:pt x="2419033" y="2818133"/>
                  <a:pt x="2410888" y="2891437"/>
                  <a:pt x="2394599" y="2940307"/>
                </a:cubicBezTo>
                <a:lnTo>
                  <a:pt x="2402743" y="3119494"/>
                </a:lnTo>
                <a:cubicBezTo>
                  <a:pt x="2508627" y="3038045"/>
                  <a:pt x="2622655" y="2826278"/>
                  <a:pt x="2761119" y="2858858"/>
                </a:cubicBezTo>
                <a:cubicBezTo>
                  <a:pt x="2785553" y="2801843"/>
                  <a:pt x="2818133" y="2712250"/>
                  <a:pt x="2818133" y="2687815"/>
                </a:cubicBezTo>
                <a:cubicBezTo>
                  <a:pt x="2818133" y="2671525"/>
                  <a:pt x="2761119" y="2451613"/>
                  <a:pt x="2761119" y="2427178"/>
                </a:cubicBezTo>
                <a:cubicBezTo>
                  <a:pt x="2761119" y="2337584"/>
                  <a:pt x="2850712" y="2150252"/>
                  <a:pt x="2972886" y="2150252"/>
                </a:cubicBezTo>
                <a:cubicBezTo>
                  <a:pt x="2997321" y="2150252"/>
                  <a:pt x="3062480" y="2142107"/>
                  <a:pt x="3103204" y="2158397"/>
                </a:cubicBezTo>
                <a:cubicBezTo>
                  <a:pt x="3241667" y="2199121"/>
                  <a:pt x="3282392" y="2394599"/>
                  <a:pt x="3282392" y="2500482"/>
                </a:cubicBezTo>
                <a:cubicBezTo>
                  <a:pt x="3282392" y="2516772"/>
                  <a:pt x="3217233" y="2695960"/>
                  <a:pt x="3200943" y="2728539"/>
                </a:cubicBezTo>
                <a:cubicBezTo>
                  <a:pt x="3217233" y="2744829"/>
                  <a:pt x="3249812" y="2761119"/>
                  <a:pt x="3266102" y="2761119"/>
                </a:cubicBezTo>
                <a:cubicBezTo>
                  <a:pt x="3290537" y="2761119"/>
                  <a:pt x="3290537" y="2752974"/>
                  <a:pt x="3290537" y="2744829"/>
                </a:cubicBezTo>
                <a:cubicBezTo>
                  <a:pt x="3298682" y="2720394"/>
                  <a:pt x="3306826" y="2679670"/>
                  <a:pt x="3331261" y="2663380"/>
                </a:cubicBezTo>
                <a:cubicBezTo>
                  <a:pt x="3347551" y="2638945"/>
                  <a:pt x="3404565" y="2614511"/>
                  <a:pt x="3404565" y="2590076"/>
                </a:cubicBezTo>
                <a:cubicBezTo>
                  <a:pt x="3404565" y="2573786"/>
                  <a:pt x="3388275" y="2565641"/>
                  <a:pt x="3388275" y="2549352"/>
                </a:cubicBezTo>
                <a:cubicBezTo>
                  <a:pt x="3388275" y="2484193"/>
                  <a:pt x="3526739" y="2402744"/>
                  <a:pt x="3559318" y="2362019"/>
                </a:cubicBezTo>
                <a:lnTo>
                  <a:pt x="3608187" y="2288715"/>
                </a:lnTo>
                <a:cubicBezTo>
                  <a:pt x="3583753" y="2264280"/>
                  <a:pt x="3551173" y="2247991"/>
                  <a:pt x="3534883" y="2239846"/>
                </a:cubicBezTo>
                <a:cubicBezTo>
                  <a:pt x="3559318" y="2223556"/>
                  <a:pt x="3616332" y="2247991"/>
                  <a:pt x="3616332" y="2207266"/>
                </a:cubicBezTo>
                <a:cubicBezTo>
                  <a:pt x="3616332" y="2190976"/>
                  <a:pt x="3543028" y="2060658"/>
                  <a:pt x="3543028" y="2011789"/>
                </a:cubicBezTo>
                <a:cubicBezTo>
                  <a:pt x="3543028" y="2011789"/>
                  <a:pt x="3534883" y="2003644"/>
                  <a:pt x="3559318" y="2003644"/>
                </a:cubicBezTo>
                <a:cubicBezTo>
                  <a:pt x="3575608" y="2003644"/>
                  <a:pt x="3600043" y="2060658"/>
                  <a:pt x="3632622" y="2085093"/>
                </a:cubicBezTo>
                <a:cubicBezTo>
                  <a:pt x="3640767" y="2028078"/>
                  <a:pt x="3657057" y="1914050"/>
                  <a:pt x="3657057" y="1897760"/>
                </a:cubicBezTo>
                <a:cubicBezTo>
                  <a:pt x="3657057" y="1808166"/>
                  <a:pt x="3616332" y="1857036"/>
                  <a:pt x="3534883" y="1775587"/>
                </a:cubicBezTo>
                <a:cubicBezTo>
                  <a:pt x="3469724" y="1808166"/>
                  <a:pt x="3461579" y="1889615"/>
                  <a:pt x="3429000" y="1930340"/>
                </a:cubicBezTo>
                <a:lnTo>
                  <a:pt x="3429000" y="1881470"/>
                </a:lnTo>
                <a:cubicBezTo>
                  <a:pt x="3510449" y="1563820"/>
                  <a:pt x="3567463" y="1205444"/>
                  <a:pt x="3828100" y="904083"/>
                </a:cubicBezTo>
                <a:cubicBezTo>
                  <a:pt x="3803665" y="977387"/>
                  <a:pt x="3762940" y="1099561"/>
                  <a:pt x="3762940" y="1123995"/>
                </a:cubicBezTo>
                <a:cubicBezTo>
                  <a:pt x="3762940" y="1140285"/>
                  <a:pt x="3771085" y="1148430"/>
                  <a:pt x="3779230" y="1148430"/>
                </a:cubicBezTo>
                <a:cubicBezTo>
                  <a:pt x="3868824" y="1123995"/>
                  <a:pt x="3982853" y="1221734"/>
                  <a:pt x="4088736" y="1295038"/>
                </a:cubicBezTo>
                <a:cubicBezTo>
                  <a:pt x="4007287" y="1319473"/>
                  <a:pt x="3990997" y="1433501"/>
                  <a:pt x="3950273" y="1498660"/>
                </a:cubicBezTo>
                <a:cubicBezTo>
                  <a:pt x="3925838" y="1539385"/>
                  <a:pt x="3860679" y="1571964"/>
                  <a:pt x="3819955" y="1628979"/>
                </a:cubicBezTo>
                <a:cubicBezTo>
                  <a:pt x="3795520" y="1653413"/>
                  <a:pt x="3771085" y="1710428"/>
                  <a:pt x="3771085" y="1734862"/>
                </a:cubicBezTo>
                <a:cubicBezTo>
                  <a:pt x="3771085" y="1751152"/>
                  <a:pt x="3787375" y="1734862"/>
                  <a:pt x="3787375" y="1759297"/>
                </a:cubicBezTo>
                <a:cubicBezTo>
                  <a:pt x="3787375" y="1775587"/>
                  <a:pt x="3771085" y="1783732"/>
                  <a:pt x="3771085" y="1800021"/>
                </a:cubicBezTo>
                <a:cubicBezTo>
                  <a:pt x="3771085" y="2003644"/>
                  <a:pt x="3795520" y="2166542"/>
                  <a:pt x="3795520" y="2182831"/>
                </a:cubicBezTo>
                <a:cubicBezTo>
                  <a:pt x="3795520" y="2207266"/>
                  <a:pt x="3811810" y="2247991"/>
                  <a:pt x="3819955" y="2280570"/>
                </a:cubicBezTo>
                <a:lnTo>
                  <a:pt x="3771085" y="2305005"/>
                </a:lnTo>
                <a:cubicBezTo>
                  <a:pt x="3754796" y="2378309"/>
                  <a:pt x="3738506" y="2459758"/>
                  <a:pt x="3714071" y="2524917"/>
                </a:cubicBezTo>
                <a:lnTo>
                  <a:pt x="3966563" y="2858858"/>
                </a:lnTo>
                <a:cubicBezTo>
                  <a:pt x="3990997" y="2834423"/>
                  <a:pt x="4015432" y="2793698"/>
                  <a:pt x="4048012" y="2761119"/>
                </a:cubicBezTo>
                <a:cubicBezTo>
                  <a:pt x="4080591" y="2720394"/>
                  <a:pt x="4096881" y="2663380"/>
                  <a:pt x="4113171" y="2630801"/>
                </a:cubicBezTo>
                <a:cubicBezTo>
                  <a:pt x="4121316" y="2606366"/>
                  <a:pt x="4235344" y="2533062"/>
                  <a:pt x="4276069" y="2533062"/>
                </a:cubicBezTo>
                <a:cubicBezTo>
                  <a:pt x="4292359" y="2533062"/>
                  <a:pt x="4284214" y="2541207"/>
                  <a:pt x="4300503" y="2557497"/>
                </a:cubicBezTo>
                <a:cubicBezTo>
                  <a:pt x="4316793" y="2541207"/>
                  <a:pt x="4324938" y="2524917"/>
                  <a:pt x="4333083" y="2508627"/>
                </a:cubicBezTo>
                <a:cubicBezTo>
                  <a:pt x="4365663" y="2451613"/>
                  <a:pt x="4414532" y="2484193"/>
                  <a:pt x="4455256" y="2467903"/>
                </a:cubicBezTo>
                <a:cubicBezTo>
                  <a:pt x="4463401" y="2459758"/>
                  <a:pt x="4471546" y="2435323"/>
                  <a:pt x="4471546" y="2410888"/>
                </a:cubicBezTo>
                <a:cubicBezTo>
                  <a:pt x="4479691" y="2394599"/>
                  <a:pt x="4495981" y="2370164"/>
                  <a:pt x="4495981" y="2353874"/>
                </a:cubicBezTo>
                <a:cubicBezTo>
                  <a:pt x="4495981" y="2329440"/>
                  <a:pt x="4447112" y="2256136"/>
                  <a:pt x="4414532" y="2207266"/>
                </a:cubicBezTo>
                <a:cubicBezTo>
                  <a:pt x="4422677" y="1987354"/>
                  <a:pt x="4414532" y="1979209"/>
                  <a:pt x="4414532" y="1971064"/>
                </a:cubicBezTo>
                <a:cubicBezTo>
                  <a:pt x="4455256" y="1783732"/>
                  <a:pt x="4544850" y="1702283"/>
                  <a:pt x="4675169" y="1702283"/>
                </a:cubicBezTo>
                <a:cubicBezTo>
                  <a:pt x="4691458" y="1702283"/>
                  <a:pt x="4748473" y="1718573"/>
                  <a:pt x="4781052" y="1718573"/>
                </a:cubicBezTo>
                <a:cubicBezTo>
                  <a:pt x="4862501" y="1783732"/>
                  <a:pt x="4919515" y="1873325"/>
                  <a:pt x="4919515" y="1954774"/>
                </a:cubicBezTo>
                <a:cubicBezTo>
                  <a:pt x="4919515" y="1979209"/>
                  <a:pt x="4911370" y="2109527"/>
                  <a:pt x="4911370" y="2133962"/>
                </a:cubicBezTo>
                <a:cubicBezTo>
                  <a:pt x="4911370" y="2199121"/>
                  <a:pt x="4781052" y="2288715"/>
                  <a:pt x="4781052" y="2370164"/>
                </a:cubicBezTo>
                <a:cubicBezTo>
                  <a:pt x="4781052" y="2386454"/>
                  <a:pt x="4789197" y="2419033"/>
                  <a:pt x="4789197" y="2451613"/>
                </a:cubicBezTo>
                <a:cubicBezTo>
                  <a:pt x="4821777" y="2451613"/>
                  <a:pt x="4854356" y="2443468"/>
                  <a:pt x="4886936" y="2443468"/>
                </a:cubicBezTo>
                <a:cubicBezTo>
                  <a:pt x="4878791" y="2427178"/>
                  <a:pt x="4862501" y="2402744"/>
                  <a:pt x="4862501" y="2378309"/>
                </a:cubicBezTo>
                <a:cubicBezTo>
                  <a:pt x="4862501" y="2337584"/>
                  <a:pt x="4878791" y="2321295"/>
                  <a:pt x="4927660" y="2313150"/>
                </a:cubicBezTo>
                <a:cubicBezTo>
                  <a:pt x="5049834" y="2288715"/>
                  <a:pt x="5106848" y="2085093"/>
                  <a:pt x="5212731" y="2109527"/>
                </a:cubicBezTo>
                <a:lnTo>
                  <a:pt x="5212731" y="2060658"/>
                </a:lnTo>
                <a:cubicBezTo>
                  <a:pt x="5229021" y="2060658"/>
                  <a:pt x="5245311" y="2060658"/>
                  <a:pt x="5294180" y="2068803"/>
                </a:cubicBezTo>
                <a:cubicBezTo>
                  <a:pt x="5302325" y="2052513"/>
                  <a:pt x="5294180" y="2028078"/>
                  <a:pt x="5294180" y="2011789"/>
                </a:cubicBezTo>
                <a:lnTo>
                  <a:pt x="5318615" y="2011789"/>
                </a:lnTo>
                <a:cubicBezTo>
                  <a:pt x="5326760" y="2003644"/>
                  <a:pt x="5326760" y="2011789"/>
                  <a:pt x="5326760" y="1987354"/>
                </a:cubicBezTo>
                <a:cubicBezTo>
                  <a:pt x="5326760" y="1971064"/>
                  <a:pt x="5310470" y="1954774"/>
                  <a:pt x="5310470" y="1938485"/>
                </a:cubicBezTo>
                <a:cubicBezTo>
                  <a:pt x="5310470" y="1914050"/>
                  <a:pt x="5351195" y="1857036"/>
                  <a:pt x="5351195" y="1832601"/>
                </a:cubicBezTo>
                <a:cubicBezTo>
                  <a:pt x="5351195" y="1816311"/>
                  <a:pt x="5334905" y="1848891"/>
                  <a:pt x="5334905" y="1824456"/>
                </a:cubicBezTo>
                <a:lnTo>
                  <a:pt x="5334905" y="1612689"/>
                </a:lnTo>
                <a:cubicBezTo>
                  <a:pt x="5359339" y="1588254"/>
                  <a:pt x="5359339" y="1588254"/>
                  <a:pt x="5359339" y="1563820"/>
                </a:cubicBezTo>
                <a:cubicBezTo>
                  <a:pt x="5359339" y="1563820"/>
                  <a:pt x="5367484" y="1563820"/>
                  <a:pt x="5367484" y="1547530"/>
                </a:cubicBezTo>
                <a:cubicBezTo>
                  <a:pt x="5367484" y="1523095"/>
                  <a:pt x="5326760" y="1270603"/>
                  <a:pt x="5326760" y="1246169"/>
                </a:cubicBezTo>
                <a:cubicBezTo>
                  <a:pt x="5326760" y="1172865"/>
                  <a:pt x="5351195" y="1148430"/>
                  <a:pt x="5416354" y="1107706"/>
                </a:cubicBezTo>
                <a:cubicBezTo>
                  <a:pt x="5424499" y="1099561"/>
                  <a:pt x="5432644" y="1091416"/>
                  <a:pt x="5432644" y="1075126"/>
                </a:cubicBezTo>
                <a:cubicBezTo>
                  <a:pt x="5432644" y="1050691"/>
                  <a:pt x="5416354" y="1066981"/>
                  <a:pt x="5416354" y="1050691"/>
                </a:cubicBezTo>
                <a:cubicBezTo>
                  <a:pt x="5416354" y="1042546"/>
                  <a:pt x="5448933" y="1009967"/>
                  <a:pt x="5448933" y="952953"/>
                </a:cubicBezTo>
                <a:cubicBezTo>
                  <a:pt x="5473368" y="830779"/>
                  <a:pt x="5522237" y="586432"/>
                  <a:pt x="5522237" y="570143"/>
                </a:cubicBezTo>
                <a:cubicBezTo>
                  <a:pt x="5522237" y="545708"/>
                  <a:pt x="5505948" y="561998"/>
                  <a:pt x="5505948" y="545708"/>
                </a:cubicBezTo>
                <a:cubicBezTo>
                  <a:pt x="5505948" y="521273"/>
                  <a:pt x="5538527" y="496838"/>
                  <a:pt x="5554817" y="472404"/>
                </a:cubicBezTo>
                <a:lnTo>
                  <a:pt x="5571107" y="488694"/>
                </a:lnTo>
                <a:cubicBezTo>
                  <a:pt x="5538527" y="488694"/>
                  <a:pt x="5546672" y="521273"/>
                  <a:pt x="5546672" y="521273"/>
                </a:cubicBezTo>
                <a:cubicBezTo>
                  <a:pt x="5546672" y="545708"/>
                  <a:pt x="5571107" y="578287"/>
                  <a:pt x="5587396" y="610867"/>
                </a:cubicBezTo>
                <a:cubicBezTo>
                  <a:pt x="5595541" y="570143"/>
                  <a:pt x="5595541" y="496838"/>
                  <a:pt x="5595541" y="472404"/>
                </a:cubicBezTo>
                <a:cubicBezTo>
                  <a:pt x="5595541" y="456114"/>
                  <a:pt x="5619976" y="423534"/>
                  <a:pt x="5628121" y="390955"/>
                </a:cubicBezTo>
                <a:lnTo>
                  <a:pt x="5628121" y="464259"/>
                </a:lnTo>
                <a:close/>
                <a:moveTo>
                  <a:pt x="2345729" y="211767"/>
                </a:moveTo>
                <a:lnTo>
                  <a:pt x="2133962" y="741185"/>
                </a:lnTo>
                <a:cubicBezTo>
                  <a:pt x="2150252" y="773765"/>
                  <a:pt x="2158397" y="814489"/>
                  <a:pt x="2158397" y="830779"/>
                </a:cubicBezTo>
                <a:cubicBezTo>
                  <a:pt x="2158397" y="855214"/>
                  <a:pt x="2142107" y="977387"/>
                  <a:pt x="2133962" y="1042546"/>
                </a:cubicBezTo>
                <a:cubicBezTo>
                  <a:pt x="2125817" y="1042546"/>
                  <a:pt x="2117672" y="1026257"/>
                  <a:pt x="2101382" y="1009967"/>
                </a:cubicBezTo>
                <a:lnTo>
                  <a:pt x="2125817" y="985532"/>
                </a:lnTo>
                <a:cubicBezTo>
                  <a:pt x="2117672" y="977387"/>
                  <a:pt x="2109527" y="985532"/>
                  <a:pt x="2109527" y="961097"/>
                </a:cubicBezTo>
                <a:cubicBezTo>
                  <a:pt x="2109527" y="944808"/>
                  <a:pt x="2133962" y="952953"/>
                  <a:pt x="2133962" y="936663"/>
                </a:cubicBezTo>
                <a:cubicBezTo>
                  <a:pt x="2133962" y="912228"/>
                  <a:pt x="2117672" y="887793"/>
                  <a:pt x="2117672" y="863359"/>
                </a:cubicBezTo>
                <a:cubicBezTo>
                  <a:pt x="2117672" y="847069"/>
                  <a:pt x="2133962" y="838924"/>
                  <a:pt x="2133962" y="822634"/>
                </a:cubicBezTo>
                <a:cubicBezTo>
                  <a:pt x="2133962" y="749330"/>
                  <a:pt x="2109527" y="635302"/>
                  <a:pt x="2060658" y="570143"/>
                </a:cubicBezTo>
                <a:cubicBezTo>
                  <a:pt x="2011788" y="570143"/>
                  <a:pt x="1922195" y="578287"/>
                  <a:pt x="1897760" y="578287"/>
                </a:cubicBezTo>
                <a:lnTo>
                  <a:pt x="1865180" y="578287"/>
                </a:lnTo>
                <a:cubicBezTo>
                  <a:pt x="1889615" y="472404"/>
                  <a:pt x="1914050" y="366520"/>
                  <a:pt x="1922195" y="260637"/>
                </a:cubicBezTo>
                <a:cubicBezTo>
                  <a:pt x="1938484" y="179188"/>
                  <a:pt x="1946629" y="89594"/>
                  <a:pt x="1995499" y="24435"/>
                </a:cubicBezTo>
                <a:cubicBezTo>
                  <a:pt x="2044368" y="0"/>
                  <a:pt x="2142107" y="97739"/>
                  <a:pt x="2199121" y="130318"/>
                </a:cubicBezTo>
                <a:cubicBezTo>
                  <a:pt x="2215411" y="89594"/>
                  <a:pt x="2239846" y="40724"/>
                  <a:pt x="2256135" y="0"/>
                </a:cubicBezTo>
                <a:cubicBezTo>
                  <a:pt x="2296860" y="40724"/>
                  <a:pt x="2321294" y="154753"/>
                  <a:pt x="2345729" y="21176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67000">
                <a:schemeClr val="accent2">
                  <a:lumMod val="40000"/>
                  <a:lumOff val="60000"/>
                </a:schemeClr>
              </a:gs>
            </a:gsLst>
            <a:lin ang="16200000" scaled="1"/>
            <a:tileRect/>
          </a:gradFill>
          <a:ln w="506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 Light" panose="020F0502020204030204"/>
              <a:cs typeface="+mn-cs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52944" y="3667911"/>
            <a:ext cx="11898321" cy="2711159"/>
            <a:chOff x="191044" y="4145166"/>
            <a:chExt cx="11898321" cy="2711159"/>
          </a:xfrm>
        </p:grpSpPr>
        <p:sp>
          <p:nvSpPr>
            <p:cNvPr id="15" name="任意多边形: 形状 14"/>
            <p:cNvSpPr/>
            <p:nvPr/>
          </p:nvSpPr>
          <p:spPr>
            <a:xfrm>
              <a:off x="10029537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0" name="任意多边形: 形状 29" descr="D:\51PPT模板网\51pptmoban.com\图片.jpg"/>
            <p:cNvSpPr/>
            <p:nvPr/>
          </p:nvSpPr>
          <p:spPr>
            <a:xfrm flipH="1">
              <a:off x="191044" y="4145166"/>
              <a:ext cx="2059828" cy="2711159"/>
            </a:xfrm>
            <a:custGeom>
              <a:avLst/>
              <a:gdLst>
                <a:gd name="connsiteX0" fmla="*/ 776090 w 1283338"/>
                <a:gd name="connsiteY0" fmla="*/ 0 h 1689138"/>
                <a:gd name="connsiteX1" fmla="*/ 938409 w 1283338"/>
                <a:gd name="connsiteY1" fmla="*/ 96377 h 1689138"/>
                <a:gd name="connsiteX2" fmla="*/ 963772 w 1283338"/>
                <a:gd name="connsiteY2" fmla="*/ 50725 h 1689138"/>
                <a:gd name="connsiteX3" fmla="*/ 984062 w 1283338"/>
                <a:gd name="connsiteY3" fmla="*/ 45652 h 1689138"/>
                <a:gd name="connsiteX4" fmla="*/ 989134 w 1283338"/>
                <a:gd name="connsiteY4" fmla="*/ 65942 h 1689138"/>
                <a:gd name="connsiteX5" fmla="*/ 978989 w 1283338"/>
                <a:gd name="connsiteY5" fmla="*/ 86232 h 1689138"/>
                <a:gd name="connsiteX6" fmla="*/ 1050004 w 1283338"/>
                <a:gd name="connsiteY6" fmla="*/ 157247 h 1689138"/>
                <a:gd name="connsiteX7" fmla="*/ 1080439 w 1283338"/>
                <a:gd name="connsiteY7" fmla="*/ 136957 h 1689138"/>
                <a:gd name="connsiteX8" fmla="*/ 1095656 w 1283338"/>
                <a:gd name="connsiteY8" fmla="*/ 152175 h 1689138"/>
                <a:gd name="connsiteX9" fmla="*/ 1156526 w 1283338"/>
                <a:gd name="connsiteY9" fmla="*/ 182609 h 1689138"/>
                <a:gd name="connsiteX10" fmla="*/ 1222468 w 1283338"/>
                <a:gd name="connsiteY10" fmla="*/ 223189 h 1689138"/>
                <a:gd name="connsiteX11" fmla="*/ 1212323 w 1283338"/>
                <a:gd name="connsiteY11" fmla="*/ 309422 h 1689138"/>
                <a:gd name="connsiteX12" fmla="*/ 1197106 w 1283338"/>
                <a:gd name="connsiteY12" fmla="*/ 355074 h 1689138"/>
                <a:gd name="connsiteX13" fmla="*/ 1212323 w 1283338"/>
                <a:gd name="connsiteY13" fmla="*/ 441306 h 1689138"/>
                <a:gd name="connsiteX14" fmla="*/ 1242758 w 1283338"/>
                <a:gd name="connsiteY14" fmla="*/ 471741 h 1689138"/>
                <a:gd name="connsiteX15" fmla="*/ 1283338 w 1283338"/>
                <a:gd name="connsiteY15" fmla="*/ 603626 h 1689138"/>
                <a:gd name="connsiteX16" fmla="*/ 1268121 w 1283338"/>
                <a:gd name="connsiteY16" fmla="*/ 644206 h 1689138"/>
                <a:gd name="connsiteX17" fmla="*/ 1283338 w 1283338"/>
                <a:gd name="connsiteY17" fmla="*/ 730438 h 1689138"/>
                <a:gd name="connsiteX18" fmla="*/ 1121019 w 1283338"/>
                <a:gd name="connsiteY18" fmla="*/ 1146382 h 1689138"/>
                <a:gd name="connsiteX19" fmla="*/ 1060149 w 1283338"/>
                <a:gd name="connsiteY19" fmla="*/ 1171744 h 1689138"/>
                <a:gd name="connsiteX20" fmla="*/ 1024642 w 1283338"/>
                <a:gd name="connsiteY20" fmla="*/ 1171744 h 1689138"/>
                <a:gd name="connsiteX21" fmla="*/ 994207 w 1283338"/>
                <a:gd name="connsiteY21" fmla="*/ 1227541 h 1689138"/>
                <a:gd name="connsiteX22" fmla="*/ 1115946 w 1283338"/>
                <a:gd name="connsiteY22" fmla="*/ 1689138 h 1689138"/>
                <a:gd name="connsiteX23" fmla="*/ 0 w 1283338"/>
                <a:gd name="connsiteY23" fmla="*/ 1689138 h 1689138"/>
                <a:gd name="connsiteX24" fmla="*/ 0 w 1283338"/>
                <a:gd name="connsiteY24" fmla="*/ 1643485 h 1689138"/>
                <a:gd name="connsiteX25" fmla="*/ 55797 w 1283338"/>
                <a:gd name="connsiteY25" fmla="*/ 1486238 h 1689138"/>
                <a:gd name="connsiteX26" fmla="*/ 65942 w 1283338"/>
                <a:gd name="connsiteY26" fmla="*/ 1445658 h 1689138"/>
                <a:gd name="connsiteX27" fmla="*/ 55797 w 1283338"/>
                <a:gd name="connsiteY27" fmla="*/ 1328991 h 1689138"/>
                <a:gd name="connsiteX28" fmla="*/ 60869 w 1283338"/>
                <a:gd name="connsiteY28" fmla="*/ 1303629 h 1689138"/>
                <a:gd name="connsiteX29" fmla="*/ 81159 w 1283338"/>
                <a:gd name="connsiteY29" fmla="*/ 1288411 h 1689138"/>
                <a:gd name="connsiteX30" fmla="*/ 55797 w 1283338"/>
                <a:gd name="connsiteY30" fmla="*/ 1121019 h 1689138"/>
                <a:gd name="connsiteX31" fmla="*/ 65942 w 1283338"/>
                <a:gd name="connsiteY31" fmla="*/ 1100729 h 1689138"/>
                <a:gd name="connsiteX32" fmla="*/ 177536 w 1283338"/>
                <a:gd name="connsiteY32" fmla="*/ 1080439 h 1689138"/>
                <a:gd name="connsiteX33" fmla="*/ 207971 w 1283338"/>
                <a:gd name="connsiteY33" fmla="*/ 1100729 h 1689138"/>
                <a:gd name="connsiteX34" fmla="*/ 172464 w 1283338"/>
                <a:gd name="connsiteY34" fmla="*/ 1222469 h 1689138"/>
                <a:gd name="connsiteX35" fmla="*/ 157247 w 1283338"/>
                <a:gd name="connsiteY35" fmla="*/ 1242759 h 1689138"/>
                <a:gd name="connsiteX36" fmla="*/ 152174 w 1283338"/>
                <a:gd name="connsiteY36" fmla="*/ 1273194 h 1689138"/>
                <a:gd name="connsiteX37" fmla="*/ 207971 w 1283338"/>
                <a:gd name="connsiteY37" fmla="*/ 1339136 h 1689138"/>
                <a:gd name="connsiteX38" fmla="*/ 243479 w 1283338"/>
                <a:gd name="connsiteY38" fmla="*/ 1288411 h 1689138"/>
                <a:gd name="connsiteX39" fmla="*/ 294204 w 1283338"/>
                <a:gd name="connsiteY39" fmla="*/ 1247831 h 1689138"/>
                <a:gd name="connsiteX40" fmla="*/ 431161 w 1283338"/>
                <a:gd name="connsiteY40" fmla="*/ 1110874 h 1689138"/>
                <a:gd name="connsiteX41" fmla="*/ 415943 w 1283338"/>
                <a:gd name="connsiteY41" fmla="*/ 1075367 h 1689138"/>
                <a:gd name="connsiteX42" fmla="*/ 456523 w 1283338"/>
                <a:gd name="connsiteY42" fmla="*/ 1024642 h 1689138"/>
                <a:gd name="connsiteX43" fmla="*/ 400726 w 1283338"/>
                <a:gd name="connsiteY43" fmla="*/ 933337 h 1689138"/>
                <a:gd name="connsiteX44" fmla="*/ 370291 w 1283338"/>
                <a:gd name="connsiteY44" fmla="*/ 816670 h 1689138"/>
                <a:gd name="connsiteX45" fmla="*/ 380436 w 1283338"/>
                <a:gd name="connsiteY45" fmla="*/ 740583 h 1689138"/>
                <a:gd name="connsiteX46" fmla="*/ 329711 w 1283338"/>
                <a:gd name="connsiteY46" fmla="*/ 715220 h 1689138"/>
                <a:gd name="connsiteX47" fmla="*/ 309421 w 1283338"/>
                <a:gd name="connsiteY47" fmla="*/ 705075 h 1689138"/>
                <a:gd name="connsiteX48" fmla="*/ 451451 w 1283338"/>
                <a:gd name="connsiteY48" fmla="*/ 502176 h 1689138"/>
                <a:gd name="connsiteX49" fmla="*/ 776090 w 1283338"/>
                <a:gd name="connsiteY49" fmla="*/ 639133 h 1689138"/>
                <a:gd name="connsiteX50" fmla="*/ 649278 w 1283338"/>
                <a:gd name="connsiteY50" fmla="*/ 801453 h 1689138"/>
                <a:gd name="connsiteX51" fmla="*/ 669568 w 1283338"/>
                <a:gd name="connsiteY51" fmla="*/ 831888 h 1689138"/>
                <a:gd name="connsiteX52" fmla="*/ 644205 w 1283338"/>
                <a:gd name="connsiteY52" fmla="*/ 887685 h 1689138"/>
                <a:gd name="connsiteX53" fmla="*/ 639133 w 1283338"/>
                <a:gd name="connsiteY53" fmla="*/ 984062 h 1689138"/>
                <a:gd name="connsiteX54" fmla="*/ 654350 w 1283338"/>
                <a:gd name="connsiteY54" fmla="*/ 989135 h 1689138"/>
                <a:gd name="connsiteX55" fmla="*/ 796380 w 1283338"/>
                <a:gd name="connsiteY55" fmla="*/ 933337 h 1689138"/>
                <a:gd name="connsiteX56" fmla="*/ 806525 w 1283338"/>
                <a:gd name="connsiteY56" fmla="*/ 907975 h 1689138"/>
                <a:gd name="connsiteX57" fmla="*/ 847105 w 1283338"/>
                <a:gd name="connsiteY57" fmla="*/ 862323 h 1689138"/>
                <a:gd name="connsiteX58" fmla="*/ 963772 w 1283338"/>
                <a:gd name="connsiteY58" fmla="*/ 831888 h 1689138"/>
                <a:gd name="connsiteX59" fmla="*/ 1055076 w 1283338"/>
                <a:gd name="connsiteY59" fmla="*/ 715220 h 1689138"/>
                <a:gd name="connsiteX60" fmla="*/ 1090584 w 1283338"/>
                <a:gd name="connsiteY60" fmla="*/ 649278 h 1689138"/>
                <a:gd name="connsiteX61" fmla="*/ 1090584 w 1283338"/>
                <a:gd name="connsiteY61" fmla="*/ 573191 h 1689138"/>
                <a:gd name="connsiteX62" fmla="*/ 1110874 w 1283338"/>
                <a:gd name="connsiteY62" fmla="*/ 446379 h 1689138"/>
                <a:gd name="connsiteX63" fmla="*/ 1080439 w 1283338"/>
                <a:gd name="connsiteY63" fmla="*/ 344929 h 1689138"/>
                <a:gd name="connsiteX64" fmla="*/ 1004352 w 1283338"/>
                <a:gd name="connsiteY64" fmla="*/ 278987 h 1689138"/>
                <a:gd name="connsiteX65" fmla="*/ 984062 w 1283338"/>
                <a:gd name="connsiteY65" fmla="*/ 218117 h 1689138"/>
                <a:gd name="connsiteX66" fmla="*/ 740582 w 1283338"/>
                <a:gd name="connsiteY66" fmla="*/ 30435 h 1689138"/>
                <a:gd name="connsiteX67" fmla="*/ 776090 w 1283338"/>
                <a:gd name="connsiteY67" fmla="*/ 0 h 1689138"/>
                <a:gd name="connsiteX68" fmla="*/ 978989 w 1283338"/>
                <a:gd name="connsiteY68" fmla="*/ 55797 h 1689138"/>
                <a:gd name="connsiteX69" fmla="*/ 973917 w 1283338"/>
                <a:gd name="connsiteY69" fmla="*/ 76087 h 1689138"/>
                <a:gd name="connsiteX70" fmla="*/ 978989 w 1283338"/>
                <a:gd name="connsiteY70" fmla="*/ 55797 h 168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3338" h="1689138">
                  <a:moveTo>
                    <a:pt x="776090" y="0"/>
                  </a:moveTo>
                  <a:cubicBezTo>
                    <a:pt x="806525" y="0"/>
                    <a:pt x="933337" y="91305"/>
                    <a:pt x="938409" y="96377"/>
                  </a:cubicBezTo>
                  <a:cubicBezTo>
                    <a:pt x="953627" y="86232"/>
                    <a:pt x="963772" y="65942"/>
                    <a:pt x="963772" y="50725"/>
                  </a:cubicBezTo>
                  <a:cubicBezTo>
                    <a:pt x="968844" y="50725"/>
                    <a:pt x="978989" y="45652"/>
                    <a:pt x="984062" y="45652"/>
                  </a:cubicBezTo>
                  <a:cubicBezTo>
                    <a:pt x="984062" y="50725"/>
                    <a:pt x="989134" y="50725"/>
                    <a:pt x="989134" y="65942"/>
                  </a:cubicBezTo>
                  <a:cubicBezTo>
                    <a:pt x="989134" y="76087"/>
                    <a:pt x="978989" y="71015"/>
                    <a:pt x="978989" y="86232"/>
                  </a:cubicBezTo>
                  <a:cubicBezTo>
                    <a:pt x="978989" y="96377"/>
                    <a:pt x="1024642" y="136957"/>
                    <a:pt x="1050004" y="157247"/>
                  </a:cubicBezTo>
                  <a:cubicBezTo>
                    <a:pt x="1060149" y="152175"/>
                    <a:pt x="1070294" y="142030"/>
                    <a:pt x="1080439" y="136957"/>
                  </a:cubicBezTo>
                  <a:cubicBezTo>
                    <a:pt x="1085511" y="136957"/>
                    <a:pt x="1095656" y="147102"/>
                    <a:pt x="1095656" y="152175"/>
                  </a:cubicBezTo>
                  <a:cubicBezTo>
                    <a:pt x="1115946" y="162320"/>
                    <a:pt x="1136236" y="177537"/>
                    <a:pt x="1156526" y="182609"/>
                  </a:cubicBezTo>
                  <a:cubicBezTo>
                    <a:pt x="1161599" y="182609"/>
                    <a:pt x="1222468" y="202899"/>
                    <a:pt x="1222468" y="223189"/>
                  </a:cubicBezTo>
                  <a:cubicBezTo>
                    <a:pt x="1222468" y="233334"/>
                    <a:pt x="1217396" y="278987"/>
                    <a:pt x="1212323" y="309422"/>
                  </a:cubicBezTo>
                  <a:cubicBezTo>
                    <a:pt x="1212323" y="324639"/>
                    <a:pt x="1197106" y="339857"/>
                    <a:pt x="1197106" y="355074"/>
                  </a:cubicBezTo>
                  <a:cubicBezTo>
                    <a:pt x="1197106" y="365219"/>
                    <a:pt x="1197106" y="410871"/>
                    <a:pt x="1212323" y="441306"/>
                  </a:cubicBezTo>
                  <a:cubicBezTo>
                    <a:pt x="1217396" y="456524"/>
                    <a:pt x="1237686" y="456524"/>
                    <a:pt x="1242758" y="471741"/>
                  </a:cubicBezTo>
                  <a:cubicBezTo>
                    <a:pt x="1263048" y="507249"/>
                    <a:pt x="1283338" y="588408"/>
                    <a:pt x="1283338" y="603626"/>
                  </a:cubicBezTo>
                  <a:cubicBezTo>
                    <a:pt x="1283338" y="613771"/>
                    <a:pt x="1268121" y="634061"/>
                    <a:pt x="1268121" y="644206"/>
                  </a:cubicBezTo>
                  <a:cubicBezTo>
                    <a:pt x="1268121" y="659423"/>
                    <a:pt x="1283338" y="720293"/>
                    <a:pt x="1283338" y="730438"/>
                  </a:cubicBezTo>
                  <a:cubicBezTo>
                    <a:pt x="1283338" y="857250"/>
                    <a:pt x="1232613" y="1034787"/>
                    <a:pt x="1121019" y="1146382"/>
                  </a:cubicBezTo>
                  <a:cubicBezTo>
                    <a:pt x="1105801" y="1161599"/>
                    <a:pt x="1080439" y="1171744"/>
                    <a:pt x="1060149" y="1171744"/>
                  </a:cubicBezTo>
                  <a:lnTo>
                    <a:pt x="1024642" y="1171744"/>
                  </a:lnTo>
                  <a:cubicBezTo>
                    <a:pt x="1009424" y="1181889"/>
                    <a:pt x="994207" y="1202179"/>
                    <a:pt x="994207" y="1227541"/>
                  </a:cubicBezTo>
                  <a:lnTo>
                    <a:pt x="1115946" y="1689138"/>
                  </a:lnTo>
                  <a:lnTo>
                    <a:pt x="0" y="1689138"/>
                  </a:lnTo>
                  <a:lnTo>
                    <a:pt x="0" y="1643485"/>
                  </a:lnTo>
                  <a:cubicBezTo>
                    <a:pt x="5072" y="1597833"/>
                    <a:pt x="25362" y="1526818"/>
                    <a:pt x="55797" y="1486238"/>
                  </a:cubicBezTo>
                  <a:cubicBezTo>
                    <a:pt x="60869" y="1476093"/>
                    <a:pt x="65942" y="1455803"/>
                    <a:pt x="65942" y="1445658"/>
                  </a:cubicBezTo>
                  <a:cubicBezTo>
                    <a:pt x="65942" y="1430441"/>
                    <a:pt x="55797" y="1339136"/>
                    <a:pt x="55797" y="1328991"/>
                  </a:cubicBezTo>
                  <a:cubicBezTo>
                    <a:pt x="55797" y="1313774"/>
                    <a:pt x="60869" y="1313774"/>
                    <a:pt x="60869" y="1303629"/>
                  </a:cubicBezTo>
                  <a:cubicBezTo>
                    <a:pt x="65942" y="1298556"/>
                    <a:pt x="81159" y="1298556"/>
                    <a:pt x="81159" y="1288411"/>
                  </a:cubicBezTo>
                  <a:cubicBezTo>
                    <a:pt x="81159" y="1273194"/>
                    <a:pt x="55797" y="1131164"/>
                    <a:pt x="55797" y="1121019"/>
                  </a:cubicBezTo>
                  <a:cubicBezTo>
                    <a:pt x="55797" y="1105802"/>
                    <a:pt x="60869" y="1110874"/>
                    <a:pt x="65942" y="1100729"/>
                  </a:cubicBezTo>
                  <a:cubicBezTo>
                    <a:pt x="101449" y="1095657"/>
                    <a:pt x="162319" y="1080439"/>
                    <a:pt x="177536" y="1080439"/>
                  </a:cubicBezTo>
                  <a:cubicBezTo>
                    <a:pt x="182609" y="1080439"/>
                    <a:pt x="207971" y="1085512"/>
                    <a:pt x="207971" y="1100729"/>
                  </a:cubicBezTo>
                  <a:cubicBezTo>
                    <a:pt x="207971" y="1115947"/>
                    <a:pt x="187681" y="1181889"/>
                    <a:pt x="172464" y="1222469"/>
                  </a:cubicBezTo>
                  <a:cubicBezTo>
                    <a:pt x="172464" y="1227541"/>
                    <a:pt x="162319" y="1237686"/>
                    <a:pt x="157247" y="1242759"/>
                  </a:cubicBezTo>
                  <a:cubicBezTo>
                    <a:pt x="157247" y="1252904"/>
                    <a:pt x="152174" y="1257976"/>
                    <a:pt x="152174" y="1273194"/>
                  </a:cubicBezTo>
                  <a:cubicBezTo>
                    <a:pt x="152174" y="1283339"/>
                    <a:pt x="197826" y="1339136"/>
                    <a:pt x="207971" y="1339136"/>
                  </a:cubicBezTo>
                  <a:cubicBezTo>
                    <a:pt x="218116" y="1339136"/>
                    <a:pt x="233334" y="1293484"/>
                    <a:pt x="243479" y="1288411"/>
                  </a:cubicBezTo>
                  <a:cubicBezTo>
                    <a:pt x="258696" y="1268121"/>
                    <a:pt x="278986" y="1257976"/>
                    <a:pt x="294204" y="1247831"/>
                  </a:cubicBezTo>
                  <a:cubicBezTo>
                    <a:pt x="329711" y="1202179"/>
                    <a:pt x="431161" y="1121019"/>
                    <a:pt x="431161" y="1110874"/>
                  </a:cubicBezTo>
                  <a:cubicBezTo>
                    <a:pt x="431161" y="1095657"/>
                    <a:pt x="415943" y="1090584"/>
                    <a:pt x="415943" y="1075367"/>
                  </a:cubicBezTo>
                  <a:cubicBezTo>
                    <a:pt x="415943" y="1065222"/>
                    <a:pt x="446378" y="1044932"/>
                    <a:pt x="456523" y="1024642"/>
                  </a:cubicBezTo>
                  <a:cubicBezTo>
                    <a:pt x="441306" y="1014497"/>
                    <a:pt x="400726" y="963772"/>
                    <a:pt x="400726" y="933337"/>
                  </a:cubicBezTo>
                  <a:cubicBezTo>
                    <a:pt x="400726" y="918120"/>
                    <a:pt x="370291" y="826815"/>
                    <a:pt x="370291" y="816670"/>
                  </a:cubicBezTo>
                  <a:cubicBezTo>
                    <a:pt x="370291" y="801453"/>
                    <a:pt x="380436" y="755800"/>
                    <a:pt x="380436" y="740583"/>
                  </a:cubicBezTo>
                  <a:cubicBezTo>
                    <a:pt x="380436" y="720293"/>
                    <a:pt x="334784" y="715220"/>
                    <a:pt x="329711" y="715220"/>
                  </a:cubicBezTo>
                  <a:cubicBezTo>
                    <a:pt x="324639" y="710148"/>
                    <a:pt x="314494" y="705075"/>
                    <a:pt x="309421" y="705075"/>
                  </a:cubicBezTo>
                  <a:cubicBezTo>
                    <a:pt x="350001" y="639133"/>
                    <a:pt x="405798" y="563046"/>
                    <a:pt x="451451" y="502176"/>
                  </a:cubicBezTo>
                  <a:lnTo>
                    <a:pt x="776090" y="639133"/>
                  </a:lnTo>
                  <a:cubicBezTo>
                    <a:pt x="740582" y="689858"/>
                    <a:pt x="649278" y="791308"/>
                    <a:pt x="649278" y="801453"/>
                  </a:cubicBezTo>
                  <a:cubicBezTo>
                    <a:pt x="649278" y="816670"/>
                    <a:pt x="669568" y="821743"/>
                    <a:pt x="669568" y="831888"/>
                  </a:cubicBezTo>
                  <a:cubicBezTo>
                    <a:pt x="669568" y="847105"/>
                    <a:pt x="649278" y="867395"/>
                    <a:pt x="644205" y="887685"/>
                  </a:cubicBezTo>
                  <a:cubicBezTo>
                    <a:pt x="634060" y="918120"/>
                    <a:pt x="644205" y="933337"/>
                    <a:pt x="639133" y="984062"/>
                  </a:cubicBezTo>
                  <a:cubicBezTo>
                    <a:pt x="644205" y="984062"/>
                    <a:pt x="639133" y="989135"/>
                    <a:pt x="654350" y="989135"/>
                  </a:cubicBezTo>
                  <a:cubicBezTo>
                    <a:pt x="664495" y="989135"/>
                    <a:pt x="750727" y="958700"/>
                    <a:pt x="796380" y="933337"/>
                  </a:cubicBezTo>
                  <a:cubicBezTo>
                    <a:pt x="806525" y="928265"/>
                    <a:pt x="806525" y="918120"/>
                    <a:pt x="806525" y="907975"/>
                  </a:cubicBezTo>
                  <a:cubicBezTo>
                    <a:pt x="821742" y="902902"/>
                    <a:pt x="831887" y="877540"/>
                    <a:pt x="847105" y="862323"/>
                  </a:cubicBezTo>
                  <a:cubicBezTo>
                    <a:pt x="872467" y="831888"/>
                    <a:pt x="928264" y="852178"/>
                    <a:pt x="963772" y="831888"/>
                  </a:cubicBezTo>
                  <a:cubicBezTo>
                    <a:pt x="1009424" y="806525"/>
                    <a:pt x="1039859" y="740583"/>
                    <a:pt x="1055076" y="715220"/>
                  </a:cubicBezTo>
                  <a:cubicBezTo>
                    <a:pt x="1070294" y="694931"/>
                    <a:pt x="1085511" y="674641"/>
                    <a:pt x="1090584" y="649278"/>
                  </a:cubicBezTo>
                  <a:cubicBezTo>
                    <a:pt x="1095656" y="623916"/>
                    <a:pt x="1090584" y="583336"/>
                    <a:pt x="1090584" y="573191"/>
                  </a:cubicBezTo>
                  <a:cubicBezTo>
                    <a:pt x="1090584" y="557973"/>
                    <a:pt x="1110874" y="461596"/>
                    <a:pt x="1110874" y="446379"/>
                  </a:cubicBezTo>
                  <a:cubicBezTo>
                    <a:pt x="1110874" y="400726"/>
                    <a:pt x="1110874" y="380436"/>
                    <a:pt x="1080439" y="344929"/>
                  </a:cubicBezTo>
                  <a:cubicBezTo>
                    <a:pt x="1070294" y="324639"/>
                    <a:pt x="1029714" y="309422"/>
                    <a:pt x="1004352" y="278987"/>
                  </a:cubicBezTo>
                  <a:cubicBezTo>
                    <a:pt x="994207" y="263769"/>
                    <a:pt x="994207" y="233334"/>
                    <a:pt x="984062" y="218117"/>
                  </a:cubicBezTo>
                  <a:cubicBezTo>
                    <a:pt x="978989" y="202899"/>
                    <a:pt x="740582" y="60870"/>
                    <a:pt x="740582" y="30435"/>
                  </a:cubicBezTo>
                  <a:cubicBezTo>
                    <a:pt x="740582" y="15217"/>
                    <a:pt x="755800" y="0"/>
                    <a:pt x="776090" y="0"/>
                  </a:cubicBezTo>
                  <a:close/>
                  <a:moveTo>
                    <a:pt x="978989" y="55797"/>
                  </a:moveTo>
                  <a:cubicBezTo>
                    <a:pt x="973917" y="55797"/>
                    <a:pt x="973917" y="60870"/>
                    <a:pt x="973917" y="76087"/>
                  </a:cubicBezTo>
                  <a:lnTo>
                    <a:pt x="978989" y="5579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  <a:tileRect/>
            </a:gradFill>
            <a:ln w="506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-258518" y="5995502"/>
            <a:ext cx="12727490" cy="991075"/>
            <a:chOff x="-287546" y="5995502"/>
            <a:chExt cx="12727490" cy="991075"/>
          </a:xfrm>
        </p:grpSpPr>
        <p:sp>
          <p:nvSpPr>
            <p:cNvPr id="34" name="图形 32"/>
            <p:cNvSpPr/>
            <p:nvPr/>
          </p:nvSpPr>
          <p:spPr>
            <a:xfrm flipH="1">
              <a:off x="7348668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  <p:sp>
          <p:nvSpPr>
            <p:cNvPr id="38" name="图形 32" descr="D:\51PPT模板网\51pptmoban.com\图片.jpg"/>
            <p:cNvSpPr/>
            <p:nvPr/>
          </p:nvSpPr>
          <p:spPr>
            <a:xfrm>
              <a:off x="-287546" y="5995502"/>
              <a:ext cx="5091276" cy="991075"/>
            </a:xfrm>
            <a:custGeom>
              <a:avLst/>
              <a:gdLst>
                <a:gd name="connsiteX0" fmla="*/ 3894694 w 5091276"/>
                <a:gd name="connsiteY0" fmla="*/ 987761 h 991075"/>
                <a:gd name="connsiteX1" fmla="*/ 3874806 w 5091276"/>
                <a:gd name="connsiteY1" fmla="*/ 987761 h 991075"/>
                <a:gd name="connsiteX2" fmla="*/ 3894694 w 5091276"/>
                <a:gd name="connsiteY2" fmla="*/ 974502 h 991075"/>
                <a:gd name="connsiteX3" fmla="*/ 3894694 w 5091276"/>
                <a:gd name="connsiteY3" fmla="*/ 987761 h 991075"/>
                <a:gd name="connsiteX4" fmla="*/ 3917896 w 5091276"/>
                <a:gd name="connsiteY4" fmla="*/ 987761 h 991075"/>
                <a:gd name="connsiteX5" fmla="*/ 3911267 w 5091276"/>
                <a:gd name="connsiteY5" fmla="*/ 977817 h 991075"/>
                <a:gd name="connsiteX6" fmla="*/ 3911267 w 5091276"/>
                <a:gd name="connsiteY6" fmla="*/ 964558 h 991075"/>
                <a:gd name="connsiteX7" fmla="*/ 3917896 w 5091276"/>
                <a:gd name="connsiteY7" fmla="*/ 987761 h 991075"/>
                <a:gd name="connsiteX8" fmla="*/ 4338855 w 5091276"/>
                <a:gd name="connsiteY8" fmla="*/ 984446 h 991075"/>
                <a:gd name="connsiteX9" fmla="*/ 4322281 w 5091276"/>
                <a:gd name="connsiteY9" fmla="*/ 987761 h 991075"/>
                <a:gd name="connsiteX10" fmla="*/ 4305708 w 5091276"/>
                <a:gd name="connsiteY10" fmla="*/ 974502 h 991075"/>
                <a:gd name="connsiteX11" fmla="*/ 4309023 w 5091276"/>
                <a:gd name="connsiteY11" fmla="*/ 961244 h 991075"/>
                <a:gd name="connsiteX12" fmla="*/ 4338855 w 5091276"/>
                <a:gd name="connsiteY12" fmla="*/ 984446 h 991075"/>
                <a:gd name="connsiteX13" fmla="*/ 4040538 w 5091276"/>
                <a:gd name="connsiteY13" fmla="*/ 974502 h 991075"/>
                <a:gd name="connsiteX14" fmla="*/ 4040538 w 5091276"/>
                <a:gd name="connsiteY14" fmla="*/ 987761 h 991075"/>
                <a:gd name="connsiteX15" fmla="*/ 4030594 w 5091276"/>
                <a:gd name="connsiteY15" fmla="*/ 991075 h 991075"/>
                <a:gd name="connsiteX16" fmla="*/ 4017335 w 5091276"/>
                <a:gd name="connsiteY16" fmla="*/ 981132 h 991075"/>
                <a:gd name="connsiteX17" fmla="*/ 4017335 w 5091276"/>
                <a:gd name="connsiteY17" fmla="*/ 961244 h 991075"/>
                <a:gd name="connsiteX18" fmla="*/ 4040538 w 5091276"/>
                <a:gd name="connsiteY18" fmla="*/ 974502 h 991075"/>
                <a:gd name="connsiteX19" fmla="*/ 3944413 w 5091276"/>
                <a:gd name="connsiteY19" fmla="*/ 961244 h 991075"/>
                <a:gd name="connsiteX20" fmla="*/ 3944413 w 5091276"/>
                <a:gd name="connsiteY20" fmla="*/ 991075 h 991075"/>
                <a:gd name="connsiteX21" fmla="*/ 3931155 w 5091276"/>
                <a:gd name="connsiteY21" fmla="*/ 971188 h 991075"/>
                <a:gd name="connsiteX22" fmla="*/ 3931155 w 5091276"/>
                <a:gd name="connsiteY22" fmla="*/ 961244 h 991075"/>
                <a:gd name="connsiteX23" fmla="*/ 3944413 w 5091276"/>
                <a:gd name="connsiteY23" fmla="*/ 961244 h 991075"/>
                <a:gd name="connsiteX24" fmla="*/ 4070369 w 5091276"/>
                <a:gd name="connsiteY24" fmla="*/ 974502 h 991075"/>
                <a:gd name="connsiteX25" fmla="*/ 4070369 w 5091276"/>
                <a:gd name="connsiteY25" fmla="*/ 991075 h 991075"/>
                <a:gd name="connsiteX26" fmla="*/ 4050481 w 5091276"/>
                <a:gd name="connsiteY26" fmla="*/ 964558 h 991075"/>
                <a:gd name="connsiteX27" fmla="*/ 4053796 w 5091276"/>
                <a:gd name="connsiteY27" fmla="*/ 957929 h 991075"/>
                <a:gd name="connsiteX28" fmla="*/ 4070369 w 5091276"/>
                <a:gd name="connsiteY28" fmla="*/ 974502 h 991075"/>
                <a:gd name="connsiteX29" fmla="*/ 3974245 w 5091276"/>
                <a:gd name="connsiteY29" fmla="*/ 984446 h 991075"/>
                <a:gd name="connsiteX30" fmla="*/ 3970930 w 5091276"/>
                <a:gd name="connsiteY30" fmla="*/ 991075 h 991075"/>
                <a:gd name="connsiteX31" fmla="*/ 3957672 w 5091276"/>
                <a:gd name="connsiteY31" fmla="*/ 974502 h 991075"/>
                <a:gd name="connsiteX32" fmla="*/ 3957672 w 5091276"/>
                <a:gd name="connsiteY32" fmla="*/ 957929 h 991075"/>
                <a:gd name="connsiteX33" fmla="*/ 3974245 w 5091276"/>
                <a:gd name="connsiteY33" fmla="*/ 984446 h 991075"/>
                <a:gd name="connsiteX34" fmla="*/ 4004077 w 5091276"/>
                <a:gd name="connsiteY34" fmla="*/ 974502 h 991075"/>
                <a:gd name="connsiteX35" fmla="*/ 4000762 w 5091276"/>
                <a:gd name="connsiteY35" fmla="*/ 991075 h 991075"/>
                <a:gd name="connsiteX36" fmla="*/ 3984189 w 5091276"/>
                <a:gd name="connsiteY36" fmla="*/ 967873 h 991075"/>
                <a:gd name="connsiteX37" fmla="*/ 3987503 w 5091276"/>
                <a:gd name="connsiteY37" fmla="*/ 954614 h 991075"/>
                <a:gd name="connsiteX38" fmla="*/ 4004077 w 5091276"/>
                <a:gd name="connsiteY38" fmla="*/ 974502 h 991075"/>
                <a:gd name="connsiteX39" fmla="*/ 2555582 w 5091276"/>
                <a:gd name="connsiteY39" fmla="*/ 981132 h 991075"/>
                <a:gd name="connsiteX40" fmla="*/ 2539009 w 5091276"/>
                <a:gd name="connsiteY40" fmla="*/ 984446 h 991075"/>
                <a:gd name="connsiteX41" fmla="*/ 2482660 w 5091276"/>
                <a:gd name="connsiteY41" fmla="*/ 957929 h 991075"/>
                <a:gd name="connsiteX42" fmla="*/ 2495919 w 5091276"/>
                <a:gd name="connsiteY42" fmla="*/ 954614 h 991075"/>
                <a:gd name="connsiteX43" fmla="*/ 2555582 w 5091276"/>
                <a:gd name="connsiteY43" fmla="*/ 981132 h 991075"/>
                <a:gd name="connsiteX44" fmla="*/ 729219 w 5091276"/>
                <a:gd name="connsiteY44" fmla="*/ 974502 h 991075"/>
                <a:gd name="connsiteX45" fmla="*/ 725905 w 5091276"/>
                <a:gd name="connsiteY45" fmla="*/ 951300 h 991075"/>
                <a:gd name="connsiteX46" fmla="*/ 759051 w 5091276"/>
                <a:gd name="connsiteY46" fmla="*/ 974502 h 991075"/>
                <a:gd name="connsiteX47" fmla="*/ 729219 w 5091276"/>
                <a:gd name="connsiteY47" fmla="*/ 974502 h 991075"/>
                <a:gd name="connsiteX48" fmla="*/ 265171 w 5091276"/>
                <a:gd name="connsiteY48" fmla="*/ 971188 h 991075"/>
                <a:gd name="connsiteX49" fmla="*/ 195563 w 5091276"/>
                <a:gd name="connsiteY49" fmla="*/ 971188 h 991075"/>
                <a:gd name="connsiteX50" fmla="*/ 215451 w 5091276"/>
                <a:gd name="connsiteY50" fmla="*/ 951300 h 991075"/>
                <a:gd name="connsiteX51" fmla="*/ 265171 w 5091276"/>
                <a:gd name="connsiteY51" fmla="*/ 971188 h 991075"/>
                <a:gd name="connsiteX52" fmla="*/ 4103516 w 5091276"/>
                <a:gd name="connsiteY52" fmla="*/ 987761 h 991075"/>
                <a:gd name="connsiteX53" fmla="*/ 4093572 w 5091276"/>
                <a:gd name="connsiteY53" fmla="*/ 991075 h 991075"/>
                <a:gd name="connsiteX54" fmla="*/ 4073684 w 5091276"/>
                <a:gd name="connsiteY54" fmla="*/ 947985 h 991075"/>
                <a:gd name="connsiteX55" fmla="*/ 4083628 w 5091276"/>
                <a:gd name="connsiteY55" fmla="*/ 934727 h 991075"/>
                <a:gd name="connsiteX56" fmla="*/ 4103516 w 5091276"/>
                <a:gd name="connsiteY56" fmla="*/ 987761 h 991075"/>
                <a:gd name="connsiteX57" fmla="*/ 354666 w 5091276"/>
                <a:gd name="connsiteY57" fmla="*/ 971188 h 991075"/>
                <a:gd name="connsiteX58" fmla="*/ 331463 w 5091276"/>
                <a:gd name="connsiteY58" fmla="*/ 974502 h 991075"/>
                <a:gd name="connsiteX59" fmla="*/ 241968 w 5091276"/>
                <a:gd name="connsiteY59" fmla="*/ 941356 h 991075"/>
                <a:gd name="connsiteX60" fmla="*/ 251912 w 5091276"/>
                <a:gd name="connsiteY60" fmla="*/ 934727 h 991075"/>
                <a:gd name="connsiteX61" fmla="*/ 354666 w 5091276"/>
                <a:gd name="connsiteY61" fmla="*/ 971188 h 991075"/>
                <a:gd name="connsiteX62" fmla="*/ 2608616 w 5091276"/>
                <a:gd name="connsiteY62" fmla="*/ 981132 h 991075"/>
                <a:gd name="connsiteX63" fmla="*/ 2598672 w 5091276"/>
                <a:gd name="connsiteY63" fmla="*/ 984446 h 991075"/>
                <a:gd name="connsiteX64" fmla="*/ 2529065 w 5091276"/>
                <a:gd name="connsiteY64" fmla="*/ 947985 h 991075"/>
                <a:gd name="connsiteX65" fmla="*/ 2476031 w 5091276"/>
                <a:gd name="connsiteY65" fmla="*/ 934727 h 991075"/>
                <a:gd name="connsiteX66" fmla="*/ 2479346 w 5091276"/>
                <a:gd name="connsiteY66" fmla="*/ 918154 h 991075"/>
                <a:gd name="connsiteX67" fmla="*/ 2608616 w 5091276"/>
                <a:gd name="connsiteY67" fmla="*/ 981132 h 991075"/>
                <a:gd name="connsiteX68" fmla="*/ 4401833 w 5091276"/>
                <a:gd name="connsiteY68" fmla="*/ 984446 h 991075"/>
                <a:gd name="connsiteX69" fmla="*/ 4381945 w 5091276"/>
                <a:gd name="connsiteY69" fmla="*/ 987761 h 991075"/>
                <a:gd name="connsiteX70" fmla="*/ 4342169 w 5091276"/>
                <a:gd name="connsiteY70" fmla="*/ 964558 h 991075"/>
                <a:gd name="connsiteX71" fmla="*/ 4299079 w 5091276"/>
                <a:gd name="connsiteY71" fmla="*/ 934727 h 991075"/>
                <a:gd name="connsiteX72" fmla="*/ 4292450 w 5091276"/>
                <a:gd name="connsiteY72" fmla="*/ 908210 h 991075"/>
                <a:gd name="connsiteX73" fmla="*/ 4401833 w 5091276"/>
                <a:gd name="connsiteY73" fmla="*/ 984446 h 991075"/>
                <a:gd name="connsiteX74" fmla="*/ 304946 w 5091276"/>
                <a:gd name="connsiteY74" fmla="*/ 911524 h 991075"/>
                <a:gd name="connsiteX75" fmla="*/ 420958 w 5091276"/>
                <a:gd name="connsiteY75" fmla="*/ 971188 h 991075"/>
                <a:gd name="connsiteX76" fmla="*/ 411014 w 5091276"/>
                <a:gd name="connsiteY76" fmla="*/ 974502 h 991075"/>
                <a:gd name="connsiteX77" fmla="*/ 328149 w 5091276"/>
                <a:gd name="connsiteY77" fmla="*/ 938041 h 991075"/>
                <a:gd name="connsiteX78" fmla="*/ 278429 w 5091276"/>
                <a:gd name="connsiteY78" fmla="*/ 921468 h 991075"/>
                <a:gd name="connsiteX79" fmla="*/ 295002 w 5091276"/>
                <a:gd name="connsiteY79" fmla="*/ 908210 h 991075"/>
                <a:gd name="connsiteX80" fmla="*/ 304946 w 5091276"/>
                <a:gd name="connsiteY80" fmla="*/ 911524 h 991075"/>
                <a:gd name="connsiteX81" fmla="*/ 822029 w 5091276"/>
                <a:gd name="connsiteY81" fmla="*/ 971188 h 991075"/>
                <a:gd name="connsiteX82" fmla="*/ 802141 w 5091276"/>
                <a:gd name="connsiteY82" fmla="*/ 974502 h 991075"/>
                <a:gd name="connsiteX83" fmla="*/ 785568 w 5091276"/>
                <a:gd name="connsiteY83" fmla="*/ 971188 h 991075"/>
                <a:gd name="connsiteX84" fmla="*/ 715961 w 5091276"/>
                <a:gd name="connsiteY84" fmla="*/ 928097 h 991075"/>
                <a:gd name="connsiteX85" fmla="*/ 706017 w 5091276"/>
                <a:gd name="connsiteY85" fmla="*/ 901580 h 991075"/>
                <a:gd name="connsiteX86" fmla="*/ 822029 w 5091276"/>
                <a:gd name="connsiteY86" fmla="*/ 971188 h 991075"/>
                <a:gd name="connsiteX87" fmla="*/ 4149921 w 5091276"/>
                <a:gd name="connsiteY87" fmla="*/ 977817 h 991075"/>
                <a:gd name="connsiteX88" fmla="*/ 4146606 w 5091276"/>
                <a:gd name="connsiteY88" fmla="*/ 991075 h 991075"/>
                <a:gd name="connsiteX89" fmla="*/ 4116774 w 5091276"/>
                <a:gd name="connsiteY89" fmla="*/ 991075 h 991075"/>
                <a:gd name="connsiteX90" fmla="*/ 4093572 w 5091276"/>
                <a:gd name="connsiteY90" fmla="*/ 904895 h 991075"/>
                <a:gd name="connsiteX91" fmla="*/ 4096887 w 5091276"/>
                <a:gd name="connsiteY91" fmla="*/ 881693 h 991075"/>
                <a:gd name="connsiteX92" fmla="*/ 4149921 w 5091276"/>
                <a:gd name="connsiteY92" fmla="*/ 977817 h 991075"/>
                <a:gd name="connsiteX93" fmla="*/ 3980874 w 5091276"/>
                <a:gd name="connsiteY93" fmla="*/ 904895 h 991075"/>
                <a:gd name="connsiteX94" fmla="*/ 3967616 w 5091276"/>
                <a:gd name="connsiteY94" fmla="*/ 908210 h 991075"/>
                <a:gd name="connsiteX95" fmla="*/ 3937784 w 5091276"/>
                <a:gd name="connsiteY95" fmla="*/ 898266 h 991075"/>
                <a:gd name="connsiteX96" fmla="*/ 3931155 w 5091276"/>
                <a:gd name="connsiteY96" fmla="*/ 881693 h 991075"/>
                <a:gd name="connsiteX97" fmla="*/ 3980874 w 5091276"/>
                <a:gd name="connsiteY97" fmla="*/ 904895 h 991075"/>
                <a:gd name="connsiteX98" fmla="*/ 2645077 w 5091276"/>
                <a:gd name="connsiteY98" fmla="*/ 984446 h 991075"/>
                <a:gd name="connsiteX99" fmla="*/ 2592043 w 5091276"/>
                <a:gd name="connsiteY99" fmla="*/ 944671 h 991075"/>
                <a:gd name="connsiteX100" fmla="*/ 2539009 w 5091276"/>
                <a:gd name="connsiteY100" fmla="*/ 918154 h 991075"/>
                <a:gd name="connsiteX101" fmla="*/ 2462772 w 5091276"/>
                <a:gd name="connsiteY101" fmla="*/ 878378 h 991075"/>
                <a:gd name="connsiteX102" fmla="*/ 2592043 w 5091276"/>
                <a:gd name="connsiteY102" fmla="*/ 921468 h 991075"/>
                <a:gd name="connsiteX103" fmla="*/ 2661650 w 5091276"/>
                <a:gd name="connsiteY103" fmla="*/ 981132 h 991075"/>
                <a:gd name="connsiteX104" fmla="*/ 2645077 w 5091276"/>
                <a:gd name="connsiteY104" fmla="*/ 984446 h 991075"/>
                <a:gd name="connsiteX105" fmla="*/ 477307 w 5091276"/>
                <a:gd name="connsiteY105" fmla="*/ 971188 h 991075"/>
                <a:gd name="connsiteX106" fmla="*/ 457419 w 5091276"/>
                <a:gd name="connsiteY106" fmla="*/ 974502 h 991075"/>
                <a:gd name="connsiteX107" fmla="*/ 394441 w 5091276"/>
                <a:gd name="connsiteY107" fmla="*/ 931412 h 991075"/>
                <a:gd name="connsiteX108" fmla="*/ 308261 w 5091276"/>
                <a:gd name="connsiteY108" fmla="*/ 898266 h 991075"/>
                <a:gd name="connsiteX109" fmla="*/ 331463 w 5091276"/>
                <a:gd name="connsiteY109" fmla="*/ 871749 h 991075"/>
                <a:gd name="connsiteX110" fmla="*/ 477307 w 5091276"/>
                <a:gd name="connsiteY110" fmla="*/ 971188 h 991075"/>
                <a:gd name="connsiteX111" fmla="*/ 4458181 w 5091276"/>
                <a:gd name="connsiteY111" fmla="*/ 984446 h 991075"/>
                <a:gd name="connsiteX112" fmla="*/ 4434979 w 5091276"/>
                <a:gd name="connsiteY112" fmla="*/ 987761 h 991075"/>
                <a:gd name="connsiteX113" fmla="*/ 4378630 w 5091276"/>
                <a:gd name="connsiteY113" fmla="*/ 941356 h 991075"/>
                <a:gd name="connsiteX114" fmla="*/ 4299079 w 5091276"/>
                <a:gd name="connsiteY114" fmla="*/ 891636 h 991075"/>
                <a:gd name="connsiteX115" fmla="*/ 4275877 w 5091276"/>
                <a:gd name="connsiteY115" fmla="*/ 868434 h 991075"/>
                <a:gd name="connsiteX116" fmla="*/ 4275877 w 5091276"/>
                <a:gd name="connsiteY116" fmla="*/ 858490 h 991075"/>
                <a:gd name="connsiteX117" fmla="*/ 4458181 w 5091276"/>
                <a:gd name="connsiteY117" fmla="*/ 984446 h 991075"/>
                <a:gd name="connsiteX118" fmla="*/ 692758 w 5091276"/>
                <a:gd name="connsiteY118" fmla="*/ 858490 h 991075"/>
                <a:gd name="connsiteX119" fmla="*/ 878378 w 5091276"/>
                <a:gd name="connsiteY119" fmla="*/ 971188 h 991075"/>
                <a:gd name="connsiteX120" fmla="*/ 858490 w 5091276"/>
                <a:gd name="connsiteY120" fmla="*/ 974502 h 991075"/>
                <a:gd name="connsiteX121" fmla="*/ 775624 w 5091276"/>
                <a:gd name="connsiteY121" fmla="*/ 921468 h 991075"/>
                <a:gd name="connsiteX122" fmla="*/ 682814 w 5091276"/>
                <a:gd name="connsiteY122" fmla="*/ 858490 h 991075"/>
                <a:gd name="connsiteX123" fmla="*/ 692758 w 5091276"/>
                <a:gd name="connsiteY123" fmla="*/ 858490 h 991075"/>
                <a:gd name="connsiteX124" fmla="*/ 3947728 w 5091276"/>
                <a:gd name="connsiteY124" fmla="*/ 851861 h 991075"/>
                <a:gd name="connsiteX125" fmla="*/ 4020650 w 5091276"/>
                <a:gd name="connsiteY125" fmla="*/ 891636 h 991075"/>
                <a:gd name="connsiteX126" fmla="*/ 4020650 w 5091276"/>
                <a:gd name="connsiteY126" fmla="*/ 901580 h 991075"/>
                <a:gd name="connsiteX127" fmla="*/ 4007391 w 5091276"/>
                <a:gd name="connsiteY127" fmla="*/ 904895 h 991075"/>
                <a:gd name="connsiteX128" fmla="*/ 3924525 w 5091276"/>
                <a:gd name="connsiteY128" fmla="*/ 865119 h 991075"/>
                <a:gd name="connsiteX129" fmla="*/ 3924525 w 5091276"/>
                <a:gd name="connsiteY129" fmla="*/ 851861 h 991075"/>
                <a:gd name="connsiteX130" fmla="*/ 3947728 w 5091276"/>
                <a:gd name="connsiteY130" fmla="*/ 851861 h 991075"/>
                <a:gd name="connsiteX131" fmla="*/ 245283 w 5091276"/>
                <a:gd name="connsiteY131" fmla="*/ 851861 h 991075"/>
                <a:gd name="connsiteX132" fmla="*/ 245283 w 5091276"/>
                <a:gd name="connsiteY132" fmla="*/ 861805 h 991075"/>
                <a:gd name="connsiteX133" fmla="*/ 169046 w 5091276"/>
                <a:gd name="connsiteY133" fmla="*/ 898266 h 991075"/>
                <a:gd name="connsiteX134" fmla="*/ 135900 w 5091276"/>
                <a:gd name="connsiteY134" fmla="*/ 891636 h 991075"/>
                <a:gd name="connsiteX135" fmla="*/ 225395 w 5091276"/>
                <a:gd name="connsiteY135" fmla="*/ 851861 h 991075"/>
                <a:gd name="connsiteX136" fmla="*/ 245283 w 5091276"/>
                <a:gd name="connsiteY136" fmla="*/ 851861 h 991075"/>
                <a:gd name="connsiteX137" fmla="*/ 344722 w 5091276"/>
                <a:gd name="connsiteY137" fmla="*/ 838602 h 991075"/>
                <a:gd name="connsiteX138" fmla="*/ 510453 w 5091276"/>
                <a:gd name="connsiteY138" fmla="*/ 971188 h 991075"/>
                <a:gd name="connsiteX139" fmla="*/ 500510 w 5091276"/>
                <a:gd name="connsiteY139" fmla="*/ 974502 h 991075"/>
                <a:gd name="connsiteX140" fmla="*/ 328149 w 5091276"/>
                <a:gd name="connsiteY140" fmla="*/ 858490 h 991075"/>
                <a:gd name="connsiteX141" fmla="*/ 328149 w 5091276"/>
                <a:gd name="connsiteY141" fmla="*/ 838602 h 991075"/>
                <a:gd name="connsiteX142" fmla="*/ 344722 w 5091276"/>
                <a:gd name="connsiteY142" fmla="*/ 838602 h 991075"/>
                <a:gd name="connsiteX143" fmla="*/ 4017335 w 5091276"/>
                <a:gd name="connsiteY143" fmla="*/ 848546 h 991075"/>
                <a:gd name="connsiteX144" fmla="*/ 4017335 w 5091276"/>
                <a:gd name="connsiteY144" fmla="*/ 871749 h 991075"/>
                <a:gd name="connsiteX145" fmla="*/ 3937784 w 5091276"/>
                <a:gd name="connsiteY145" fmla="*/ 831973 h 991075"/>
                <a:gd name="connsiteX146" fmla="*/ 3957672 w 5091276"/>
                <a:gd name="connsiteY146" fmla="*/ 822029 h 991075"/>
                <a:gd name="connsiteX147" fmla="*/ 4017335 w 5091276"/>
                <a:gd name="connsiteY147" fmla="*/ 848546 h 991075"/>
                <a:gd name="connsiteX148" fmla="*/ 2717999 w 5091276"/>
                <a:gd name="connsiteY148" fmla="*/ 981132 h 991075"/>
                <a:gd name="connsiteX149" fmla="*/ 2701426 w 5091276"/>
                <a:gd name="connsiteY149" fmla="*/ 984446 h 991075"/>
                <a:gd name="connsiteX150" fmla="*/ 2684853 w 5091276"/>
                <a:gd name="connsiteY150" fmla="*/ 977817 h 991075"/>
                <a:gd name="connsiteX151" fmla="*/ 2466087 w 5091276"/>
                <a:gd name="connsiteY151" fmla="*/ 858490 h 991075"/>
                <a:gd name="connsiteX152" fmla="*/ 2439570 w 5091276"/>
                <a:gd name="connsiteY152" fmla="*/ 815400 h 991075"/>
                <a:gd name="connsiteX153" fmla="*/ 2452829 w 5091276"/>
                <a:gd name="connsiteY153" fmla="*/ 812085 h 991075"/>
                <a:gd name="connsiteX154" fmla="*/ 2717999 w 5091276"/>
                <a:gd name="connsiteY154" fmla="*/ 981132 h 991075"/>
                <a:gd name="connsiteX155" fmla="*/ 666241 w 5091276"/>
                <a:gd name="connsiteY155" fmla="*/ 812085 h 991075"/>
                <a:gd name="connsiteX156" fmla="*/ 931412 w 5091276"/>
                <a:gd name="connsiteY156" fmla="*/ 974502 h 991075"/>
                <a:gd name="connsiteX157" fmla="*/ 914839 w 5091276"/>
                <a:gd name="connsiteY157" fmla="*/ 977817 h 991075"/>
                <a:gd name="connsiteX158" fmla="*/ 802141 w 5091276"/>
                <a:gd name="connsiteY158" fmla="*/ 894951 h 991075"/>
                <a:gd name="connsiteX159" fmla="*/ 659612 w 5091276"/>
                <a:gd name="connsiteY159" fmla="*/ 825344 h 991075"/>
                <a:gd name="connsiteX160" fmla="*/ 659612 w 5091276"/>
                <a:gd name="connsiteY160" fmla="*/ 812085 h 991075"/>
                <a:gd name="connsiteX161" fmla="*/ 666241 w 5091276"/>
                <a:gd name="connsiteY161" fmla="*/ 812085 h 991075"/>
                <a:gd name="connsiteX162" fmla="*/ 235339 w 5091276"/>
                <a:gd name="connsiteY162" fmla="*/ 812085 h 991075"/>
                <a:gd name="connsiteX163" fmla="*/ 238654 w 5091276"/>
                <a:gd name="connsiteY163" fmla="*/ 831973 h 991075"/>
                <a:gd name="connsiteX164" fmla="*/ 125956 w 5091276"/>
                <a:gd name="connsiteY164" fmla="*/ 885007 h 991075"/>
                <a:gd name="connsiteX165" fmla="*/ 112698 w 5091276"/>
                <a:gd name="connsiteY165" fmla="*/ 861805 h 991075"/>
                <a:gd name="connsiteX166" fmla="*/ 225395 w 5091276"/>
                <a:gd name="connsiteY166" fmla="*/ 812085 h 991075"/>
                <a:gd name="connsiteX167" fmla="*/ 235339 w 5091276"/>
                <a:gd name="connsiteY167" fmla="*/ 812085 h 991075"/>
                <a:gd name="connsiteX168" fmla="*/ 4511216 w 5091276"/>
                <a:gd name="connsiteY168" fmla="*/ 984446 h 991075"/>
                <a:gd name="connsiteX169" fmla="*/ 4494642 w 5091276"/>
                <a:gd name="connsiteY169" fmla="*/ 987761 h 991075"/>
                <a:gd name="connsiteX170" fmla="*/ 4401833 w 5091276"/>
                <a:gd name="connsiteY170" fmla="*/ 908210 h 991075"/>
                <a:gd name="connsiteX171" fmla="*/ 4269247 w 5091276"/>
                <a:gd name="connsiteY171" fmla="*/ 838602 h 991075"/>
                <a:gd name="connsiteX172" fmla="*/ 4255989 w 5091276"/>
                <a:gd name="connsiteY172" fmla="*/ 815400 h 991075"/>
                <a:gd name="connsiteX173" fmla="*/ 4259303 w 5091276"/>
                <a:gd name="connsiteY173" fmla="*/ 808771 h 991075"/>
                <a:gd name="connsiteX174" fmla="*/ 4511216 w 5091276"/>
                <a:gd name="connsiteY174" fmla="*/ 984446 h 991075"/>
                <a:gd name="connsiteX175" fmla="*/ 3748850 w 5091276"/>
                <a:gd name="connsiteY175" fmla="*/ 851861 h 991075"/>
                <a:gd name="connsiteX176" fmla="*/ 3742220 w 5091276"/>
                <a:gd name="connsiteY176" fmla="*/ 848546 h 991075"/>
                <a:gd name="connsiteX177" fmla="*/ 3815142 w 5091276"/>
                <a:gd name="connsiteY177" fmla="*/ 812085 h 991075"/>
                <a:gd name="connsiteX178" fmla="*/ 3748850 w 5091276"/>
                <a:gd name="connsiteY178" fmla="*/ 851861 h 991075"/>
                <a:gd name="connsiteX179" fmla="*/ 348036 w 5091276"/>
                <a:gd name="connsiteY179" fmla="*/ 802141 h 991075"/>
                <a:gd name="connsiteX180" fmla="*/ 387812 w 5091276"/>
                <a:gd name="connsiteY180" fmla="*/ 808771 h 991075"/>
                <a:gd name="connsiteX181" fmla="*/ 560173 w 5091276"/>
                <a:gd name="connsiteY181" fmla="*/ 967873 h 991075"/>
                <a:gd name="connsiteX182" fmla="*/ 543600 w 5091276"/>
                <a:gd name="connsiteY182" fmla="*/ 974502 h 991075"/>
                <a:gd name="connsiteX183" fmla="*/ 530341 w 5091276"/>
                <a:gd name="connsiteY183" fmla="*/ 967873 h 991075"/>
                <a:gd name="connsiteX184" fmla="*/ 447475 w 5091276"/>
                <a:gd name="connsiteY184" fmla="*/ 871749 h 991075"/>
                <a:gd name="connsiteX185" fmla="*/ 361295 w 5091276"/>
                <a:gd name="connsiteY185" fmla="*/ 828658 h 991075"/>
                <a:gd name="connsiteX186" fmla="*/ 321519 w 5091276"/>
                <a:gd name="connsiteY186" fmla="*/ 818714 h 991075"/>
                <a:gd name="connsiteX187" fmla="*/ 304946 w 5091276"/>
                <a:gd name="connsiteY187" fmla="*/ 802141 h 991075"/>
                <a:gd name="connsiteX188" fmla="*/ 348036 w 5091276"/>
                <a:gd name="connsiteY188" fmla="*/ 802141 h 991075"/>
                <a:gd name="connsiteX189" fmla="*/ 4047167 w 5091276"/>
                <a:gd name="connsiteY189" fmla="*/ 828658 h 991075"/>
                <a:gd name="connsiteX190" fmla="*/ 4027279 w 5091276"/>
                <a:gd name="connsiteY190" fmla="*/ 838602 h 991075"/>
                <a:gd name="connsiteX191" fmla="*/ 3974245 w 5091276"/>
                <a:gd name="connsiteY191" fmla="*/ 812085 h 991075"/>
                <a:gd name="connsiteX192" fmla="*/ 3994133 w 5091276"/>
                <a:gd name="connsiteY192" fmla="*/ 798827 h 991075"/>
                <a:gd name="connsiteX193" fmla="*/ 4047167 w 5091276"/>
                <a:gd name="connsiteY193" fmla="*/ 828658 h 991075"/>
                <a:gd name="connsiteX194" fmla="*/ 3719018 w 5091276"/>
                <a:gd name="connsiteY194" fmla="*/ 848546 h 991075"/>
                <a:gd name="connsiteX195" fmla="*/ 3705760 w 5091276"/>
                <a:gd name="connsiteY195" fmla="*/ 845232 h 991075"/>
                <a:gd name="connsiteX196" fmla="*/ 3808513 w 5091276"/>
                <a:gd name="connsiteY196" fmla="*/ 792197 h 991075"/>
                <a:gd name="connsiteX197" fmla="*/ 3719018 w 5091276"/>
                <a:gd name="connsiteY197" fmla="*/ 848546 h 991075"/>
                <a:gd name="connsiteX198" fmla="*/ 4166494 w 5091276"/>
                <a:gd name="connsiteY198" fmla="*/ 938041 h 991075"/>
                <a:gd name="connsiteX199" fmla="*/ 4183067 w 5091276"/>
                <a:gd name="connsiteY199" fmla="*/ 977817 h 991075"/>
                <a:gd name="connsiteX200" fmla="*/ 4183067 w 5091276"/>
                <a:gd name="connsiteY200" fmla="*/ 987761 h 991075"/>
                <a:gd name="connsiteX201" fmla="*/ 4166494 w 5091276"/>
                <a:gd name="connsiteY201" fmla="*/ 987761 h 991075"/>
                <a:gd name="connsiteX202" fmla="*/ 4007391 w 5091276"/>
                <a:gd name="connsiteY202" fmla="*/ 785568 h 991075"/>
                <a:gd name="connsiteX203" fmla="*/ 4020650 w 5091276"/>
                <a:gd name="connsiteY203" fmla="*/ 772310 h 991075"/>
                <a:gd name="connsiteX204" fmla="*/ 4166494 w 5091276"/>
                <a:gd name="connsiteY204" fmla="*/ 938041 h 991075"/>
                <a:gd name="connsiteX205" fmla="*/ 2777662 w 5091276"/>
                <a:gd name="connsiteY205" fmla="*/ 981132 h 991075"/>
                <a:gd name="connsiteX206" fmla="*/ 2761089 w 5091276"/>
                <a:gd name="connsiteY206" fmla="*/ 984446 h 991075"/>
                <a:gd name="connsiteX207" fmla="*/ 2562211 w 5091276"/>
                <a:gd name="connsiteY207" fmla="*/ 848546 h 991075"/>
                <a:gd name="connsiteX208" fmla="*/ 2495919 w 5091276"/>
                <a:gd name="connsiteY208" fmla="*/ 812085 h 991075"/>
                <a:gd name="connsiteX209" fmla="*/ 2432941 w 5091276"/>
                <a:gd name="connsiteY209" fmla="*/ 795512 h 991075"/>
                <a:gd name="connsiteX210" fmla="*/ 2413053 w 5091276"/>
                <a:gd name="connsiteY210" fmla="*/ 778939 h 991075"/>
                <a:gd name="connsiteX211" fmla="*/ 2442885 w 5091276"/>
                <a:gd name="connsiteY211" fmla="*/ 772310 h 991075"/>
                <a:gd name="connsiteX212" fmla="*/ 2777662 w 5091276"/>
                <a:gd name="connsiteY212" fmla="*/ 981132 h 991075"/>
                <a:gd name="connsiteX213" fmla="*/ 3758794 w 5091276"/>
                <a:gd name="connsiteY213" fmla="*/ 792197 h 991075"/>
                <a:gd name="connsiteX214" fmla="*/ 3685872 w 5091276"/>
                <a:gd name="connsiteY214" fmla="*/ 835288 h 991075"/>
                <a:gd name="connsiteX215" fmla="*/ 3679242 w 5091276"/>
                <a:gd name="connsiteY215" fmla="*/ 831973 h 991075"/>
                <a:gd name="connsiteX216" fmla="*/ 3679242 w 5091276"/>
                <a:gd name="connsiteY216" fmla="*/ 822029 h 991075"/>
                <a:gd name="connsiteX217" fmla="*/ 3758794 w 5091276"/>
                <a:gd name="connsiteY217" fmla="*/ 765680 h 991075"/>
                <a:gd name="connsiteX218" fmla="*/ 3758794 w 5091276"/>
                <a:gd name="connsiteY218" fmla="*/ 792197 h 991075"/>
                <a:gd name="connsiteX219" fmla="*/ 987761 w 5091276"/>
                <a:gd name="connsiteY219" fmla="*/ 974502 h 991075"/>
                <a:gd name="connsiteX220" fmla="*/ 964558 w 5091276"/>
                <a:gd name="connsiteY220" fmla="*/ 977817 h 991075"/>
                <a:gd name="connsiteX221" fmla="*/ 951300 w 5091276"/>
                <a:gd name="connsiteY221" fmla="*/ 971188 h 991075"/>
                <a:gd name="connsiteX222" fmla="*/ 858490 w 5091276"/>
                <a:gd name="connsiteY222" fmla="*/ 888322 h 991075"/>
                <a:gd name="connsiteX223" fmla="*/ 712646 w 5091276"/>
                <a:gd name="connsiteY223" fmla="*/ 812085 h 991075"/>
                <a:gd name="connsiteX224" fmla="*/ 616522 w 5091276"/>
                <a:gd name="connsiteY224" fmla="*/ 768995 h 991075"/>
                <a:gd name="connsiteX225" fmla="*/ 639724 w 5091276"/>
                <a:gd name="connsiteY225" fmla="*/ 765680 h 991075"/>
                <a:gd name="connsiteX226" fmla="*/ 987761 w 5091276"/>
                <a:gd name="connsiteY226" fmla="*/ 974502 h 991075"/>
                <a:gd name="connsiteX227" fmla="*/ 344722 w 5091276"/>
                <a:gd name="connsiteY227" fmla="*/ 768995 h 991075"/>
                <a:gd name="connsiteX228" fmla="*/ 464049 w 5091276"/>
                <a:gd name="connsiteY228" fmla="*/ 805456 h 991075"/>
                <a:gd name="connsiteX229" fmla="*/ 596634 w 5091276"/>
                <a:gd name="connsiteY229" fmla="*/ 964558 h 991075"/>
                <a:gd name="connsiteX230" fmla="*/ 596634 w 5091276"/>
                <a:gd name="connsiteY230" fmla="*/ 974502 h 991075"/>
                <a:gd name="connsiteX231" fmla="*/ 580061 w 5091276"/>
                <a:gd name="connsiteY231" fmla="*/ 974502 h 991075"/>
                <a:gd name="connsiteX232" fmla="*/ 530341 w 5091276"/>
                <a:gd name="connsiteY232" fmla="*/ 908210 h 991075"/>
                <a:gd name="connsiteX233" fmla="*/ 321519 w 5091276"/>
                <a:gd name="connsiteY233" fmla="*/ 785568 h 991075"/>
                <a:gd name="connsiteX234" fmla="*/ 122641 w 5091276"/>
                <a:gd name="connsiteY234" fmla="*/ 835288 h 991075"/>
                <a:gd name="connsiteX235" fmla="*/ 149158 w 5091276"/>
                <a:gd name="connsiteY235" fmla="*/ 795512 h 991075"/>
                <a:gd name="connsiteX236" fmla="*/ 281744 w 5091276"/>
                <a:gd name="connsiteY236" fmla="*/ 765680 h 991075"/>
                <a:gd name="connsiteX237" fmla="*/ 344722 w 5091276"/>
                <a:gd name="connsiteY237" fmla="*/ 768995 h 991075"/>
                <a:gd name="connsiteX238" fmla="*/ 4249359 w 5091276"/>
                <a:gd name="connsiteY238" fmla="*/ 762366 h 991075"/>
                <a:gd name="connsiteX239" fmla="*/ 4299079 w 5091276"/>
                <a:gd name="connsiteY239" fmla="*/ 778939 h 991075"/>
                <a:gd name="connsiteX240" fmla="*/ 4567564 w 5091276"/>
                <a:gd name="connsiteY240" fmla="*/ 987761 h 991075"/>
                <a:gd name="connsiteX241" fmla="*/ 4531103 w 5091276"/>
                <a:gd name="connsiteY241" fmla="*/ 987761 h 991075"/>
                <a:gd name="connsiteX242" fmla="*/ 4425035 w 5091276"/>
                <a:gd name="connsiteY242" fmla="*/ 878378 h 991075"/>
                <a:gd name="connsiteX243" fmla="*/ 4305708 w 5091276"/>
                <a:gd name="connsiteY243" fmla="*/ 808771 h 991075"/>
                <a:gd name="connsiteX244" fmla="*/ 4222843 w 5091276"/>
                <a:gd name="connsiteY244" fmla="*/ 762366 h 991075"/>
                <a:gd name="connsiteX245" fmla="*/ 4249359 w 5091276"/>
                <a:gd name="connsiteY245" fmla="*/ 762366 h 991075"/>
                <a:gd name="connsiteX246" fmla="*/ 3443904 w 5091276"/>
                <a:gd name="connsiteY246" fmla="*/ 762366 h 991075"/>
                <a:gd name="connsiteX247" fmla="*/ 3390870 w 5091276"/>
                <a:gd name="connsiteY247" fmla="*/ 855175 h 991075"/>
                <a:gd name="connsiteX248" fmla="*/ 3377611 w 5091276"/>
                <a:gd name="connsiteY248" fmla="*/ 855175 h 991075"/>
                <a:gd name="connsiteX249" fmla="*/ 3374296 w 5091276"/>
                <a:gd name="connsiteY249" fmla="*/ 848546 h 991075"/>
                <a:gd name="connsiteX250" fmla="*/ 3424016 w 5091276"/>
                <a:gd name="connsiteY250" fmla="*/ 755736 h 991075"/>
                <a:gd name="connsiteX251" fmla="*/ 3443904 w 5091276"/>
                <a:gd name="connsiteY251" fmla="*/ 762366 h 991075"/>
                <a:gd name="connsiteX252" fmla="*/ 3931155 w 5091276"/>
                <a:gd name="connsiteY252" fmla="*/ 755736 h 991075"/>
                <a:gd name="connsiteX253" fmla="*/ 3901323 w 5091276"/>
                <a:gd name="connsiteY253" fmla="*/ 788883 h 991075"/>
                <a:gd name="connsiteX254" fmla="*/ 3884750 w 5091276"/>
                <a:gd name="connsiteY254" fmla="*/ 765680 h 991075"/>
                <a:gd name="connsiteX255" fmla="*/ 3884750 w 5091276"/>
                <a:gd name="connsiteY255" fmla="*/ 755736 h 991075"/>
                <a:gd name="connsiteX256" fmla="*/ 3914582 w 5091276"/>
                <a:gd name="connsiteY256" fmla="*/ 749107 h 991075"/>
                <a:gd name="connsiteX257" fmla="*/ 3931155 w 5091276"/>
                <a:gd name="connsiteY257" fmla="*/ 755736 h 991075"/>
                <a:gd name="connsiteX258" fmla="*/ 3546657 w 5091276"/>
                <a:gd name="connsiteY258" fmla="*/ 762366 h 991075"/>
                <a:gd name="connsiteX259" fmla="*/ 3526769 w 5091276"/>
                <a:gd name="connsiteY259" fmla="*/ 805456 h 991075"/>
                <a:gd name="connsiteX260" fmla="*/ 3543343 w 5091276"/>
                <a:gd name="connsiteY260" fmla="*/ 749107 h 991075"/>
                <a:gd name="connsiteX261" fmla="*/ 3546657 w 5091276"/>
                <a:gd name="connsiteY261" fmla="*/ 762366 h 991075"/>
                <a:gd name="connsiteX262" fmla="*/ 1952319 w 5091276"/>
                <a:gd name="connsiteY262" fmla="*/ 768995 h 991075"/>
                <a:gd name="connsiteX263" fmla="*/ 1958948 w 5091276"/>
                <a:gd name="connsiteY263" fmla="*/ 785568 h 991075"/>
                <a:gd name="connsiteX264" fmla="*/ 2011982 w 5091276"/>
                <a:gd name="connsiteY264" fmla="*/ 815400 h 991075"/>
                <a:gd name="connsiteX265" fmla="*/ 1935746 w 5091276"/>
                <a:gd name="connsiteY265" fmla="*/ 861805 h 991075"/>
                <a:gd name="connsiteX266" fmla="*/ 1859509 w 5091276"/>
                <a:gd name="connsiteY266" fmla="*/ 822029 h 991075"/>
                <a:gd name="connsiteX267" fmla="*/ 1955634 w 5091276"/>
                <a:gd name="connsiteY267" fmla="*/ 749107 h 991075"/>
                <a:gd name="connsiteX268" fmla="*/ 1952319 w 5091276"/>
                <a:gd name="connsiteY268" fmla="*/ 768995 h 991075"/>
                <a:gd name="connsiteX269" fmla="*/ 1726924 w 5091276"/>
                <a:gd name="connsiteY269" fmla="*/ 772310 h 991075"/>
                <a:gd name="connsiteX270" fmla="*/ 1647373 w 5091276"/>
                <a:gd name="connsiteY270" fmla="*/ 845232 h 991075"/>
                <a:gd name="connsiteX271" fmla="*/ 1673890 w 5091276"/>
                <a:gd name="connsiteY271" fmla="*/ 812085 h 991075"/>
                <a:gd name="connsiteX272" fmla="*/ 1726924 w 5091276"/>
                <a:gd name="connsiteY272" fmla="*/ 745793 h 991075"/>
                <a:gd name="connsiteX273" fmla="*/ 1726924 w 5091276"/>
                <a:gd name="connsiteY273" fmla="*/ 772310 h 991075"/>
                <a:gd name="connsiteX274" fmla="*/ 4156550 w 5091276"/>
                <a:gd name="connsiteY274" fmla="*/ 845232 h 991075"/>
                <a:gd name="connsiteX275" fmla="*/ 4189696 w 5091276"/>
                <a:gd name="connsiteY275" fmla="*/ 911524 h 991075"/>
                <a:gd name="connsiteX276" fmla="*/ 4216213 w 5091276"/>
                <a:gd name="connsiteY276" fmla="*/ 974502 h 991075"/>
                <a:gd name="connsiteX277" fmla="*/ 4216213 w 5091276"/>
                <a:gd name="connsiteY277" fmla="*/ 987761 h 991075"/>
                <a:gd name="connsiteX278" fmla="*/ 4209584 w 5091276"/>
                <a:gd name="connsiteY278" fmla="*/ 991075 h 991075"/>
                <a:gd name="connsiteX279" fmla="*/ 4196325 w 5091276"/>
                <a:gd name="connsiteY279" fmla="*/ 984446 h 991075"/>
                <a:gd name="connsiteX280" fmla="*/ 4166494 w 5091276"/>
                <a:gd name="connsiteY280" fmla="*/ 914839 h 991075"/>
                <a:gd name="connsiteX281" fmla="*/ 4030594 w 5091276"/>
                <a:gd name="connsiteY281" fmla="*/ 752422 h 991075"/>
                <a:gd name="connsiteX282" fmla="*/ 4040538 w 5091276"/>
                <a:gd name="connsiteY282" fmla="*/ 739163 h 991075"/>
                <a:gd name="connsiteX283" fmla="*/ 4156550 w 5091276"/>
                <a:gd name="connsiteY283" fmla="*/ 845232 h 991075"/>
                <a:gd name="connsiteX284" fmla="*/ 3102496 w 5091276"/>
                <a:gd name="connsiteY284" fmla="*/ 745793 h 991075"/>
                <a:gd name="connsiteX285" fmla="*/ 3102496 w 5091276"/>
                <a:gd name="connsiteY285" fmla="*/ 752422 h 991075"/>
                <a:gd name="connsiteX286" fmla="*/ 3082609 w 5091276"/>
                <a:gd name="connsiteY286" fmla="*/ 768995 h 991075"/>
                <a:gd name="connsiteX287" fmla="*/ 3016316 w 5091276"/>
                <a:gd name="connsiteY287" fmla="*/ 749107 h 991075"/>
                <a:gd name="connsiteX288" fmla="*/ 3042833 w 5091276"/>
                <a:gd name="connsiteY288" fmla="*/ 739163 h 991075"/>
                <a:gd name="connsiteX289" fmla="*/ 3056092 w 5091276"/>
                <a:gd name="connsiteY289" fmla="*/ 729219 h 991075"/>
                <a:gd name="connsiteX290" fmla="*/ 3102496 w 5091276"/>
                <a:gd name="connsiteY290" fmla="*/ 745793 h 991075"/>
                <a:gd name="connsiteX291" fmla="*/ 636410 w 5091276"/>
                <a:gd name="connsiteY291" fmla="*/ 729219 h 991075"/>
                <a:gd name="connsiteX292" fmla="*/ 1054053 w 5091276"/>
                <a:gd name="connsiteY292" fmla="*/ 974502 h 991075"/>
                <a:gd name="connsiteX293" fmla="*/ 1034165 w 5091276"/>
                <a:gd name="connsiteY293" fmla="*/ 977817 h 991075"/>
                <a:gd name="connsiteX294" fmla="*/ 1010963 w 5091276"/>
                <a:gd name="connsiteY294" fmla="*/ 971188 h 991075"/>
                <a:gd name="connsiteX295" fmla="*/ 689444 w 5091276"/>
                <a:gd name="connsiteY295" fmla="*/ 765680 h 991075"/>
                <a:gd name="connsiteX296" fmla="*/ 590005 w 5091276"/>
                <a:gd name="connsiteY296" fmla="*/ 745793 h 991075"/>
                <a:gd name="connsiteX297" fmla="*/ 576746 w 5091276"/>
                <a:gd name="connsiteY297" fmla="*/ 729219 h 991075"/>
                <a:gd name="connsiteX298" fmla="*/ 636410 w 5091276"/>
                <a:gd name="connsiteY298" fmla="*/ 729219 h 991075"/>
                <a:gd name="connsiteX299" fmla="*/ 629780 w 5091276"/>
                <a:gd name="connsiteY299" fmla="*/ 971188 h 991075"/>
                <a:gd name="connsiteX300" fmla="*/ 619836 w 5091276"/>
                <a:gd name="connsiteY300" fmla="*/ 974502 h 991075"/>
                <a:gd name="connsiteX301" fmla="*/ 613207 w 5091276"/>
                <a:gd name="connsiteY301" fmla="*/ 971188 h 991075"/>
                <a:gd name="connsiteX302" fmla="*/ 530341 w 5091276"/>
                <a:gd name="connsiteY302" fmla="*/ 841917 h 991075"/>
                <a:gd name="connsiteX303" fmla="*/ 357980 w 5091276"/>
                <a:gd name="connsiteY303" fmla="*/ 755736 h 991075"/>
                <a:gd name="connsiteX304" fmla="*/ 281744 w 5091276"/>
                <a:gd name="connsiteY304" fmla="*/ 752422 h 991075"/>
                <a:gd name="connsiteX305" fmla="*/ 182305 w 5091276"/>
                <a:gd name="connsiteY305" fmla="*/ 765680 h 991075"/>
                <a:gd name="connsiteX306" fmla="*/ 198878 w 5091276"/>
                <a:gd name="connsiteY306" fmla="*/ 745793 h 991075"/>
                <a:gd name="connsiteX307" fmla="*/ 212137 w 5091276"/>
                <a:gd name="connsiteY307" fmla="*/ 745793 h 991075"/>
                <a:gd name="connsiteX308" fmla="*/ 304946 w 5091276"/>
                <a:gd name="connsiteY308" fmla="*/ 729219 h 991075"/>
                <a:gd name="connsiteX309" fmla="*/ 629780 w 5091276"/>
                <a:gd name="connsiteY309" fmla="*/ 971188 h 991075"/>
                <a:gd name="connsiteX310" fmla="*/ 2830697 w 5091276"/>
                <a:gd name="connsiteY310" fmla="*/ 981132 h 991075"/>
                <a:gd name="connsiteX311" fmla="*/ 2817438 w 5091276"/>
                <a:gd name="connsiteY311" fmla="*/ 984446 h 991075"/>
                <a:gd name="connsiteX312" fmla="*/ 2790921 w 5091276"/>
                <a:gd name="connsiteY312" fmla="*/ 967873 h 991075"/>
                <a:gd name="connsiteX313" fmla="*/ 2582099 w 5091276"/>
                <a:gd name="connsiteY313" fmla="*/ 812085 h 991075"/>
                <a:gd name="connsiteX314" fmla="*/ 2479346 w 5091276"/>
                <a:gd name="connsiteY314" fmla="*/ 762366 h 991075"/>
                <a:gd name="connsiteX315" fmla="*/ 2403109 w 5091276"/>
                <a:gd name="connsiteY315" fmla="*/ 759051 h 991075"/>
                <a:gd name="connsiteX316" fmla="*/ 2386536 w 5091276"/>
                <a:gd name="connsiteY316" fmla="*/ 745793 h 991075"/>
                <a:gd name="connsiteX317" fmla="*/ 2386536 w 5091276"/>
                <a:gd name="connsiteY317" fmla="*/ 725905 h 991075"/>
                <a:gd name="connsiteX318" fmla="*/ 2452829 w 5091276"/>
                <a:gd name="connsiteY318" fmla="*/ 725905 h 991075"/>
                <a:gd name="connsiteX319" fmla="*/ 2830697 w 5091276"/>
                <a:gd name="connsiteY319" fmla="*/ 981132 h 991075"/>
                <a:gd name="connsiteX320" fmla="*/ 2320243 w 5091276"/>
                <a:gd name="connsiteY320" fmla="*/ 805456 h 991075"/>
                <a:gd name="connsiteX321" fmla="*/ 2406424 w 5091276"/>
                <a:gd name="connsiteY321" fmla="*/ 957929 h 991075"/>
                <a:gd name="connsiteX322" fmla="*/ 2406424 w 5091276"/>
                <a:gd name="connsiteY322" fmla="*/ 981132 h 991075"/>
                <a:gd name="connsiteX323" fmla="*/ 2071646 w 5091276"/>
                <a:gd name="connsiteY323" fmla="*/ 981132 h 991075"/>
                <a:gd name="connsiteX324" fmla="*/ 2121365 w 5091276"/>
                <a:gd name="connsiteY324" fmla="*/ 957929 h 991075"/>
                <a:gd name="connsiteX325" fmla="*/ 2190972 w 5091276"/>
                <a:gd name="connsiteY325" fmla="*/ 967873 h 991075"/>
                <a:gd name="connsiteX326" fmla="*/ 2287097 w 5091276"/>
                <a:gd name="connsiteY326" fmla="*/ 861805 h 991075"/>
                <a:gd name="connsiteX327" fmla="*/ 2247321 w 5091276"/>
                <a:gd name="connsiteY327" fmla="*/ 825344 h 991075"/>
                <a:gd name="connsiteX328" fmla="*/ 2214175 w 5091276"/>
                <a:gd name="connsiteY328" fmla="*/ 855175 h 991075"/>
                <a:gd name="connsiteX329" fmla="*/ 2227433 w 5091276"/>
                <a:gd name="connsiteY329" fmla="*/ 875063 h 991075"/>
                <a:gd name="connsiteX330" fmla="*/ 2167770 w 5091276"/>
                <a:gd name="connsiteY330" fmla="*/ 911524 h 991075"/>
                <a:gd name="connsiteX331" fmla="*/ 2121365 w 5091276"/>
                <a:gd name="connsiteY331" fmla="*/ 878378 h 991075"/>
                <a:gd name="connsiteX332" fmla="*/ 2230748 w 5091276"/>
                <a:gd name="connsiteY332" fmla="*/ 722590 h 991075"/>
                <a:gd name="connsiteX333" fmla="*/ 2320243 w 5091276"/>
                <a:gd name="connsiteY333" fmla="*/ 805456 h 991075"/>
                <a:gd name="connsiteX334" fmla="*/ 4262618 w 5091276"/>
                <a:gd name="connsiteY334" fmla="*/ 722590 h 991075"/>
                <a:gd name="connsiteX335" fmla="*/ 4594082 w 5091276"/>
                <a:gd name="connsiteY335" fmla="*/ 944671 h 991075"/>
                <a:gd name="connsiteX336" fmla="*/ 4633857 w 5091276"/>
                <a:gd name="connsiteY336" fmla="*/ 984446 h 991075"/>
                <a:gd name="connsiteX337" fmla="*/ 4610654 w 5091276"/>
                <a:gd name="connsiteY337" fmla="*/ 987761 h 991075"/>
                <a:gd name="connsiteX338" fmla="*/ 4590767 w 5091276"/>
                <a:gd name="connsiteY338" fmla="*/ 984446 h 991075"/>
                <a:gd name="connsiteX339" fmla="*/ 4279191 w 5091276"/>
                <a:gd name="connsiteY339" fmla="*/ 755736 h 991075"/>
                <a:gd name="connsiteX340" fmla="*/ 4199640 w 5091276"/>
                <a:gd name="connsiteY340" fmla="*/ 739163 h 991075"/>
                <a:gd name="connsiteX341" fmla="*/ 4189696 w 5091276"/>
                <a:gd name="connsiteY341" fmla="*/ 719275 h 991075"/>
                <a:gd name="connsiteX342" fmla="*/ 4229472 w 5091276"/>
                <a:gd name="connsiteY342" fmla="*/ 719275 h 991075"/>
                <a:gd name="connsiteX343" fmla="*/ 4262618 w 5091276"/>
                <a:gd name="connsiteY343" fmla="*/ 722590 h 991075"/>
                <a:gd name="connsiteX344" fmla="*/ 3944413 w 5091276"/>
                <a:gd name="connsiteY344" fmla="*/ 719275 h 991075"/>
                <a:gd name="connsiteX345" fmla="*/ 3947728 w 5091276"/>
                <a:gd name="connsiteY345" fmla="*/ 725905 h 991075"/>
                <a:gd name="connsiteX346" fmla="*/ 3941098 w 5091276"/>
                <a:gd name="connsiteY346" fmla="*/ 735849 h 991075"/>
                <a:gd name="connsiteX347" fmla="*/ 3874806 w 5091276"/>
                <a:gd name="connsiteY347" fmla="*/ 742478 h 991075"/>
                <a:gd name="connsiteX348" fmla="*/ 3861547 w 5091276"/>
                <a:gd name="connsiteY348" fmla="*/ 725905 h 991075"/>
                <a:gd name="connsiteX349" fmla="*/ 3901323 w 5091276"/>
                <a:gd name="connsiteY349" fmla="*/ 719275 h 991075"/>
                <a:gd name="connsiteX350" fmla="*/ 3944413 w 5091276"/>
                <a:gd name="connsiteY350" fmla="*/ 719275 h 991075"/>
                <a:gd name="connsiteX351" fmla="*/ 3530084 w 5091276"/>
                <a:gd name="connsiteY351" fmla="*/ 735849 h 991075"/>
                <a:gd name="connsiteX352" fmla="*/ 3496938 w 5091276"/>
                <a:gd name="connsiteY352" fmla="*/ 825344 h 991075"/>
                <a:gd name="connsiteX353" fmla="*/ 3480365 w 5091276"/>
                <a:gd name="connsiteY353" fmla="*/ 838602 h 991075"/>
                <a:gd name="connsiteX354" fmla="*/ 3467106 w 5091276"/>
                <a:gd name="connsiteY354" fmla="*/ 838602 h 991075"/>
                <a:gd name="connsiteX355" fmla="*/ 3520140 w 5091276"/>
                <a:gd name="connsiteY355" fmla="*/ 715961 h 991075"/>
                <a:gd name="connsiteX356" fmla="*/ 3530084 w 5091276"/>
                <a:gd name="connsiteY356" fmla="*/ 735849 h 991075"/>
                <a:gd name="connsiteX357" fmla="*/ 1617541 w 5091276"/>
                <a:gd name="connsiteY357" fmla="*/ 765680 h 991075"/>
                <a:gd name="connsiteX358" fmla="*/ 1657316 w 5091276"/>
                <a:gd name="connsiteY358" fmla="*/ 725905 h 991075"/>
                <a:gd name="connsiteX359" fmla="*/ 1677204 w 5091276"/>
                <a:gd name="connsiteY359" fmla="*/ 715961 h 991075"/>
                <a:gd name="connsiteX360" fmla="*/ 1677204 w 5091276"/>
                <a:gd name="connsiteY360" fmla="*/ 722590 h 991075"/>
                <a:gd name="connsiteX361" fmla="*/ 1574451 w 5091276"/>
                <a:gd name="connsiteY361" fmla="*/ 855175 h 991075"/>
                <a:gd name="connsiteX362" fmla="*/ 1554563 w 5091276"/>
                <a:gd name="connsiteY362" fmla="*/ 848546 h 991075"/>
                <a:gd name="connsiteX363" fmla="*/ 1554563 w 5091276"/>
                <a:gd name="connsiteY363" fmla="*/ 838602 h 991075"/>
                <a:gd name="connsiteX364" fmla="*/ 1600968 w 5091276"/>
                <a:gd name="connsiteY364" fmla="*/ 778939 h 991075"/>
                <a:gd name="connsiteX365" fmla="*/ 1597653 w 5091276"/>
                <a:gd name="connsiteY365" fmla="*/ 765680 h 991075"/>
                <a:gd name="connsiteX366" fmla="*/ 1531360 w 5091276"/>
                <a:gd name="connsiteY366" fmla="*/ 838602 h 991075"/>
                <a:gd name="connsiteX367" fmla="*/ 1508158 w 5091276"/>
                <a:gd name="connsiteY367" fmla="*/ 822029 h 991075"/>
                <a:gd name="connsiteX368" fmla="*/ 1574451 w 5091276"/>
                <a:gd name="connsiteY368" fmla="*/ 715961 h 991075"/>
                <a:gd name="connsiteX369" fmla="*/ 1617541 w 5091276"/>
                <a:gd name="connsiteY369" fmla="*/ 765680 h 991075"/>
                <a:gd name="connsiteX370" fmla="*/ 3500252 w 5091276"/>
                <a:gd name="connsiteY370" fmla="*/ 712646 h 991075"/>
                <a:gd name="connsiteX371" fmla="*/ 3500252 w 5091276"/>
                <a:gd name="connsiteY371" fmla="*/ 732534 h 991075"/>
                <a:gd name="connsiteX372" fmla="*/ 3427331 w 5091276"/>
                <a:gd name="connsiteY372" fmla="*/ 855175 h 991075"/>
                <a:gd name="connsiteX373" fmla="*/ 3414072 w 5091276"/>
                <a:gd name="connsiteY373" fmla="*/ 855175 h 991075"/>
                <a:gd name="connsiteX374" fmla="*/ 3447218 w 5091276"/>
                <a:gd name="connsiteY374" fmla="*/ 792197 h 991075"/>
                <a:gd name="connsiteX375" fmla="*/ 3486994 w 5091276"/>
                <a:gd name="connsiteY375" fmla="*/ 712646 h 991075"/>
                <a:gd name="connsiteX376" fmla="*/ 3500252 w 5091276"/>
                <a:gd name="connsiteY376" fmla="*/ 712646 h 991075"/>
                <a:gd name="connsiteX377" fmla="*/ 1852880 w 5091276"/>
                <a:gd name="connsiteY377" fmla="*/ 719275 h 991075"/>
                <a:gd name="connsiteX378" fmla="*/ 1836307 w 5091276"/>
                <a:gd name="connsiteY378" fmla="*/ 732534 h 991075"/>
                <a:gd name="connsiteX379" fmla="*/ 1849565 w 5091276"/>
                <a:gd name="connsiteY379" fmla="*/ 709332 h 991075"/>
                <a:gd name="connsiteX380" fmla="*/ 1852880 w 5091276"/>
                <a:gd name="connsiteY380" fmla="*/ 719275 h 991075"/>
                <a:gd name="connsiteX381" fmla="*/ 1713665 w 5091276"/>
                <a:gd name="connsiteY381" fmla="*/ 722590 h 991075"/>
                <a:gd name="connsiteX382" fmla="*/ 1614226 w 5091276"/>
                <a:gd name="connsiteY382" fmla="*/ 855175 h 991075"/>
                <a:gd name="connsiteX383" fmla="*/ 1600968 w 5091276"/>
                <a:gd name="connsiteY383" fmla="*/ 855175 h 991075"/>
                <a:gd name="connsiteX384" fmla="*/ 1600968 w 5091276"/>
                <a:gd name="connsiteY384" fmla="*/ 845232 h 991075"/>
                <a:gd name="connsiteX385" fmla="*/ 1700407 w 5091276"/>
                <a:gd name="connsiteY385" fmla="*/ 709332 h 991075"/>
                <a:gd name="connsiteX386" fmla="*/ 1713665 w 5091276"/>
                <a:gd name="connsiteY386" fmla="*/ 722590 h 991075"/>
                <a:gd name="connsiteX387" fmla="*/ 1305965 w 5091276"/>
                <a:gd name="connsiteY387" fmla="*/ 729219 h 991075"/>
                <a:gd name="connsiteX388" fmla="*/ 1279448 w 5091276"/>
                <a:gd name="connsiteY388" fmla="*/ 752422 h 991075"/>
                <a:gd name="connsiteX389" fmla="*/ 1242987 w 5091276"/>
                <a:gd name="connsiteY389" fmla="*/ 735849 h 991075"/>
                <a:gd name="connsiteX390" fmla="*/ 1249617 w 5091276"/>
                <a:gd name="connsiteY390" fmla="*/ 709332 h 991075"/>
                <a:gd name="connsiteX391" fmla="*/ 1305965 w 5091276"/>
                <a:gd name="connsiteY391" fmla="*/ 729219 h 991075"/>
                <a:gd name="connsiteX392" fmla="*/ 4090257 w 5091276"/>
                <a:gd name="connsiteY392" fmla="*/ 725905 h 991075"/>
                <a:gd name="connsiteX393" fmla="*/ 4222843 w 5091276"/>
                <a:gd name="connsiteY393" fmla="*/ 928097 h 991075"/>
                <a:gd name="connsiteX394" fmla="*/ 4239416 w 5091276"/>
                <a:gd name="connsiteY394" fmla="*/ 991075 h 991075"/>
                <a:gd name="connsiteX395" fmla="*/ 4183067 w 5091276"/>
                <a:gd name="connsiteY395" fmla="*/ 865119 h 991075"/>
                <a:gd name="connsiteX396" fmla="*/ 4103516 w 5091276"/>
                <a:gd name="connsiteY396" fmla="*/ 762366 h 991075"/>
                <a:gd name="connsiteX397" fmla="*/ 4043852 w 5091276"/>
                <a:gd name="connsiteY397" fmla="*/ 725905 h 991075"/>
                <a:gd name="connsiteX398" fmla="*/ 4037223 w 5091276"/>
                <a:gd name="connsiteY398" fmla="*/ 715961 h 991075"/>
                <a:gd name="connsiteX399" fmla="*/ 4047167 w 5091276"/>
                <a:gd name="connsiteY399" fmla="*/ 702702 h 991075"/>
                <a:gd name="connsiteX400" fmla="*/ 4090257 w 5091276"/>
                <a:gd name="connsiteY400" fmla="*/ 725905 h 991075"/>
                <a:gd name="connsiteX401" fmla="*/ 2157826 w 5091276"/>
                <a:gd name="connsiteY401" fmla="*/ 706017 h 991075"/>
                <a:gd name="connsiteX402" fmla="*/ 2164455 w 5091276"/>
                <a:gd name="connsiteY402" fmla="*/ 725905 h 991075"/>
                <a:gd name="connsiteX403" fmla="*/ 2094848 w 5091276"/>
                <a:gd name="connsiteY403" fmla="*/ 782253 h 991075"/>
                <a:gd name="connsiteX404" fmla="*/ 2051758 w 5091276"/>
                <a:gd name="connsiteY404" fmla="*/ 712646 h 991075"/>
                <a:gd name="connsiteX405" fmla="*/ 2108107 w 5091276"/>
                <a:gd name="connsiteY405" fmla="*/ 699388 h 991075"/>
                <a:gd name="connsiteX406" fmla="*/ 2157826 w 5091276"/>
                <a:gd name="connsiteY406" fmla="*/ 706017 h 991075"/>
                <a:gd name="connsiteX407" fmla="*/ 659612 w 5091276"/>
                <a:gd name="connsiteY407" fmla="*/ 967873 h 991075"/>
                <a:gd name="connsiteX408" fmla="*/ 652983 w 5091276"/>
                <a:gd name="connsiteY408" fmla="*/ 974502 h 991075"/>
                <a:gd name="connsiteX409" fmla="*/ 646353 w 5091276"/>
                <a:gd name="connsiteY409" fmla="*/ 967873 h 991075"/>
                <a:gd name="connsiteX410" fmla="*/ 301632 w 5091276"/>
                <a:gd name="connsiteY410" fmla="*/ 719275 h 991075"/>
                <a:gd name="connsiteX411" fmla="*/ 212137 w 5091276"/>
                <a:gd name="connsiteY411" fmla="*/ 729219 h 991075"/>
                <a:gd name="connsiteX412" fmla="*/ 295002 w 5091276"/>
                <a:gd name="connsiteY412" fmla="*/ 699388 h 991075"/>
                <a:gd name="connsiteX413" fmla="*/ 659612 w 5091276"/>
                <a:gd name="connsiteY413" fmla="*/ 967873 h 991075"/>
                <a:gd name="connsiteX414" fmla="*/ 2674909 w 5091276"/>
                <a:gd name="connsiteY414" fmla="*/ 805456 h 991075"/>
                <a:gd name="connsiteX415" fmla="*/ 2691482 w 5091276"/>
                <a:gd name="connsiteY415" fmla="*/ 812085 h 991075"/>
                <a:gd name="connsiteX416" fmla="*/ 2814123 w 5091276"/>
                <a:gd name="connsiteY416" fmla="*/ 924783 h 991075"/>
                <a:gd name="connsiteX417" fmla="*/ 2906933 w 5091276"/>
                <a:gd name="connsiteY417" fmla="*/ 981132 h 991075"/>
                <a:gd name="connsiteX418" fmla="*/ 2887045 w 5091276"/>
                <a:gd name="connsiteY418" fmla="*/ 984446 h 991075"/>
                <a:gd name="connsiteX419" fmla="*/ 2641762 w 5091276"/>
                <a:gd name="connsiteY419" fmla="*/ 802141 h 991075"/>
                <a:gd name="connsiteX420" fmla="*/ 2539009 w 5091276"/>
                <a:gd name="connsiteY420" fmla="*/ 732534 h 991075"/>
                <a:gd name="connsiteX421" fmla="*/ 2439570 w 5091276"/>
                <a:gd name="connsiteY421" fmla="*/ 715961 h 991075"/>
                <a:gd name="connsiteX422" fmla="*/ 2373277 w 5091276"/>
                <a:gd name="connsiteY422" fmla="*/ 722590 h 991075"/>
                <a:gd name="connsiteX423" fmla="*/ 2353389 w 5091276"/>
                <a:gd name="connsiteY423" fmla="*/ 706017 h 991075"/>
                <a:gd name="connsiteX424" fmla="*/ 2419682 w 5091276"/>
                <a:gd name="connsiteY424" fmla="*/ 689444 h 991075"/>
                <a:gd name="connsiteX425" fmla="*/ 2674909 w 5091276"/>
                <a:gd name="connsiteY425" fmla="*/ 805456 h 991075"/>
                <a:gd name="connsiteX426" fmla="*/ 3957672 w 5091276"/>
                <a:gd name="connsiteY426" fmla="*/ 692758 h 991075"/>
                <a:gd name="connsiteX427" fmla="*/ 3957672 w 5091276"/>
                <a:gd name="connsiteY427" fmla="*/ 702702 h 991075"/>
                <a:gd name="connsiteX428" fmla="*/ 3927840 w 5091276"/>
                <a:gd name="connsiteY428" fmla="*/ 706017 h 991075"/>
                <a:gd name="connsiteX429" fmla="*/ 3665984 w 5091276"/>
                <a:gd name="connsiteY429" fmla="*/ 815400 h 991075"/>
                <a:gd name="connsiteX430" fmla="*/ 3652726 w 5091276"/>
                <a:gd name="connsiteY430" fmla="*/ 798827 h 991075"/>
                <a:gd name="connsiteX431" fmla="*/ 3705760 w 5091276"/>
                <a:gd name="connsiteY431" fmla="*/ 759051 h 991075"/>
                <a:gd name="connsiteX432" fmla="*/ 3924525 w 5091276"/>
                <a:gd name="connsiteY432" fmla="*/ 682814 h 991075"/>
                <a:gd name="connsiteX433" fmla="*/ 3957672 w 5091276"/>
                <a:gd name="connsiteY433" fmla="*/ 692758 h 991075"/>
                <a:gd name="connsiteX434" fmla="*/ 3685872 w 5091276"/>
                <a:gd name="connsiteY434" fmla="*/ 696073 h 991075"/>
                <a:gd name="connsiteX435" fmla="*/ 3682557 w 5091276"/>
                <a:gd name="connsiteY435" fmla="*/ 682814 h 991075"/>
                <a:gd name="connsiteX436" fmla="*/ 3685872 w 5091276"/>
                <a:gd name="connsiteY436" fmla="*/ 696073 h 991075"/>
                <a:gd name="connsiteX437" fmla="*/ 1876082 w 5091276"/>
                <a:gd name="connsiteY437" fmla="*/ 702702 h 991075"/>
                <a:gd name="connsiteX438" fmla="*/ 1869453 w 5091276"/>
                <a:gd name="connsiteY438" fmla="*/ 709332 h 991075"/>
                <a:gd name="connsiteX439" fmla="*/ 1856194 w 5091276"/>
                <a:gd name="connsiteY439" fmla="*/ 696073 h 991075"/>
                <a:gd name="connsiteX440" fmla="*/ 1866138 w 5091276"/>
                <a:gd name="connsiteY440" fmla="*/ 682814 h 991075"/>
                <a:gd name="connsiteX441" fmla="*/ 1876082 w 5091276"/>
                <a:gd name="connsiteY441" fmla="*/ 702702 h 991075"/>
                <a:gd name="connsiteX442" fmla="*/ 676185 w 5091276"/>
                <a:gd name="connsiteY442" fmla="*/ 689444 h 991075"/>
                <a:gd name="connsiteX443" fmla="*/ 788883 w 5091276"/>
                <a:gd name="connsiteY443" fmla="*/ 719275 h 991075"/>
                <a:gd name="connsiteX444" fmla="*/ 1183324 w 5091276"/>
                <a:gd name="connsiteY444" fmla="*/ 974502 h 991075"/>
                <a:gd name="connsiteX445" fmla="*/ 1133605 w 5091276"/>
                <a:gd name="connsiteY445" fmla="*/ 977817 h 991075"/>
                <a:gd name="connsiteX446" fmla="*/ 1080570 w 5091276"/>
                <a:gd name="connsiteY446" fmla="*/ 971188 h 991075"/>
                <a:gd name="connsiteX447" fmla="*/ 1024222 w 5091276"/>
                <a:gd name="connsiteY447" fmla="*/ 928097 h 991075"/>
                <a:gd name="connsiteX448" fmla="*/ 974502 w 5091276"/>
                <a:gd name="connsiteY448" fmla="*/ 878378 h 991075"/>
                <a:gd name="connsiteX449" fmla="*/ 606578 w 5091276"/>
                <a:gd name="connsiteY449" fmla="*/ 712646 h 991075"/>
                <a:gd name="connsiteX450" fmla="*/ 566802 w 5091276"/>
                <a:gd name="connsiteY450" fmla="*/ 719275 h 991075"/>
                <a:gd name="connsiteX451" fmla="*/ 540285 w 5091276"/>
                <a:gd name="connsiteY451" fmla="*/ 706017 h 991075"/>
                <a:gd name="connsiteX452" fmla="*/ 560173 w 5091276"/>
                <a:gd name="connsiteY452" fmla="*/ 689444 h 991075"/>
                <a:gd name="connsiteX453" fmla="*/ 626466 w 5091276"/>
                <a:gd name="connsiteY453" fmla="*/ 682814 h 991075"/>
                <a:gd name="connsiteX454" fmla="*/ 676185 w 5091276"/>
                <a:gd name="connsiteY454" fmla="*/ 689444 h 991075"/>
                <a:gd name="connsiteX455" fmla="*/ 3135643 w 5091276"/>
                <a:gd name="connsiteY455" fmla="*/ 715961 h 991075"/>
                <a:gd name="connsiteX456" fmla="*/ 3105811 w 5091276"/>
                <a:gd name="connsiteY456" fmla="*/ 732534 h 991075"/>
                <a:gd name="connsiteX457" fmla="*/ 3056092 w 5091276"/>
                <a:gd name="connsiteY457" fmla="*/ 712646 h 991075"/>
                <a:gd name="connsiteX458" fmla="*/ 3026260 w 5091276"/>
                <a:gd name="connsiteY458" fmla="*/ 692758 h 991075"/>
                <a:gd name="connsiteX459" fmla="*/ 3049462 w 5091276"/>
                <a:gd name="connsiteY459" fmla="*/ 679500 h 991075"/>
                <a:gd name="connsiteX460" fmla="*/ 3135643 w 5091276"/>
                <a:gd name="connsiteY460" fmla="*/ 715961 h 991075"/>
                <a:gd name="connsiteX461" fmla="*/ 1296021 w 5091276"/>
                <a:gd name="connsiteY461" fmla="*/ 692758 h 991075"/>
                <a:gd name="connsiteX462" fmla="*/ 1345741 w 5091276"/>
                <a:gd name="connsiteY462" fmla="*/ 706017 h 991075"/>
                <a:gd name="connsiteX463" fmla="*/ 1345741 w 5091276"/>
                <a:gd name="connsiteY463" fmla="*/ 715961 h 991075"/>
                <a:gd name="connsiteX464" fmla="*/ 1319224 w 5091276"/>
                <a:gd name="connsiteY464" fmla="*/ 719275 h 991075"/>
                <a:gd name="connsiteX465" fmla="*/ 1239673 w 5091276"/>
                <a:gd name="connsiteY465" fmla="*/ 686129 h 991075"/>
                <a:gd name="connsiteX466" fmla="*/ 1256246 w 5091276"/>
                <a:gd name="connsiteY466" fmla="*/ 676185 h 991075"/>
                <a:gd name="connsiteX467" fmla="*/ 1296021 w 5091276"/>
                <a:gd name="connsiteY467" fmla="*/ 692758 h 991075"/>
                <a:gd name="connsiteX468" fmla="*/ 4279191 w 5091276"/>
                <a:gd name="connsiteY468" fmla="*/ 676185 h 991075"/>
                <a:gd name="connsiteX469" fmla="*/ 4434979 w 5091276"/>
                <a:gd name="connsiteY469" fmla="*/ 729219 h 991075"/>
                <a:gd name="connsiteX470" fmla="*/ 4726667 w 5091276"/>
                <a:gd name="connsiteY470" fmla="*/ 974502 h 991075"/>
                <a:gd name="connsiteX471" fmla="*/ 4759813 w 5091276"/>
                <a:gd name="connsiteY471" fmla="*/ 987761 h 991075"/>
                <a:gd name="connsiteX472" fmla="*/ 4710094 w 5091276"/>
                <a:gd name="connsiteY472" fmla="*/ 991075 h 991075"/>
                <a:gd name="connsiteX473" fmla="*/ 4657060 w 5091276"/>
                <a:gd name="connsiteY473" fmla="*/ 981132 h 991075"/>
                <a:gd name="connsiteX474" fmla="*/ 4580823 w 5091276"/>
                <a:gd name="connsiteY474" fmla="*/ 904895 h 991075"/>
                <a:gd name="connsiteX475" fmla="*/ 4219528 w 5091276"/>
                <a:gd name="connsiteY475" fmla="*/ 702702 h 991075"/>
                <a:gd name="connsiteX476" fmla="*/ 4179752 w 5091276"/>
                <a:gd name="connsiteY476" fmla="*/ 709332 h 991075"/>
                <a:gd name="connsiteX477" fmla="*/ 4153235 w 5091276"/>
                <a:gd name="connsiteY477" fmla="*/ 696073 h 991075"/>
                <a:gd name="connsiteX478" fmla="*/ 4179752 w 5091276"/>
                <a:gd name="connsiteY478" fmla="*/ 676185 h 991075"/>
                <a:gd name="connsiteX479" fmla="*/ 4242730 w 5091276"/>
                <a:gd name="connsiteY479" fmla="*/ 669556 h 991075"/>
                <a:gd name="connsiteX480" fmla="*/ 4279191 w 5091276"/>
                <a:gd name="connsiteY480" fmla="*/ 676185 h 991075"/>
                <a:gd name="connsiteX481" fmla="*/ 1392146 w 5091276"/>
                <a:gd name="connsiteY481" fmla="*/ 679500 h 991075"/>
                <a:gd name="connsiteX482" fmla="*/ 1372258 w 5091276"/>
                <a:gd name="connsiteY482" fmla="*/ 682814 h 991075"/>
                <a:gd name="connsiteX483" fmla="*/ 1382202 w 5091276"/>
                <a:gd name="connsiteY483" fmla="*/ 669556 h 991075"/>
                <a:gd name="connsiteX484" fmla="*/ 1392146 w 5091276"/>
                <a:gd name="connsiteY484" fmla="*/ 679500 h 991075"/>
                <a:gd name="connsiteX485" fmla="*/ 3944413 w 5091276"/>
                <a:gd name="connsiteY485" fmla="*/ 669556 h 991075"/>
                <a:gd name="connsiteX486" fmla="*/ 3907952 w 5091276"/>
                <a:gd name="connsiteY486" fmla="*/ 669556 h 991075"/>
                <a:gd name="connsiteX487" fmla="*/ 3927840 w 5091276"/>
                <a:gd name="connsiteY487" fmla="*/ 659612 h 991075"/>
                <a:gd name="connsiteX488" fmla="*/ 3944413 w 5091276"/>
                <a:gd name="connsiteY488" fmla="*/ 669556 h 991075"/>
                <a:gd name="connsiteX489" fmla="*/ 3719018 w 5091276"/>
                <a:gd name="connsiteY489" fmla="*/ 676185 h 991075"/>
                <a:gd name="connsiteX490" fmla="*/ 3702445 w 5091276"/>
                <a:gd name="connsiteY490" fmla="*/ 686129 h 991075"/>
                <a:gd name="connsiteX491" fmla="*/ 3689186 w 5091276"/>
                <a:gd name="connsiteY491" fmla="*/ 666241 h 991075"/>
                <a:gd name="connsiteX492" fmla="*/ 3695816 w 5091276"/>
                <a:gd name="connsiteY492" fmla="*/ 659612 h 991075"/>
                <a:gd name="connsiteX493" fmla="*/ 3719018 w 5091276"/>
                <a:gd name="connsiteY493" fmla="*/ 676185 h 991075"/>
                <a:gd name="connsiteX494" fmla="*/ 2575470 w 5091276"/>
                <a:gd name="connsiteY494" fmla="*/ 676185 h 991075"/>
                <a:gd name="connsiteX495" fmla="*/ 2641762 w 5091276"/>
                <a:gd name="connsiteY495" fmla="*/ 715961 h 991075"/>
                <a:gd name="connsiteX496" fmla="*/ 2771033 w 5091276"/>
                <a:gd name="connsiteY496" fmla="*/ 851861 h 991075"/>
                <a:gd name="connsiteX497" fmla="*/ 2963282 w 5091276"/>
                <a:gd name="connsiteY497" fmla="*/ 981132 h 991075"/>
                <a:gd name="connsiteX498" fmla="*/ 2953338 w 5091276"/>
                <a:gd name="connsiteY498" fmla="*/ 984446 h 991075"/>
                <a:gd name="connsiteX499" fmla="*/ 2887045 w 5091276"/>
                <a:gd name="connsiteY499" fmla="*/ 951300 h 991075"/>
                <a:gd name="connsiteX500" fmla="*/ 2727943 w 5091276"/>
                <a:gd name="connsiteY500" fmla="*/ 828658 h 991075"/>
                <a:gd name="connsiteX501" fmla="*/ 2615245 w 5091276"/>
                <a:gd name="connsiteY501" fmla="*/ 729219 h 991075"/>
                <a:gd name="connsiteX502" fmla="*/ 2422997 w 5091276"/>
                <a:gd name="connsiteY502" fmla="*/ 676185 h 991075"/>
                <a:gd name="connsiteX503" fmla="*/ 2333502 w 5091276"/>
                <a:gd name="connsiteY503" fmla="*/ 689444 h 991075"/>
                <a:gd name="connsiteX504" fmla="*/ 2326872 w 5091276"/>
                <a:gd name="connsiteY504" fmla="*/ 682814 h 991075"/>
                <a:gd name="connsiteX505" fmla="*/ 2439570 w 5091276"/>
                <a:gd name="connsiteY505" fmla="*/ 652983 h 991075"/>
                <a:gd name="connsiteX506" fmla="*/ 2575470 w 5091276"/>
                <a:gd name="connsiteY506" fmla="*/ 676185 h 991075"/>
                <a:gd name="connsiteX507" fmla="*/ 1902599 w 5091276"/>
                <a:gd name="connsiteY507" fmla="*/ 686129 h 991075"/>
                <a:gd name="connsiteX508" fmla="*/ 1892655 w 5091276"/>
                <a:gd name="connsiteY508" fmla="*/ 689444 h 991075"/>
                <a:gd name="connsiteX509" fmla="*/ 1866138 w 5091276"/>
                <a:gd name="connsiteY509" fmla="*/ 656297 h 991075"/>
                <a:gd name="connsiteX510" fmla="*/ 1882712 w 5091276"/>
                <a:gd name="connsiteY510" fmla="*/ 652983 h 991075"/>
                <a:gd name="connsiteX511" fmla="*/ 1902599 w 5091276"/>
                <a:gd name="connsiteY511" fmla="*/ 686129 h 991075"/>
                <a:gd name="connsiteX512" fmla="*/ 4272562 w 5091276"/>
                <a:gd name="connsiteY512" fmla="*/ 918154 h 991075"/>
                <a:gd name="connsiteX513" fmla="*/ 4285821 w 5091276"/>
                <a:gd name="connsiteY513" fmla="*/ 957929 h 991075"/>
                <a:gd name="connsiteX514" fmla="*/ 4285821 w 5091276"/>
                <a:gd name="connsiteY514" fmla="*/ 991075 h 991075"/>
                <a:gd name="connsiteX515" fmla="*/ 4262618 w 5091276"/>
                <a:gd name="connsiteY515" fmla="*/ 991075 h 991075"/>
                <a:gd name="connsiteX516" fmla="*/ 4053796 w 5091276"/>
                <a:gd name="connsiteY516" fmla="*/ 692758 h 991075"/>
                <a:gd name="connsiteX517" fmla="*/ 4053796 w 5091276"/>
                <a:gd name="connsiteY517" fmla="*/ 649668 h 991075"/>
                <a:gd name="connsiteX518" fmla="*/ 4272562 w 5091276"/>
                <a:gd name="connsiteY518" fmla="*/ 918154 h 991075"/>
                <a:gd name="connsiteX519" fmla="*/ 2244007 w 5091276"/>
                <a:gd name="connsiteY519" fmla="*/ 649668 h 991075"/>
                <a:gd name="connsiteX520" fmla="*/ 2297041 w 5091276"/>
                <a:gd name="connsiteY520" fmla="*/ 679500 h 991075"/>
                <a:gd name="connsiteX521" fmla="*/ 2413053 w 5091276"/>
                <a:gd name="connsiteY521" fmla="*/ 802141 h 991075"/>
                <a:gd name="connsiteX522" fmla="*/ 2466087 w 5091276"/>
                <a:gd name="connsiteY522" fmla="*/ 951300 h 991075"/>
                <a:gd name="connsiteX523" fmla="*/ 2466087 w 5091276"/>
                <a:gd name="connsiteY523" fmla="*/ 984446 h 991075"/>
                <a:gd name="connsiteX524" fmla="*/ 2429626 w 5091276"/>
                <a:gd name="connsiteY524" fmla="*/ 984446 h 991075"/>
                <a:gd name="connsiteX525" fmla="*/ 2227433 w 5091276"/>
                <a:gd name="connsiteY525" fmla="*/ 706017 h 991075"/>
                <a:gd name="connsiteX526" fmla="*/ 2237377 w 5091276"/>
                <a:gd name="connsiteY526" fmla="*/ 649668 h 991075"/>
                <a:gd name="connsiteX527" fmla="*/ 2244007 w 5091276"/>
                <a:gd name="connsiteY527" fmla="*/ 649668 h 991075"/>
                <a:gd name="connsiteX528" fmla="*/ 2078275 w 5091276"/>
                <a:gd name="connsiteY528" fmla="*/ 636410 h 991075"/>
                <a:gd name="connsiteX529" fmla="*/ 2074960 w 5091276"/>
                <a:gd name="connsiteY529" fmla="*/ 656297 h 991075"/>
                <a:gd name="connsiteX530" fmla="*/ 2088219 w 5091276"/>
                <a:gd name="connsiteY530" fmla="*/ 679500 h 991075"/>
                <a:gd name="connsiteX531" fmla="*/ 2114736 w 5091276"/>
                <a:gd name="connsiteY531" fmla="*/ 666241 h 991075"/>
                <a:gd name="connsiteX532" fmla="*/ 2151197 w 5091276"/>
                <a:gd name="connsiteY532" fmla="*/ 689444 h 991075"/>
                <a:gd name="connsiteX533" fmla="*/ 2144568 w 5091276"/>
                <a:gd name="connsiteY533" fmla="*/ 692758 h 991075"/>
                <a:gd name="connsiteX534" fmla="*/ 2101477 w 5091276"/>
                <a:gd name="connsiteY534" fmla="*/ 686129 h 991075"/>
                <a:gd name="connsiteX535" fmla="*/ 1849565 w 5091276"/>
                <a:gd name="connsiteY535" fmla="*/ 805456 h 991075"/>
                <a:gd name="connsiteX536" fmla="*/ 1836307 w 5091276"/>
                <a:gd name="connsiteY536" fmla="*/ 765680 h 991075"/>
                <a:gd name="connsiteX537" fmla="*/ 1919173 w 5091276"/>
                <a:gd name="connsiteY537" fmla="*/ 689444 h 991075"/>
                <a:gd name="connsiteX538" fmla="*/ 2058387 w 5091276"/>
                <a:gd name="connsiteY538" fmla="*/ 636410 h 991075"/>
                <a:gd name="connsiteX539" fmla="*/ 2078275 w 5091276"/>
                <a:gd name="connsiteY539" fmla="*/ 636410 h 991075"/>
                <a:gd name="connsiteX540" fmla="*/ 444161 w 5091276"/>
                <a:gd name="connsiteY540" fmla="*/ 659612 h 991075"/>
                <a:gd name="connsiteX541" fmla="*/ 682814 w 5091276"/>
                <a:gd name="connsiteY541" fmla="*/ 894951 h 991075"/>
                <a:gd name="connsiteX542" fmla="*/ 712646 w 5091276"/>
                <a:gd name="connsiteY542" fmla="*/ 967873 h 991075"/>
                <a:gd name="connsiteX543" fmla="*/ 689444 w 5091276"/>
                <a:gd name="connsiteY543" fmla="*/ 974502 h 991075"/>
                <a:gd name="connsiteX544" fmla="*/ 676185 w 5091276"/>
                <a:gd name="connsiteY544" fmla="*/ 971188 h 991075"/>
                <a:gd name="connsiteX545" fmla="*/ 633095 w 5091276"/>
                <a:gd name="connsiteY545" fmla="*/ 891636 h 991075"/>
                <a:gd name="connsiteX546" fmla="*/ 328149 w 5091276"/>
                <a:gd name="connsiteY546" fmla="*/ 686129 h 991075"/>
                <a:gd name="connsiteX547" fmla="*/ 245283 w 5091276"/>
                <a:gd name="connsiteY547" fmla="*/ 686129 h 991075"/>
                <a:gd name="connsiteX548" fmla="*/ 328149 w 5091276"/>
                <a:gd name="connsiteY548" fmla="*/ 636410 h 991075"/>
                <a:gd name="connsiteX549" fmla="*/ 444161 w 5091276"/>
                <a:gd name="connsiteY549" fmla="*/ 659612 h 991075"/>
                <a:gd name="connsiteX550" fmla="*/ 1929116 w 5091276"/>
                <a:gd name="connsiteY550" fmla="*/ 669556 h 991075"/>
                <a:gd name="connsiteX551" fmla="*/ 1919173 w 5091276"/>
                <a:gd name="connsiteY551" fmla="*/ 672871 h 991075"/>
                <a:gd name="connsiteX552" fmla="*/ 1902599 w 5091276"/>
                <a:gd name="connsiteY552" fmla="*/ 649668 h 991075"/>
                <a:gd name="connsiteX553" fmla="*/ 1912543 w 5091276"/>
                <a:gd name="connsiteY553" fmla="*/ 633095 h 991075"/>
                <a:gd name="connsiteX554" fmla="*/ 1929116 w 5091276"/>
                <a:gd name="connsiteY554" fmla="*/ 669556 h 991075"/>
                <a:gd name="connsiteX555" fmla="*/ 3891379 w 5091276"/>
                <a:gd name="connsiteY555" fmla="*/ 629780 h 991075"/>
                <a:gd name="connsiteX556" fmla="*/ 3874806 w 5091276"/>
                <a:gd name="connsiteY556" fmla="*/ 672871 h 991075"/>
                <a:gd name="connsiteX557" fmla="*/ 3831716 w 5091276"/>
                <a:gd name="connsiteY557" fmla="*/ 682814 h 991075"/>
                <a:gd name="connsiteX558" fmla="*/ 3758794 w 5091276"/>
                <a:gd name="connsiteY558" fmla="*/ 712646 h 991075"/>
                <a:gd name="connsiteX559" fmla="*/ 3646096 w 5091276"/>
                <a:gd name="connsiteY559" fmla="*/ 778939 h 991075"/>
                <a:gd name="connsiteX560" fmla="*/ 3646096 w 5091276"/>
                <a:gd name="connsiteY560" fmla="*/ 739163 h 991075"/>
                <a:gd name="connsiteX561" fmla="*/ 3878120 w 5091276"/>
                <a:gd name="connsiteY561" fmla="*/ 629780 h 991075"/>
                <a:gd name="connsiteX562" fmla="*/ 3891379 w 5091276"/>
                <a:gd name="connsiteY562" fmla="*/ 629780 h 991075"/>
                <a:gd name="connsiteX563" fmla="*/ 3748850 w 5091276"/>
                <a:gd name="connsiteY563" fmla="*/ 656297 h 991075"/>
                <a:gd name="connsiteX564" fmla="*/ 3735591 w 5091276"/>
                <a:gd name="connsiteY564" fmla="*/ 666241 h 991075"/>
                <a:gd name="connsiteX565" fmla="*/ 3712389 w 5091276"/>
                <a:gd name="connsiteY565" fmla="*/ 646354 h 991075"/>
                <a:gd name="connsiteX566" fmla="*/ 3722333 w 5091276"/>
                <a:gd name="connsiteY566" fmla="*/ 626466 h 991075"/>
                <a:gd name="connsiteX567" fmla="*/ 3748850 w 5091276"/>
                <a:gd name="connsiteY567" fmla="*/ 656297 h 991075"/>
                <a:gd name="connsiteX568" fmla="*/ 308261 w 5091276"/>
                <a:gd name="connsiteY568" fmla="*/ 623151 h 991075"/>
                <a:gd name="connsiteX569" fmla="*/ 304946 w 5091276"/>
                <a:gd name="connsiteY569" fmla="*/ 603263 h 991075"/>
                <a:gd name="connsiteX570" fmla="*/ 328149 w 5091276"/>
                <a:gd name="connsiteY570" fmla="*/ 623151 h 991075"/>
                <a:gd name="connsiteX571" fmla="*/ 308261 w 5091276"/>
                <a:gd name="connsiteY571" fmla="*/ 623151 h 991075"/>
                <a:gd name="connsiteX572" fmla="*/ 3407443 w 5091276"/>
                <a:gd name="connsiteY572" fmla="*/ 599949 h 991075"/>
                <a:gd name="connsiteX573" fmla="*/ 3407443 w 5091276"/>
                <a:gd name="connsiteY573" fmla="*/ 609893 h 991075"/>
                <a:gd name="connsiteX574" fmla="*/ 3311318 w 5091276"/>
                <a:gd name="connsiteY574" fmla="*/ 825344 h 991075"/>
                <a:gd name="connsiteX575" fmla="*/ 3308004 w 5091276"/>
                <a:gd name="connsiteY575" fmla="*/ 815400 h 991075"/>
                <a:gd name="connsiteX576" fmla="*/ 3331206 w 5091276"/>
                <a:gd name="connsiteY576" fmla="*/ 768995 h 991075"/>
                <a:gd name="connsiteX577" fmla="*/ 3380926 w 5091276"/>
                <a:gd name="connsiteY577" fmla="*/ 629780 h 991075"/>
                <a:gd name="connsiteX578" fmla="*/ 3394184 w 5091276"/>
                <a:gd name="connsiteY578" fmla="*/ 599949 h 991075"/>
                <a:gd name="connsiteX579" fmla="*/ 3407443 w 5091276"/>
                <a:gd name="connsiteY579" fmla="*/ 599949 h 991075"/>
                <a:gd name="connsiteX580" fmla="*/ 295002 w 5091276"/>
                <a:gd name="connsiteY580" fmla="*/ 623151 h 991075"/>
                <a:gd name="connsiteX581" fmla="*/ 271800 w 5091276"/>
                <a:gd name="connsiteY581" fmla="*/ 626466 h 991075"/>
                <a:gd name="connsiteX582" fmla="*/ 271800 w 5091276"/>
                <a:gd name="connsiteY582" fmla="*/ 616522 h 991075"/>
                <a:gd name="connsiteX583" fmla="*/ 281744 w 5091276"/>
                <a:gd name="connsiteY583" fmla="*/ 599949 h 991075"/>
                <a:gd name="connsiteX584" fmla="*/ 295002 w 5091276"/>
                <a:gd name="connsiteY584" fmla="*/ 623151 h 991075"/>
                <a:gd name="connsiteX585" fmla="*/ 3370982 w 5091276"/>
                <a:gd name="connsiteY585" fmla="*/ 609893 h 991075"/>
                <a:gd name="connsiteX586" fmla="*/ 3304689 w 5091276"/>
                <a:gd name="connsiteY586" fmla="*/ 778939 h 991075"/>
                <a:gd name="connsiteX587" fmla="*/ 3301374 w 5091276"/>
                <a:gd name="connsiteY587" fmla="*/ 765680 h 991075"/>
                <a:gd name="connsiteX588" fmla="*/ 3321262 w 5091276"/>
                <a:gd name="connsiteY588" fmla="*/ 715961 h 991075"/>
                <a:gd name="connsiteX589" fmla="*/ 3344465 w 5091276"/>
                <a:gd name="connsiteY589" fmla="*/ 626466 h 991075"/>
                <a:gd name="connsiteX590" fmla="*/ 3351094 w 5091276"/>
                <a:gd name="connsiteY590" fmla="*/ 583376 h 991075"/>
                <a:gd name="connsiteX591" fmla="*/ 3370982 w 5091276"/>
                <a:gd name="connsiteY591" fmla="*/ 609893 h 991075"/>
                <a:gd name="connsiteX592" fmla="*/ 1770014 w 5091276"/>
                <a:gd name="connsiteY592" fmla="*/ 583376 h 991075"/>
                <a:gd name="connsiteX593" fmla="*/ 1776643 w 5091276"/>
                <a:gd name="connsiteY593" fmla="*/ 590005 h 991075"/>
                <a:gd name="connsiteX594" fmla="*/ 1756755 w 5091276"/>
                <a:gd name="connsiteY594" fmla="*/ 596634 h 991075"/>
                <a:gd name="connsiteX595" fmla="*/ 1753441 w 5091276"/>
                <a:gd name="connsiteY595" fmla="*/ 583376 h 991075"/>
                <a:gd name="connsiteX596" fmla="*/ 1770014 w 5091276"/>
                <a:gd name="connsiteY596" fmla="*/ 583376 h 991075"/>
                <a:gd name="connsiteX597" fmla="*/ 1587709 w 5091276"/>
                <a:gd name="connsiteY597" fmla="*/ 609893 h 991075"/>
                <a:gd name="connsiteX598" fmla="*/ 1514787 w 5091276"/>
                <a:gd name="connsiteY598" fmla="*/ 788883 h 991075"/>
                <a:gd name="connsiteX599" fmla="*/ 1501529 w 5091276"/>
                <a:gd name="connsiteY599" fmla="*/ 765680 h 991075"/>
                <a:gd name="connsiteX600" fmla="*/ 1561192 w 5091276"/>
                <a:gd name="connsiteY600" fmla="*/ 623151 h 991075"/>
                <a:gd name="connsiteX601" fmla="*/ 1564507 w 5091276"/>
                <a:gd name="connsiteY601" fmla="*/ 583376 h 991075"/>
                <a:gd name="connsiteX602" fmla="*/ 1587709 w 5091276"/>
                <a:gd name="connsiteY602" fmla="*/ 609893 h 991075"/>
                <a:gd name="connsiteX603" fmla="*/ 3132328 w 5091276"/>
                <a:gd name="connsiteY603" fmla="*/ 593319 h 991075"/>
                <a:gd name="connsiteX604" fmla="*/ 3119070 w 5091276"/>
                <a:gd name="connsiteY604" fmla="*/ 596634 h 991075"/>
                <a:gd name="connsiteX605" fmla="*/ 3112440 w 5091276"/>
                <a:gd name="connsiteY605" fmla="*/ 590005 h 991075"/>
                <a:gd name="connsiteX606" fmla="*/ 3122384 w 5091276"/>
                <a:gd name="connsiteY606" fmla="*/ 580061 h 991075"/>
                <a:gd name="connsiteX607" fmla="*/ 3132328 w 5091276"/>
                <a:gd name="connsiteY607" fmla="*/ 593319 h 991075"/>
                <a:gd name="connsiteX608" fmla="*/ 4007391 w 5091276"/>
                <a:gd name="connsiteY608" fmla="*/ 573432 h 991075"/>
                <a:gd name="connsiteX609" fmla="*/ 4030594 w 5091276"/>
                <a:gd name="connsiteY609" fmla="*/ 586690 h 991075"/>
                <a:gd name="connsiteX610" fmla="*/ 4023964 w 5091276"/>
                <a:gd name="connsiteY610" fmla="*/ 593319 h 991075"/>
                <a:gd name="connsiteX611" fmla="*/ 4000762 w 5091276"/>
                <a:gd name="connsiteY611" fmla="*/ 573432 h 991075"/>
                <a:gd name="connsiteX612" fmla="*/ 4007391 w 5091276"/>
                <a:gd name="connsiteY612" fmla="*/ 573432 h 991075"/>
                <a:gd name="connsiteX613" fmla="*/ 3994133 w 5091276"/>
                <a:gd name="connsiteY613" fmla="*/ 590005 h 991075"/>
                <a:gd name="connsiteX614" fmla="*/ 3974245 w 5091276"/>
                <a:gd name="connsiteY614" fmla="*/ 596634 h 991075"/>
                <a:gd name="connsiteX615" fmla="*/ 3970930 w 5091276"/>
                <a:gd name="connsiteY615" fmla="*/ 586690 h 991075"/>
                <a:gd name="connsiteX616" fmla="*/ 3977560 w 5091276"/>
                <a:gd name="connsiteY616" fmla="*/ 570117 h 991075"/>
                <a:gd name="connsiteX617" fmla="*/ 3994133 w 5091276"/>
                <a:gd name="connsiteY617" fmla="*/ 590005 h 991075"/>
                <a:gd name="connsiteX618" fmla="*/ 792197 w 5091276"/>
                <a:gd name="connsiteY618" fmla="*/ 570117 h 991075"/>
                <a:gd name="connsiteX619" fmla="*/ 792197 w 5091276"/>
                <a:gd name="connsiteY619" fmla="*/ 580061 h 991075"/>
                <a:gd name="connsiteX620" fmla="*/ 775624 w 5091276"/>
                <a:gd name="connsiteY620" fmla="*/ 570117 h 991075"/>
                <a:gd name="connsiteX621" fmla="*/ 792197 w 5091276"/>
                <a:gd name="connsiteY621" fmla="*/ 570117 h 991075"/>
                <a:gd name="connsiteX622" fmla="*/ 3589748 w 5091276"/>
                <a:gd name="connsiteY622" fmla="*/ 570117 h 991075"/>
                <a:gd name="connsiteX623" fmla="*/ 3579804 w 5091276"/>
                <a:gd name="connsiteY623" fmla="*/ 583376 h 991075"/>
                <a:gd name="connsiteX624" fmla="*/ 3569860 w 5091276"/>
                <a:gd name="connsiteY624" fmla="*/ 580061 h 991075"/>
                <a:gd name="connsiteX625" fmla="*/ 3573174 w 5091276"/>
                <a:gd name="connsiteY625" fmla="*/ 566802 h 991075"/>
                <a:gd name="connsiteX626" fmla="*/ 3589748 w 5091276"/>
                <a:gd name="connsiteY626" fmla="*/ 570117 h 991075"/>
                <a:gd name="connsiteX627" fmla="*/ 3480365 w 5091276"/>
                <a:gd name="connsiteY627" fmla="*/ 603263 h 991075"/>
                <a:gd name="connsiteX628" fmla="*/ 3457162 w 5091276"/>
                <a:gd name="connsiteY628" fmla="*/ 646354 h 991075"/>
                <a:gd name="connsiteX629" fmla="*/ 3457162 w 5091276"/>
                <a:gd name="connsiteY629" fmla="*/ 566802 h 991075"/>
                <a:gd name="connsiteX630" fmla="*/ 3480365 w 5091276"/>
                <a:gd name="connsiteY630" fmla="*/ 603263 h 991075"/>
                <a:gd name="connsiteX631" fmla="*/ 1627485 w 5091276"/>
                <a:gd name="connsiteY631" fmla="*/ 599949 h 991075"/>
                <a:gd name="connsiteX632" fmla="*/ 1591024 w 5091276"/>
                <a:gd name="connsiteY632" fmla="*/ 676185 h 991075"/>
                <a:gd name="connsiteX633" fmla="*/ 1600968 w 5091276"/>
                <a:gd name="connsiteY633" fmla="*/ 619836 h 991075"/>
                <a:gd name="connsiteX634" fmla="*/ 1624170 w 5091276"/>
                <a:gd name="connsiteY634" fmla="*/ 566802 h 991075"/>
                <a:gd name="connsiteX635" fmla="*/ 1627485 w 5091276"/>
                <a:gd name="connsiteY635" fmla="*/ 599949 h 991075"/>
                <a:gd name="connsiteX636" fmla="*/ 1644058 w 5091276"/>
                <a:gd name="connsiteY636" fmla="*/ 560173 h 991075"/>
                <a:gd name="connsiteX637" fmla="*/ 1677204 w 5091276"/>
                <a:gd name="connsiteY637" fmla="*/ 596634 h 991075"/>
                <a:gd name="connsiteX638" fmla="*/ 1650687 w 5091276"/>
                <a:gd name="connsiteY638" fmla="*/ 629780 h 991075"/>
                <a:gd name="connsiteX639" fmla="*/ 1637429 w 5091276"/>
                <a:gd name="connsiteY639" fmla="*/ 629780 h 991075"/>
                <a:gd name="connsiteX640" fmla="*/ 1637429 w 5091276"/>
                <a:gd name="connsiteY640" fmla="*/ 560173 h 991075"/>
                <a:gd name="connsiteX641" fmla="*/ 1644058 w 5091276"/>
                <a:gd name="connsiteY641" fmla="*/ 560173 h 991075"/>
                <a:gd name="connsiteX642" fmla="*/ 3443904 w 5091276"/>
                <a:gd name="connsiteY642" fmla="*/ 570117 h 991075"/>
                <a:gd name="connsiteX643" fmla="*/ 3427331 w 5091276"/>
                <a:gd name="connsiteY643" fmla="*/ 669556 h 991075"/>
                <a:gd name="connsiteX644" fmla="*/ 3414072 w 5091276"/>
                <a:gd name="connsiteY644" fmla="*/ 706017 h 991075"/>
                <a:gd name="connsiteX645" fmla="*/ 3410757 w 5091276"/>
                <a:gd name="connsiteY645" fmla="*/ 745793 h 991075"/>
                <a:gd name="connsiteX646" fmla="*/ 3347779 w 5091276"/>
                <a:gd name="connsiteY646" fmla="*/ 845232 h 991075"/>
                <a:gd name="connsiteX647" fmla="*/ 3331206 w 5091276"/>
                <a:gd name="connsiteY647" fmla="*/ 835288 h 991075"/>
                <a:gd name="connsiteX648" fmla="*/ 3377611 w 5091276"/>
                <a:gd name="connsiteY648" fmla="*/ 752422 h 991075"/>
                <a:gd name="connsiteX649" fmla="*/ 3420701 w 5091276"/>
                <a:gd name="connsiteY649" fmla="*/ 596634 h 991075"/>
                <a:gd name="connsiteX650" fmla="*/ 3414072 w 5091276"/>
                <a:gd name="connsiteY650" fmla="*/ 570117 h 991075"/>
                <a:gd name="connsiteX651" fmla="*/ 3433960 w 5091276"/>
                <a:gd name="connsiteY651" fmla="*/ 556858 h 991075"/>
                <a:gd name="connsiteX652" fmla="*/ 3443904 w 5091276"/>
                <a:gd name="connsiteY652" fmla="*/ 570117 h 991075"/>
                <a:gd name="connsiteX653" fmla="*/ 3165474 w 5091276"/>
                <a:gd name="connsiteY653" fmla="*/ 593319 h 991075"/>
                <a:gd name="connsiteX654" fmla="*/ 3135643 w 5091276"/>
                <a:gd name="connsiteY654" fmla="*/ 643039 h 991075"/>
                <a:gd name="connsiteX655" fmla="*/ 3122384 w 5091276"/>
                <a:gd name="connsiteY655" fmla="*/ 633095 h 991075"/>
                <a:gd name="connsiteX656" fmla="*/ 3145587 w 5091276"/>
                <a:gd name="connsiteY656" fmla="*/ 593319 h 991075"/>
                <a:gd name="connsiteX657" fmla="*/ 3122384 w 5091276"/>
                <a:gd name="connsiteY657" fmla="*/ 563488 h 991075"/>
                <a:gd name="connsiteX658" fmla="*/ 3095867 w 5091276"/>
                <a:gd name="connsiteY658" fmla="*/ 593319 h 991075"/>
                <a:gd name="connsiteX659" fmla="*/ 3119070 w 5091276"/>
                <a:gd name="connsiteY659" fmla="*/ 616522 h 991075"/>
                <a:gd name="connsiteX660" fmla="*/ 3102496 w 5091276"/>
                <a:gd name="connsiteY660" fmla="*/ 619836 h 991075"/>
                <a:gd name="connsiteX661" fmla="*/ 3085923 w 5091276"/>
                <a:gd name="connsiteY661" fmla="*/ 593319 h 991075"/>
                <a:gd name="connsiteX662" fmla="*/ 3122384 w 5091276"/>
                <a:gd name="connsiteY662" fmla="*/ 553544 h 991075"/>
                <a:gd name="connsiteX663" fmla="*/ 3165474 w 5091276"/>
                <a:gd name="connsiteY663" fmla="*/ 593319 h 991075"/>
                <a:gd name="connsiteX664" fmla="*/ 1809790 w 5091276"/>
                <a:gd name="connsiteY664" fmla="*/ 563488 h 991075"/>
                <a:gd name="connsiteX665" fmla="*/ 1786587 w 5091276"/>
                <a:gd name="connsiteY665" fmla="*/ 576746 h 991075"/>
                <a:gd name="connsiteX666" fmla="*/ 1740182 w 5091276"/>
                <a:gd name="connsiteY666" fmla="*/ 566802 h 991075"/>
                <a:gd name="connsiteX667" fmla="*/ 1736868 w 5091276"/>
                <a:gd name="connsiteY667" fmla="*/ 556858 h 991075"/>
                <a:gd name="connsiteX668" fmla="*/ 1803160 w 5091276"/>
                <a:gd name="connsiteY668" fmla="*/ 556858 h 991075"/>
                <a:gd name="connsiteX669" fmla="*/ 1809790 w 5091276"/>
                <a:gd name="connsiteY669" fmla="*/ 563488 h 991075"/>
                <a:gd name="connsiteX670" fmla="*/ 367924 w 5091276"/>
                <a:gd name="connsiteY670" fmla="*/ 623151 h 991075"/>
                <a:gd name="connsiteX671" fmla="*/ 285058 w 5091276"/>
                <a:gd name="connsiteY671" fmla="*/ 576746 h 991075"/>
                <a:gd name="connsiteX672" fmla="*/ 275115 w 5091276"/>
                <a:gd name="connsiteY672" fmla="*/ 556858 h 991075"/>
                <a:gd name="connsiteX673" fmla="*/ 278429 w 5091276"/>
                <a:gd name="connsiteY673" fmla="*/ 550229 h 991075"/>
                <a:gd name="connsiteX674" fmla="*/ 377868 w 5091276"/>
                <a:gd name="connsiteY674" fmla="*/ 613207 h 991075"/>
                <a:gd name="connsiteX675" fmla="*/ 367924 w 5091276"/>
                <a:gd name="connsiteY675" fmla="*/ 623151 h 991075"/>
                <a:gd name="connsiteX676" fmla="*/ 2638448 w 5091276"/>
                <a:gd name="connsiteY676" fmla="*/ 586690 h 991075"/>
                <a:gd name="connsiteX677" fmla="*/ 2605302 w 5091276"/>
                <a:gd name="connsiteY677" fmla="*/ 570117 h 991075"/>
                <a:gd name="connsiteX678" fmla="*/ 2638448 w 5091276"/>
                <a:gd name="connsiteY678" fmla="*/ 546915 h 991075"/>
                <a:gd name="connsiteX679" fmla="*/ 2638448 w 5091276"/>
                <a:gd name="connsiteY679" fmla="*/ 586690 h 991075"/>
                <a:gd name="connsiteX680" fmla="*/ 825344 w 5091276"/>
                <a:gd name="connsiteY680" fmla="*/ 596634 h 991075"/>
                <a:gd name="connsiteX681" fmla="*/ 808770 w 5091276"/>
                <a:gd name="connsiteY681" fmla="*/ 573432 h 991075"/>
                <a:gd name="connsiteX682" fmla="*/ 825344 w 5091276"/>
                <a:gd name="connsiteY682" fmla="*/ 546915 h 991075"/>
                <a:gd name="connsiteX683" fmla="*/ 825344 w 5091276"/>
                <a:gd name="connsiteY683" fmla="*/ 596634 h 991075"/>
                <a:gd name="connsiteX684" fmla="*/ 1362314 w 5091276"/>
                <a:gd name="connsiteY684" fmla="*/ 603263 h 991075"/>
                <a:gd name="connsiteX685" fmla="*/ 1335797 w 5091276"/>
                <a:gd name="connsiteY685" fmla="*/ 643039 h 991075"/>
                <a:gd name="connsiteX686" fmla="*/ 1319224 w 5091276"/>
                <a:gd name="connsiteY686" fmla="*/ 643039 h 991075"/>
                <a:gd name="connsiteX687" fmla="*/ 1312595 w 5091276"/>
                <a:gd name="connsiteY687" fmla="*/ 636410 h 991075"/>
                <a:gd name="connsiteX688" fmla="*/ 1339112 w 5091276"/>
                <a:gd name="connsiteY688" fmla="*/ 599949 h 991075"/>
                <a:gd name="connsiteX689" fmla="*/ 1312595 w 5091276"/>
                <a:gd name="connsiteY689" fmla="*/ 573432 h 991075"/>
                <a:gd name="connsiteX690" fmla="*/ 1289392 w 5091276"/>
                <a:gd name="connsiteY690" fmla="*/ 586690 h 991075"/>
                <a:gd name="connsiteX691" fmla="*/ 1289392 w 5091276"/>
                <a:gd name="connsiteY691" fmla="*/ 596634 h 991075"/>
                <a:gd name="connsiteX692" fmla="*/ 1296021 w 5091276"/>
                <a:gd name="connsiteY692" fmla="*/ 599949 h 991075"/>
                <a:gd name="connsiteX693" fmla="*/ 1312595 w 5091276"/>
                <a:gd name="connsiteY693" fmla="*/ 586690 h 991075"/>
                <a:gd name="connsiteX694" fmla="*/ 1325853 w 5091276"/>
                <a:gd name="connsiteY694" fmla="*/ 596634 h 991075"/>
                <a:gd name="connsiteX695" fmla="*/ 1302651 w 5091276"/>
                <a:gd name="connsiteY695" fmla="*/ 623151 h 991075"/>
                <a:gd name="connsiteX696" fmla="*/ 1279448 w 5091276"/>
                <a:gd name="connsiteY696" fmla="*/ 586690 h 991075"/>
                <a:gd name="connsiteX697" fmla="*/ 1319224 w 5091276"/>
                <a:gd name="connsiteY697" fmla="*/ 543600 h 991075"/>
                <a:gd name="connsiteX698" fmla="*/ 1362314 w 5091276"/>
                <a:gd name="connsiteY698" fmla="*/ 603263 h 991075"/>
                <a:gd name="connsiteX699" fmla="*/ 3785311 w 5091276"/>
                <a:gd name="connsiteY699" fmla="*/ 643039 h 991075"/>
                <a:gd name="connsiteX700" fmla="*/ 3768738 w 5091276"/>
                <a:gd name="connsiteY700" fmla="*/ 652983 h 991075"/>
                <a:gd name="connsiteX701" fmla="*/ 3669299 w 5091276"/>
                <a:gd name="connsiteY701" fmla="*/ 560173 h 991075"/>
                <a:gd name="connsiteX702" fmla="*/ 3596377 w 5091276"/>
                <a:gd name="connsiteY702" fmla="*/ 556858 h 991075"/>
                <a:gd name="connsiteX703" fmla="*/ 3536713 w 5091276"/>
                <a:gd name="connsiteY703" fmla="*/ 556858 h 991075"/>
                <a:gd name="connsiteX704" fmla="*/ 3516826 w 5091276"/>
                <a:gd name="connsiteY704" fmla="*/ 546915 h 991075"/>
                <a:gd name="connsiteX705" fmla="*/ 3576489 w 5091276"/>
                <a:gd name="connsiteY705" fmla="*/ 530341 h 991075"/>
                <a:gd name="connsiteX706" fmla="*/ 3785311 w 5091276"/>
                <a:gd name="connsiteY706" fmla="*/ 643039 h 991075"/>
                <a:gd name="connsiteX707" fmla="*/ 3195306 w 5091276"/>
                <a:gd name="connsiteY707" fmla="*/ 603263 h 991075"/>
                <a:gd name="connsiteX708" fmla="*/ 3148901 w 5091276"/>
                <a:gd name="connsiteY708" fmla="*/ 666241 h 991075"/>
                <a:gd name="connsiteX709" fmla="*/ 3145587 w 5091276"/>
                <a:gd name="connsiteY709" fmla="*/ 656297 h 991075"/>
                <a:gd name="connsiteX710" fmla="*/ 3178733 w 5091276"/>
                <a:gd name="connsiteY710" fmla="*/ 599949 h 991075"/>
                <a:gd name="connsiteX711" fmla="*/ 3122384 w 5091276"/>
                <a:gd name="connsiteY711" fmla="*/ 540285 h 991075"/>
                <a:gd name="connsiteX712" fmla="*/ 3069350 w 5091276"/>
                <a:gd name="connsiteY712" fmla="*/ 613207 h 991075"/>
                <a:gd name="connsiteX713" fmla="*/ 3052777 w 5091276"/>
                <a:gd name="connsiteY713" fmla="*/ 613207 h 991075"/>
                <a:gd name="connsiteX714" fmla="*/ 3052777 w 5091276"/>
                <a:gd name="connsiteY714" fmla="*/ 586690 h 991075"/>
                <a:gd name="connsiteX715" fmla="*/ 3129013 w 5091276"/>
                <a:gd name="connsiteY715" fmla="*/ 523712 h 991075"/>
                <a:gd name="connsiteX716" fmla="*/ 3195306 w 5091276"/>
                <a:gd name="connsiteY716" fmla="*/ 603263 h 991075"/>
                <a:gd name="connsiteX717" fmla="*/ 4060425 w 5091276"/>
                <a:gd name="connsiteY717" fmla="*/ 566802 h 991075"/>
                <a:gd name="connsiteX718" fmla="*/ 4043852 w 5091276"/>
                <a:gd name="connsiteY718" fmla="*/ 576746 h 991075"/>
                <a:gd name="connsiteX719" fmla="*/ 3977560 w 5091276"/>
                <a:gd name="connsiteY719" fmla="*/ 543600 h 991075"/>
                <a:gd name="connsiteX720" fmla="*/ 3967616 w 5091276"/>
                <a:gd name="connsiteY720" fmla="*/ 527027 h 991075"/>
                <a:gd name="connsiteX721" fmla="*/ 3967616 w 5091276"/>
                <a:gd name="connsiteY721" fmla="*/ 517083 h 991075"/>
                <a:gd name="connsiteX722" fmla="*/ 4060425 w 5091276"/>
                <a:gd name="connsiteY722" fmla="*/ 566802 h 991075"/>
                <a:gd name="connsiteX723" fmla="*/ 1939060 w 5091276"/>
                <a:gd name="connsiteY723" fmla="*/ 606578 h 991075"/>
                <a:gd name="connsiteX724" fmla="*/ 1962263 w 5091276"/>
                <a:gd name="connsiteY724" fmla="*/ 646354 h 991075"/>
                <a:gd name="connsiteX725" fmla="*/ 1949004 w 5091276"/>
                <a:gd name="connsiteY725" fmla="*/ 662927 h 991075"/>
                <a:gd name="connsiteX726" fmla="*/ 1879397 w 5091276"/>
                <a:gd name="connsiteY726" fmla="*/ 563488 h 991075"/>
                <a:gd name="connsiteX727" fmla="*/ 1760070 w 5091276"/>
                <a:gd name="connsiteY727" fmla="*/ 540285 h 991075"/>
                <a:gd name="connsiteX728" fmla="*/ 1720294 w 5091276"/>
                <a:gd name="connsiteY728" fmla="*/ 550229 h 991075"/>
                <a:gd name="connsiteX729" fmla="*/ 1716980 w 5091276"/>
                <a:gd name="connsiteY729" fmla="*/ 540285 h 991075"/>
                <a:gd name="connsiteX730" fmla="*/ 1770014 w 5091276"/>
                <a:gd name="connsiteY730" fmla="*/ 517083 h 991075"/>
                <a:gd name="connsiteX731" fmla="*/ 1939060 w 5091276"/>
                <a:gd name="connsiteY731" fmla="*/ 606578 h 991075"/>
                <a:gd name="connsiteX732" fmla="*/ 1359000 w 5091276"/>
                <a:gd name="connsiteY732" fmla="*/ 527027 h 991075"/>
                <a:gd name="connsiteX733" fmla="*/ 1375573 w 5091276"/>
                <a:gd name="connsiteY733" fmla="*/ 536971 h 991075"/>
                <a:gd name="connsiteX734" fmla="*/ 1392146 w 5091276"/>
                <a:gd name="connsiteY734" fmla="*/ 603263 h 991075"/>
                <a:gd name="connsiteX735" fmla="*/ 1352370 w 5091276"/>
                <a:gd name="connsiteY735" fmla="*/ 672871 h 991075"/>
                <a:gd name="connsiteX736" fmla="*/ 1342426 w 5091276"/>
                <a:gd name="connsiteY736" fmla="*/ 662927 h 991075"/>
                <a:gd name="connsiteX737" fmla="*/ 1378887 w 5091276"/>
                <a:gd name="connsiteY737" fmla="*/ 603263 h 991075"/>
                <a:gd name="connsiteX738" fmla="*/ 1315909 w 5091276"/>
                <a:gd name="connsiteY738" fmla="*/ 533656 h 991075"/>
                <a:gd name="connsiteX739" fmla="*/ 1262875 w 5091276"/>
                <a:gd name="connsiteY739" fmla="*/ 590005 h 991075"/>
                <a:gd name="connsiteX740" fmla="*/ 1269504 w 5091276"/>
                <a:gd name="connsiteY740" fmla="*/ 609893 h 991075"/>
                <a:gd name="connsiteX741" fmla="*/ 1266190 w 5091276"/>
                <a:gd name="connsiteY741" fmla="*/ 619836 h 991075"/>
                <a:gd name="connsiteX742" fmla="*/ 1249617 w 5091276"/>
                <a:gd name="connsiteY742" fmla="*/ 583376 h 991075"/>
                <a:gd name="connsiteX743" fmla="*/ 1325853 w 5091276"/>
                <a:gd name="connsiteY743" fmla="*/ 507139 h 991075"/>
                <a:gd name="connsiteX744" fmla="*/ 1359000 w 5091276"/>
                <a:gd name="connsiteY744" fmla="*/ 527027 h 991075"/>
                <a:gd name="connsiteX745" fmla="*/ 3493623 w 5091276"/>
                <a:gd name="connsiteY745" fmla="*/ 530341 h 991075"/>
                <a:gd name="connsiteX746" fmla="*/ 3503567 w 5091276"/>
                <a:gd name="connsiteY746" fmla="*/ 560173 h 991075"/>
                <a:gd name="connsiteX747" fmla="*/ 3556601 w 5091276"/>
                <a:gd name="connsiteY747" fmla="*/ 583376 h 991075"/>
                <a:gd name="connsiteX748" fmla="*/ 3566545 w 5091276"/>
                <a:gd name="connsiteY748" fmla="*/ 613207 h 991075"/>
                <a:gd name="connsiteX749" fmla="*/ 3639467 w 5091276"/>
                <a:gd name="connsiteY749" fmla="*/ 570117 h 991075"/>
                <a:gd name="connsiteX750" fmla="*/ 3705760 w 5091276"/>
                <a:gd name="connsiteY750" fmla="*/ 623151 h 991075"/>
                <a:gd name="connsiteX751" fmla="*/ 3662670 w 5091276"/>
                <a:gd name="connsiteY751" fmla="*/ 656297 h 991075"/>
                <a:gd name="connsiteX752" fmla="*/ 3659355 w 5091276"/>
                <a:gd name="connsiteY752" fmla="*/ 676185 h 991075"/>
                <a:gd name="connsiteX753" fmla="*/ 3639467 w 5091276"/>
                <a:gd name="connsiteY753" fmla="*/ 706017 h 991075"/>
                <a:gd name="connsiteX754" fmla="*/ 3629523 w 5091276"/>
                <a:gd name="connsiteY754" fmla="*/ 755736 h 991075"/>
                <a:gd name="connsiteX755" fmla="*/ 3732277 w 5091276"/>
                <a:gd name="connsiteY755" fmla="*/ 868434 h 991075"/>
                <a:gd name="connsiteX756" fmla="*/ 3831716 w 5091276"/>
                <a:gd name="connsiteY756" fmla="*/ 812085 h 991075"/>
                <a:gd name="connsiteX757" fmla="*/ 3808513 w 5091276"/>
                <a:gd name="connsiteY757" fmla="*/ 775624 h 991075"/>
                <a:gd name="connsiteX758" fmla="*/ 3781996 w 5091276"/>
                <a:gd name="connsiteY758" fmla="*/ 782253 h 991075"/>
                <a:gd name="connsiteX759" fmla="*/ 3772052 w 5091276"/>
                <a:gd name="connsiteY759" fmla="*/ 778939 h 991075"/>
                <a:gd name="connsiteX760" fmla="*/ 3821772 w 5091276"/>
                <a:gd name="connsiteY760" fmla="*/ 735849 h 991075"/>
                <a:gd name="connsiteX761" fmla="*/ 3878120 w 5091276"/>
                <a:gd name="connsiteY761" fmla="*/ 788883 h 991075"/>
                <a:gd name="connsiteX762" fmla="*/ 3864862 w 5091276"/>
                <a:gd name="connsiteY762" fmla="*/ 812085 h 991075"/>
                <a:gd name="connsiteX763" fmla="*/ 3864862 w 5091276"/>
                <a:gd name="connsiteY763" fmla="*/ 822029 h 991075"/>
                <a:gd name="connsiteX764" fmla="*/ 3871491 w 5091276"/>
                <a:gd name="connsiteY764" fmla="*/ 825344 h 991075"/>
                <a:gd name="connsiteX765" fmla="*/ 3957672 w 5091276"/>
                <a:gd name="connsiteY765" fmla="*/ 739163 h 991075"/>
                <a:gd name="connsiteX766" fmla="*/ 3970930 w 5091276"/>
                <a:gd name="connsiteY766" fmla="*/ 696073 h 991075"/>
                <a:gd name="connsiteX767" fmla="*/ 3944413 w 5091276"/>
                <a:gd name="connsiteY767" fmla="*/ 649668 h 991075"/>
                <a:gd name="connsiteX768" fmla="*/ 3898008 w 5091276"/>
                <a:gd name="connsiteY768" fmla="*/ 652983 h 991075"/>
                <a:gd name="connsiteX769" fmla="*/ 3898008 w 5091276"/>
                <a:gd name="connsiteY769" fmla="*/ 643039 h 991075"/>
                <a:gd name="connsiteX770" fmla="*/ 3960986 w 5091276"/>
                <a:gd name="connsiteY770" fmla="*/ 603263 h 991075"/>
                <a:gd name="connsiteX771" fmla="*/ 4014021 w 5091276"/>
                <a:gd name="connsiteY771" fmla="*/ 619836 h 991075"/>
                <a:gd name="connsiteX772" fmla="*/ 4252674 w 5091276"/>
                <a:gd name="connsiteY772" fmla="*/ 536971 h 991075"/>
                <a:gd name="connsiteX773" fmla="*/ 4869196 w 5091276"/>
                <a:gd name="connsiteY773" fmla="*/ 904895 h 991075"/>
                <a:gd name="connsiteX774" fmla="*/ 5051501 w 5091276"/>
                <a:gd name="connsiteY774" fmla="*/ 818714 h 991075"/>
                <a:gd name="connsiteX775" fmla="*/ 4995152 w 5091276"/>
                <a:gd name="connsiteY775" fmla="*/ 745793 h 991075"/>
                <a:gd name="connsiteX776" fmla="*/ 4925545 w 5091276"/>
                <a:gd name="connsiteY776" fmla="*/ 792197 h 991075"/>
                <a:gd name="connsiteX777" fmla="*/ 4905657 w 5091276"/>
                <a:gd name="connsiteY777" fmla="*/ 772310 h 991075"/>
                <a:gd name="connsiteX778" fmla="*/ 4981893 w 5091276"/>
                <a:gd name="connsiteY778" fmla="*/ 706017 h 991075"/>
                <a:gd name="connsiteX779" fmla="*/ 4965320 w 5091276"/>
                <a:gd name="connsiteY779" fmla="*/ 679500 h 991075"/>
                <a:gd name="connsiteX780" fmla="*/ 4918915 w 5091276"/>
                <a:gd name="connsiteY780" fmla="*/ 669556 h 991075"/>
                <a:gd name="connsiteX781" fmla="*/ 4872510 w 5091276"/>
                <a:gd name="connsiteY781" fmla="*/ 649668 h 991075"/>
                <a:gd name="connsiteX782" fmla="*/ 4822791 w 5091276"/>
                <a:gd name="connsiteY782" fmla="*/ 679500 h 991075"/>
                <a:gd name="connsiteX783" fmla="*/ 4845994 w 5091276"/>
                <a:gd name="connsiteY783" fmla="*/ 709332 h 991075"/>
                <a:gd name="connsiteX784" fmla="*/ 4812847 w 5091276"/>
                <a:gd name="connsiteY784" fmla="*/ 729219 h 991075"/>
                <a:gd name="connsiteX785" fmla="*/ 4786330 w 5091276"/>
                <a:gd name="connsiteY785" fmla="*/ 696073 h 991075"/>
                <a:gd name="connsiteX786" fmla="*/ 4776386 w 5091276"/>
                <a:gd name="connsiteY786" fmla="*/ 676185 h 991075"/>
                <a:gd name="connsiteX787" fmla="*/ 4776386 w 5091276"/>
                <a:gd name="connsiteY787" fmla="*/ 669556 h 991075"/>
                <a:gd name="connsiteX788" fmla="*/ 4809532 w 5091276"/>
                <a:gd name="connsiteY788" fmla="*/ 646354 h 991075"/>
                <a:gd name="connsiteX789" fmla="*/ 4819476 w 5091276"/>
                <a:gd name="connsiteY789" fmla="*/ 646354 h 991075"/>
                <a:gd name="connsiteX790" fmla="*/ 4879140 w 5091276"/>
                <a:gd name="connsiteY790" fmla="*/ 616522 h 991075"/>
                <a:gd name="connsiteX791" fmla="*/ 4998467 w 5091276"/>
                <a:gd name="connsiteY791" fmla="*/ 689444 h 991075"/>
                <a:gd name="connsiteX792" fmla="*/ 5024984 w 5091276"/>
                <a:gd name="connsiteY792" fmla="*/ 669556 h 991075"/>
                <a:gd name="connsiteX793" fmla="*/ 5018354 w 5091276"/>
                <a:gd name="connsiteY793" fmla="*/ 649668 h 991075"/>
                <a:gd name="connsiteX794" fmla="*/ 5038242 w 5091276"/>
                <a:gd name="connsiteY794" fmla="*/ 636410 h 991075"/>
                <a:gd name="connsiteX795" fmla="*/ 5071389 w 5091276"/>
                <a:gd name="connsiteY795" fmla="*/ 666241 h 991075"/>
                <a:gd name="connsiteX796" fmla="*/ 5054815 w 5091276"/>
                <a:gd name="connsiteY796" fmla="*/ 706017 h 991075"/>
                <a:gd name="connsiteX797" fmla="*/ 5061445 w 5091276"/>
                <a:gd name="connsiteY797" fmla="*/ 709332 h 991075"/>
                <a:gd name="connsiteX798" fmla="*/ 5087962 w 5091276"/>
                <a:gd name="connsiteY798" fmla="*/ 686129 h 991075"/>
                <a:gd name="connsiteX799" fmla="*/ 5091277 w 5091276"/>
                <a:gd name="connsiteY799" fmla="*/ 702702 h 991075"/>
                <a:gd name="connsiteX800" fmla="*/ 5068074 w 5091276"/>
                <a:gd name="connsiteY800" fmla="*/ 739163 h 991075"/>
                <a:gd name="connsiteX801" fmla="*/ 5078018 w 5091276"/>
                <a:gd name="connsiteY801" fmla="*/ 778939 h 991075"/>
                <a:gd name="connsiteX802" fmla="*/ 5087962 w 5091276"/>
                <a:gd name="connsiteY802" fmla="*/ 845232 h 991075"/>
                <a:gd name="connsiteX803" fmla="*/ 4991837 w 5091276"/>
                <a:gd name="connsiteY803" fmla="*/ 981132 h 991075"/>
                <a:gd name="connsiteX804" fmla="*/ 4952062 w 5091276"/>
                <a:gd name="connsiteY804" fmla="*/ 991075 h 991075"/>
                <a:gd name="connsiteX805" fmla="*/ 4779701 w 5091276"/>
                <a:gd name="connsiteY805" fmla="*/ 991075 h 991075"/>
                <a:gd name="connsiteX806" fmla="*/ 4776386 w 5091276"/>
                <a:gd name="connsiteY806" fmla="*/ 974502 h 991075"/>
                <a:gd name="connsiteX807" fmla="*/ 4676947 w 5091276"/>
                <a:gd name="connsiteY807" fmla="*/ 938041 h 991075"/>
                <a:gd name="connsiteX808" fmla="*/ 4388574 w 5091276"/>
                <a:gd name="connsiteY808" fmla="*/ 689444 h 991075"/>
                <a:gd name="connsiteX809" fmla="*/ 4332225 w 5091276"/>
                <a:gd name="connsiteY809" fmla="*/ 669556 h 991075"/>
                <a:gd name="connsiteX810" fmla="*/ 4226157 w 5091276"/>
                <a:gd name="connsiteY810" fmla="*/ 656297 h 991075"/>
                <a:gd name="connsiteX811" fmla="*/ 4183067 w 5091276"/>
                <a:gd name="connsiteY811" fmla="*/ 659612 h 991075"/>
                <a:gd name="connsiteX812" fmla="*/ 4139977 w 5091276"/>
                <a:gd name="connsiteY812" fmla="*/ 679500 h 991075"/>
                <a:gd name="connsiteX813" fmla="*/ 4120089 w 5091276"/>
                <a:gd name="connsiteY813" fmla="*/ 662927 h 991075"/>
                <a:gd name="connsiteX814" fmla="*/ 4279191 w 5091276"/>
                <a:gd name="connsiteY814" fmla="*/ 633095 h 991075"/>
                <a:gd name="connsiteX815" fmla="*/ 4832735 w 5091276"/>
                <a:gd name="connsiteY815" fmla="*/ 971188 h 991075"/>
                <a:gd name="connsiteX816" fmla="*/ 5034928 w 5091276"/>
                <a:gd name="connsiteY816" fmla="*/ 914839 h 991075"/>
                <a:gd name="connsiteX817" fmla="*/ 5028298 w 5091276"/>
                <a:gd name="connsiteY817" fmla="*/ 904895 h 991075"/>
                <a:gd name="connsiteX818" fmla="*/ 4928859 w 5091276"/>
                <a:gd name="connsiteY818" fmla="*/ 944671 h 991075"/>
                <a:gd name="connsiteX819" fmla="*/ 4836050 w 5091276"/>
                <a:gd name="connsiteY819" fmla="*/ 957929 h 991075"/>
                <a:gd name="connsiteX820" fmla="*/ 4547676 w 5091276"/>
                <a:gd name="connsiteY820" fmla="*/ 768995 h 991075"/>
                <a:gd name="connsiteX821" fmla="*/ 4335540 w 5091276"/>
                <a:gd name="connsiteY821" fmla="*/ 623151 h 991075"/>
                <a:gd name="connsiteX822" fmla="*/ 4282506 w 5091276"/>
                <a:gd name="connsiteY822" fmla="*/ 619836 h 991075"/>
                <a:gd name="connsiteX823" fmla="*/ 4153235 w 5091276"/>
                <a:gd name="connsiteY823" fmla="*/ 633095 h 991075"/>
                <a:gd name="connsiteX824" fmla="*/ 4103516 w 5091276"/>
                <a:gd name="connsiteY824" fmla="*/ 652983 h 991075"/>
                <a:gd name="connsiteX825" fmla="*/ 4020650 w 5091276"/>
                <a:gd name="connsiteY825" fmla="*/ 623151 h 991075"/>
                <a:gd name="connsiteX826" fmla="*/ 4040538 w 5091276"/>
                <a:gd name="connsiteY826" fmla="*/ 672871 h 991075"/>
                <a:gd name="connsiteX827" fmla="*/ 4020650 w 5091276"/>
                <a:gd name="connsiteY827" fmla="*/ 715961 h 991075"/>
                <a:gd name="connsiteX828" fmla="*/ 3907952 w 5091276"/>
                <a:gd name="connsiteY828" fmla="*/ 865119 h 991075"/>
                <a:gd name="connsiteX829" fmla="*/ 3964301 w 5091276"/>
                <a:gd name="connsiteY829" fmla="*/ 924783 h 991075"/>
                <a:gd name="connsiteX830" fmla="*/ 4047167 w 5091276"/>
                <a:gd name="connsiteY830" fmla="*/ 888322 h 991075"/>
                <a:gd name="connsiteX831" fmla="*/ 4030594 w 5091276"/>
                <a:gd name="connsiteY831" fmla="*/ 861805 h 991075"/>
                <a:gd name="connsiteX832" fmla="*/ 4050481 w 5091276"/>
                <a:gd name="connsiteY832" fmla="*/ 845232 h 991075"/>
                <a:gd name="connsiteX833" fmla="*/ 4083628 w 5091276"/>
                <a:gd name="connsiteY833" fmla="*/ 868434 h 991075"/>
                <a:gd name="connsiteX834" fmla="*/ 4073684 w 5091276"/>
                <a:gd name="connsiteY834" fmla="*/ 898266 h 991075"/>
                <a:gd name="connsiteX835" fmla="*/ 4073684 w 5091276"/>
                <a:gd name="connsiteY835" fmla="*/ 921468 h 991075"/>
                <a:gd name="connsiteX836" fmla="*/ 4023964 w 5091276"/>
                <a:gd name="connsiteY836" fmla="*/ 947985 h 991075"/>
                <a:gd name="connsiteX837" fmla="*/ 3977560 w 5091276"/>
                <a:gd name="connsiteY837" fmla="*/ 941356 h 991075"/>
                <a:gd name="connsiteX838" fmla="*/ 3894694 w 5091276"/>
                <a:gd name="connsiteY838" fmla="*/ 954614 h 991075"/>
                <a:gd name="connsiteX839" fmla="*/ 3841660 w 5091276"/>
                <a:gd name="connsiteY839" fmla="*/ 991075 h 991075"/>
                <a:gd name="connsiteX840" fmla="*/ 3831716 w 5091276"/>
                <a:gd name="connsiteY840" fmla="*/ 987761 h 991075"/>
                <a:gd name="connsiteX841" fmla="*/ 3871491 w 5091276"/>
                <a:gd name="connsiteY841" fmla="*/ 931412 h 991075"/>
                <a:gd name="connsiteX842" fmla="*/ 3864862 w 5091276"/>
                <a:gd name="connsiteY842" fmla="*/ 928097 h 991075"/>
                <a:gd name="connsiteX843" fmla="*/ 3795255 w 5091276"/>
                <a:gd name="connsiteY843" fmla="*/ 987761 h 991075"/>
                <a:gd name="connsiteX844" fmla="*/ 3775367 w 5091276"/>
                <a:gd name="connsiteY844" fmla="*/ 987761 h 991075"/>
                <a:gd name="connsiteX845" fmla="*/ 3848289 w 5091276"/>
                <a:gd name="connsiteY845" fmla="*/ 904895 h 991075"/>
                <a:gd name="connsiteX846" fmla="*/ 3844974 w 5091276"/>
                <a:gd name="connsiteY846" fmla="*/ 891636 h 991075"/>
                <a:gd name="connsiteX847" fmla="*/ 3745535 w 5091276"/>
                <a:gd name="connsiteY847" fmla="*/ 987761 h 991075"/>
                <a:gd name="connsiteX848" fmla="*/ 3722333 w 5091276"/>
                <a:gd name="connsiteY848" fmla="*/ 987761 h 991075"/>
                <a:gd name="connsiteX849" fmla="*/ 3795255 w 5091276"/>
                <a:gd name="connsiteY849" fmla="*/ 888322 h 991075"/>
                <a:gd name="connsiteX850" fmla="*/ 3692501 w 5091276"/>
                <a:gd name="connsiteY850" fmla="*/ 987761 h 991075"/>
                <a:gd name="connsiteX851" fmla="*/ 3665984 w 5091276"/>
                <a:gd name="connsiteY851" fmla="*/ 987761 h 991075"/>
                <a:gd name="connsiteX852" fmla="*/ 3728962 w 5091276"/>
                <a:gd name="connsiteY852" fmla="*/ 911524 h 991075"/>
                <a:gd name="connsiteX853" fmla="*/ 3725648 w 5091276"/>
                <a:gd name="connsiteY853" fmla="*/ 901580 h 991075"/>
                <a:gd name="connsiteX854" fmla="*/ 3626208 w 5091276"/>
                <a:gd name="connsiteY854" fmla="*/ 987761 h 991075"/>
                <a:gd name="connsiteX855" fmla="*/ 3612950 w 5091276"/>
                <a:gd name="connsiteY855" fmla="*/ 984446 h 991075"/>
                <a:gd name="connsiteX856" fmla="*/ 3672614 w 5091276"/>
                <a:gd name="connsiteY856" fmla="*/ 908210 h 991075"/>
                <a:gd name="connsiteX857" fmla="*/ 3589748 w 5091276"/>
                <a:gd name="connsiteY857" fmla="*/ 987761 h 991075"/>
                <a:gd name="connsiteX858" fmla="*/ 3563230 w 5091276"/>
                <a:gd name="connsiteY858" fmla="*/ 984446 h 991075"/>
                <a:gd name="connsiteX859" fmla="*/ 3586433 w 5091276"/>
                <a:gd name="connsiteY859" fmla="*/ 961244 h 991075"/>
                <a:gd name="connsiteX860" fmla="*/ 3629523 w 5091276"/>
                <a:gd name="connsiteY860" fmla="*/ 894951 h 991075"/>
                <a:gd name="connsiteX861" fmla="*/ 3530084 w 5091276"/>
                <a:gd name="connsiteY861" fmla="*/ 987761 h 991075"/>
                <a:gd name="connsiteX862" fmla="*/ 3503567 w 5091276"/>
                <a:gd name="connsiteY862" fmla="*/ 984446 h 991075"/>
                <a:gd name="connsiteX863" fmla="*/ 3606321 w 5091276"/>
                <a:gd name="connsiteY863" fmla="*/ 858490 h 991075"/>
                <a:gd name="connsiteX864" fmla="*/ 3586433 w 5091276"/>
                <a:gd name="connsiteY864" fmla="*/ 881693 h 991075"/>
                <a:gd name="connsiteX865" fmla="*/ 3480365 w 5091276"/>
                <a:gd name="connsiteY865" fmla="*/ 987761 h 991075"/>
                <a:gd name="connsiteX866" fmla="*/ 3430645 w 5091276"/>
                <a:gd name="connsiteY866" fmla="*/ 984446 h 991075"/>
                <a:gd name="connsiteX867" fmla="*/ 3543343 w 5091276"/>
                <a:gd name="connsiteY867" fmla="*/ 875063 h 991075"/>
                <a:gd name="connsiteX868" fmla="*/ 3546657 w 5091276"/>
                <a:gd name="connsiteY868" fmla="*/ 861805 h 991075"/>
                <a:gd name="connsiteX869" fmla="*/ 3380926 w 5091276"/>
                <a:gd name="connsiteY869" fmla="*/ 987761 h 991075"/>
                <a:gd name="connsiteX870" fmla="*/ 3367667 w 5091276"/>
                <a:gd name="connsiteY870" fmla="*/ 984446 h 991075"/>
                <a:gd name="connsiteX871" fmla="*/ 3447218 w 5091276"/>
                <a:gd name="connsiteY871" fmla="*/ 921468 h 991075"/>
                <a:gd name="connsiteX872" fmla="*/ 3440589 w 5091276"/>
                <a:gd name="connsiteY872" fmla="*/ 911524 h 991075"/>
                <a:gd name="connsiteX873" fmla="*/ 3317948 w 5091276"/>
                <a:gd name="connsiteY873" fmla="*/ 987761 h 991075"/>
                <a:gd name="connsiteX874" fmla="*/ 3301374 w 5091276"/>
                <a:gd name="connsiteY874" fmla="*/ 984446 h 991075"/>
                <a:gd name="connsiteX875" fmla="*/ 3384240 w 5091276"/>
                <a:gd name="connsiteY875" fmla="*/ 918154 h 991075"/>
                <a:gd name="connsiteX876" fmla="*/ 3380926 w 5091276"/>
                <a:gd name="connsiteY876" fmla="*/ 911524 h 991075"/>
                <a:gd name="connsiteX877" fmla="*/ 3248340 w 5091276"/>
                <a:gd name="connsiteY877" fmla="*/ 987761 h 991075"/>
                <a:gd name="connsiteX878" fmla="*/ 3228452 w 5091276"/>
                <a:gd name="connsiteY878" fmla="*/ 984446 h 991075"/>
                <a:gd name="connsiteX879" fmla="*/ 3321262 w 5091276"/>
                <a:gd name="connsiteY879" fmla="*/ 908210 h 991075"/>
                <a:gd name="connsiteX880" fmla="*/ 3317948 w 5091276"/>
                <a:gd name="connsiteY880" fmla="*/ 904895 h 991075"/>
                <a:gd name="connsiteX881" fmla="*/ 3162160 w 5091276"/>
                <a:gd name="connsiteY881" fmla="*/ 987761 h 991075"/>
                <a:gd name="connsiteX882" fmla="*/ 3039518 w 5091276"/>
                <a:gd name="connsiteY882" fmla="*/ 984446 h 991075"/>
                <a:gd name="connsiteX883" fmla="*/ 2943394 w 5091276"/>
                <a:gd name="connsiteY883" fmla="*/ 954614 h 991075"/>
                <a:gd name="connsiteX884" fmla="*/ 2860528 w 5091276"/>
                <a:gd name="connsiteY884" fmla="*/ 908210 h 991075"/>
                <a:gd name="connsiteX885" fmla="*/ 2645077 w 5091276"/>
                <a:gd name="connsiteY885" fmla="*/ 702702 h 991075"/>
                <a:gd name="connsiteX886" fmla="*/ 2452829 w 5091276"/>
                <a:gd name="connsiteY886" fmla="*/ 639724 h 991075"/>
                <a:gd name="connsiteX887" fmla="*/ 2350075 w 5091276"/>
                <a:gd name="connsiteY887" fmla="*/ 652983 h 991075"/>
                <a:gd name="connsiteX888" fmla="*/ 2310299 w 5091276"/>
                <a:gd name="connsiteY888" fmla="*/ 672871 h 991075"/>
                <a:gd name="connsiteX889" fmla="*/ 2297041 w 5091276"/>
                <a:gd name="connsiteY889" fmla="*/ 662927 h 991075"/>
                <a:gd name="connsiteX890" fmla="*/ 2330187 w 5091276"/>
                <a:gd name="connsiteY890" fmla="*/ 643039 h 991075"/>
                <a:gd name="connsiteX891" fmla="*/ 2459458 w 5091276"/>
                <a:gd name="connsiteY891" fmla="*/ 616522 h 991075"/>
                <a:gd name="connsiteX892" fmla="*/ 2562211 w 5091276"/>
                <a:gd name="connsiteY892" fmla="*/ 636410 h 991075"/>
                <a:gd name="connsiteX893" fmla="*/ 2661650 w 5091276"/>
                <a:gd name="connsiteY893" fmla="*/ 692758 h 991075"/>
                <a:gd name="connsiteX894" fmla="*/ 2824067 w 5091276"/>
                <a:gd name="connsiteY894" fmla="*/ 858490 h 991075"/>
                <a:gd name="connsiteX895" fmla="*/ 3069350 w 5091276"/>
                <a:gd name="connsiteY895" fmla="*/ 971188 h 991075"/>
                <a:gd name="connsiteX896" fmla="*/ 3274857 w 5091276"/>
                <a:gd name="connsiteY896" fmla="*/ 894951 h 991075"/>
                <a:gd name="connsiteX897" fmla="*/ 3268228 w 5091276"/>
                <a:gd name="connsiteY897" fmla="*/ 888322 h 991075"/>
                <a:gd name="connsiteX898" fmla="*/ 3069350 w 5091276"/>
                <a:gd name="connsiteY898" fmla="*/ 961244 h 991075"/>
                <a:gd name="connsiteX899" fmla="*/ 2996428 w 5091276"/>
                <a:gd name="connsiteY899" fmla="*/ 944671 h 991075"/>
                <a:gd name="connsiteX900" fmla="*/ 2923506 w 5091276"/>
                <a:gd name="connsiteY900" fmla="*/ 914839 h 991075"/>
                <a:gd name="connsiteX901" fmla="*/ 2691482 w 5091276"/>
                <a:gd name="connsiteY901" fmla="*/ 702702 h 991075"/>
                <a:gd name="connsiteX902" fmla="*/ 2462772 w 5091276"/>
                <a:gd name="connsiteY902" fmla="*/ 603263 h 991075"/>
                <a:gd name="connsiteX903" fmla="*/ 2280467 w 5091276"/>
                <a:gd name="connsiteY903" fmla="*/ 649668 h 991075"/>
                <a:gd name="connsiteX904" fmla="*/ 2227433 w 5091276"/>
                <a:gd name="connsiteY904" fmla="*/ 626466 h 991075"/>
                <a:gd name="connsiteX905" fmla="*/ 2204231 w 5091276"/>
                <a:gd name="connsiteY905" fmla="*/ 603263 h 991075"/>
                <a:gd name="connsiteX906" fmla="*/ 2154511 w 5091276"/>
                <a:gd name="connsiteY906" fmla="*/ 576746 h 991075"/>
                <a:gd name="connsiteX907" fmla="*/ 2141253 w 5091276"/>
                <a:gd name="connsiteY907" fmla="*/ 560173 h 991075"/>
                <a:gd name="connsiteX908" fmla="*/ 2141253 w 5091276"/>
                <a:gd name="connsiteY908" fmla="*/ 550229 h 991075"/>
                <a:gd name="connsiteX909" fmla="*/ 2147882 w 5091276"/>
                <a:gd name="connsiteY909" fmla="*/ 550229 h 991075"/>
                <a:gd name="connsiteX910" fmla="*/ 2224119 w 5091276"/>
                <a:gd name="connsiteY910" fmla="*/ 623151 h 991075"/>
                <a:gd name="connsiteX911" fmla="*/ 2237377 w 5091276"/>
                <a:gd name="connsiteY911" fmla="*/ 616522 h 991075"/>
                <a:gd name="connsiteX912" fmla="*/ 2452829 w 5091276"/>
                <a:gd name="connsiteY912" fmla="*/ 553544 h 991075"/>
                <a:gd name="connsiteX913" fmla="*/ 3059406 w 5091276"/>
                <a:gd name="connsiteY913" fmla="*/ 901580 h 991075"/>
                <a:gd name="connsiteX914" fmla="*/ 3251655 w 5091276"/>
                <a:gd name="connsiteY914" fmla="*/ 828658 h 991075"/>
                <a:gd name="connsiteX915" fmla="*/ 3188677 w 5091276"/>
                <a:gd name="connsiteY915" fmla="*/ 762366 h 991075"/>
                <a:gd name="connsiteX916" fmla="*/ 3135643 w 5091276"/>
                <a:gd name="connsiteY916" fmla="*/ 808771 h 991075"/>
                <a:gd name="connsiteX917" fmla="*/ 3112440 w 5091276"/>
                <a:gd name="connsiteY917" fmla="*/ 775624 h 991075"/>
                <a:gd name="connsiteX918" fmla="*/ 3178733 w 5091276"/>
                <a:gd name="connsiteY918" fmla="*/ 732534 h 991075"/>
                <a:gd name="connsiteX919" fmla="*/ 3152216 w 5091276"/>
                <a:gd name="connsiteY919" fmla="*/ 712646 h 991075"/>
                <a:gd name="connsiteX920" fmla="*/ 3138957 w 5091276"/>
                <a:gd name="connsiteY920" fmla="*/ 696073 h 991075"/>
                <a:gd name="connsiteX921" fmla="*/ 3056092 w 5091276"/>
                <a:gd name="connsiteY921" fmla="*/ 666241 h 991075"/>
                <a:gd name="connsiteX922" fmla="*/ 3003058 w 5091276"/>
                <a:gd name="connsiteY922" fmla="*/ 702702 h 991075"/>
                <a:gd name="connsiteX923" fmla="*/ 3036204 w 5091276"/>
                <a:gd name="connsiteY923" fmla="*/ 709332 h 991075"/>
                <a:gd name="connsiteX924" fmla="*/ 3039518 w 5091276"/>
                <a:gd name="connsiteY924" fmla="*/ 719275 h 991075"/>
                <a:gd name="connsiteX925" fmla="*/ 3013001 w 5091276"/>
                <a:gd name="connsiteY925" fmla="*/ 732534 h 991075"/>
                <a:gd name="connsiteX926" fmla="*/ 2989799 w 5091276"/>
                <a:gd name="connsiteY926" fmla="*/ 725905 h 991075"/>
                <a:gd name="connsiteX927" fmla="*/ 2983170 w 5091276"/>
                <a:gd name="connsiteY927" fmla="*/ 715961 h 991075"/>
                <a:gd name="connsiteX928" fmla="*/ 2963282 w 5091276"/>
                <a:gd name="connsiteY928" fmla="*/ 702702 h 991075"/>
                <a:gd name="connsiteX929" fmla="*/ 2963282 w 5091276"/>
                <a:gd name="connsiteY929" fmla="*/ 692758 h 991075"/>
                <a:gd name="connsiteX930" fmla="*/ 2976540 w 5091276"/>
                <a:gd name="connsiteY930" fmla="*/ 662927 h 991075"/>
                <a:gd name="connsiteX931" fmla="*/ 2999743 w 5091276"/>
                <a:gd name="connsiteY931" fmla="*/ 656297 h 991075"/>
                <a:gd name="connsiteX932" fmla="*/ 3056092 w 5091276"/>
                <a:gd name="connsiteY932" fmla="*/ 629780 h 991075"/>
                <a:gd name="connsiteX933" fmla="*/ 3165474 w 5091276"/>
                <a:gd name="connsiteY933" fmla="*/ 709332 h 991075"/>
                <a:gd name="connsiteX934" fmla="*/ 3188677 w 5091276"/>
                <a:gd name="connsiteY934" fmla="*/ 699388 h 991075"/>
                <a:gd name="connsiteX935" fmla="*/ 3218509 w 5091276"/>
                <a:gd name="connsiteY935" fmla="*/ 702702 h 991075"/>
                <a:gd name="connsiteX936" fmla="*/ 3218509 w 5091276"/>
                <a:gd name="connsiteY936" fmla="*/ 672871 h 991075"/>
                <a:gd name="connsiteX937" fmla="*/ 3245026 w 5091276"/>
                <a:gd name="connsiteY937" fmla="*/ 649668 h 991075"/>
                <a:gd name="connsiteX938" fmla="*/ 3271543 w 5091276"/>
                <a:gd name="connsiteY938" fmla="*/ 676185 h 991075"/>
                <a:gd name="connsiteX939" fmla="*/ 3264913 w 5091276"/>
                <a:gd name="connsiteY939" fmla="*/ 696073 h 991075"/>
                <a:gd name="connsiteX940" fmla="*/ 3278172 w 5091276"/>
                <a:gd name="connsiteY940" fmla="*/ 699388 h 991075"/>
                <a:gd name="connsiteX941" fmla="*/ 3291431 w 5091276"/>
                <a:gd name="connsiteY941" fmla="*/ 715961 h 991075"/>
                <a:gd name="connsiteX942" fmla="*/ 3268228 w 5091276"/>
                <a:gd name="connsiteY942" fmla="*/ 749107 h 991075"/>
                <a:gd name="connsiteX943" fmla="*/ 3288116 w 5091276"/>
                <a:gd name="connsiteY943" fmla="*/ 782253 h 991075"/>
                <a:gd name="connsiteX944" fmla="*/ 3291431 w 5091276"/>
                <a:gd name="connsiteY944" fmla="*/ 828658 h 991075"/>
                <a:gd name="connsiteX945" fmla="*/ 3404128 w 5091276"/>
                <a:gd name="connsiteY945" fmla="*/ 871749 h 991075"/>
                <a:gd name="connsiteX946" fmla="*/ 3559916 w 5091276"/>
                <a:gd name="connsiteY946" fmla="*/ 768995 h 991075"/>
                <a:gd name="connsiteX947" fmla="*/ 3496938 w 5091276"/>
                <a:gd name="connsiteY947" fmla="*/ 699388 h 991075"/>
                <a:gd name="connsiteX948" fmla="*/ 3447218 w 5091276"/>
                <a:gd name="connsiteY948" fmla="*/ 745793 h 991075"/>
                <a:gd name="connsiteX949" fmla="*/ 3437274 w 5091276"/>
                <a:gd name="connsiteY949" fmla="*/ 745793 h 991075"/>
                <a:gd name="connsiteX950" fmla="*/ 3427331 w 5091276"/>
                <a:gd name="connsiteY950" fmla="*/ 722590 h 991075"/>
                <a:gd name="connsiteX951" fmla="*/ 3430645 w 5091276"/>
                <a:gd name="connsiteY951" fmla="*/ 699388 h 991075"/>
                <a:gd name="connsiteX952" fmla="*/ 3460477 w 5091276"/>
                <a:gd name="connsiteY952" fmla="*/ 656297 h 991075"/>
                <a:gd name="connsiteX953" fmla="*/ 3477050 w 5091276"/>
                <a:gd name="connsiteY953" fmla="*/ 649668 h 991075"/>
                <a:gd name="connsiteX954" fmla="*/ 3486994 w 5091276"/>
                <a:gd name="connsiteY954" fmla="*/ 633095 h 991075"/>
                <a:gd name="connsiteX955" fmla="*/ 3513511 w 5091276"/>
                <a:gd name="connsiteY955" fmla="*/ 626466 h 991075"/>
                <a:gd name="connsiteX956" fmla="*/ 3549972 w 5091276"/>
                <a:gd name="connsiteY956" fmla="*/ 652983 h 991075"/>
                <a:gd name="connsiteX957" fmla="*/ 3543343 w 5091276"/>
                <a:gd name="connsiteY957" fmla="*/ 669556 h 991075"/>
                <a:gd name="connsiteX958" fmla="*/ 3556601 w 5091276"/>
                <a:gd name="connsiteY958" fmla="*/ 676185 h 991075"/>
                <a:gd name="connsiteX959" fmla="*/ 3566545 w 5091276"/>
                <a:gd name="connsiteY959" fmla="*/ 656297 h 991075"/>
                <a:gd name="connsiteX960" fmla="*/ 3530084 w 5091276"/>
                <a:gd name="connsiteY960" fmla="*/ 613207 h 991075"/>
                <a:gd name="connsiteX961" fmla="*/ 3500252 w 5091276"/>
                <a:gd name="connsiteY961" fmla="*/ 613207 h 991075"/>
                <a:gd name="connsiteX962" fmla="*/ 3437274 w 5091276"/>
                <a:gd name="connsiteY962" fmla="*/ 543600 h 991075"/>
                <a:gd name="connsiteX963" fmla="*/ 3387555 w 5091276"/>
                <a:gd name="connsiteY963" fmla="*/ 583376 h 991075"/>
                <a:gd name="connsiteX964" fmla="*/ 3380926 w 5091276"/>
                <a:gd name="connsiteY964" fmla="*/ 586690 h 991075"/>
                <a:gd name="connsiteX965" fmla="*/ 3364353 w 5091276"/>
                <a:gd name="connsiteY965" fmla="*/ 566802 h 991075"/>
                <a:gd name="connsiteX966" fmla="*/ 3364353 w 5091276"/>
                <a:gd name="connsiteY966" fmla="*/ 556858 h 991075"/>
                <a:gd name="connsiteX967" fmla="*/ 3394184 w 5091276"/>
                <a:gd name="connsiteY967" fmla="*/ 517083 h 991075"/>
                <a:gd name="connsiteX968" fmla="*/ 3407443 w 5091276"/>
                <a:gd name="connsiteY968" fmla="*/ 513768 h 991075"/>
                <a:gd name="connsiteX969" fmla="*/ 3430645 w 5091276"/>
                <a:gd name="connsiteY969" fmla="*/ 503824 h 991075"/>
                <a:gd name="connsiteX970" fmla="*/ 3493623 w 5091276"/>
                <a:gd name="connsiteY970" fmla="*/ 530341 h 991075"/>
                <a:gd name="connsiteX971" fmla="*/ 414329 w 5091276"/>
                <a:gd name="connsiteY971" fmla="*/ 596634 h 991075"/>
                <a:gd name="connsiteX972" fmla="*/ 397756 w 5091276"/>
                <a:gd name="connsiteY972" fmla="*/ 606578 h 991075"/>
                <a:gd name="connsiteX973" fmla="*/ 331463 w 5091276"/>
                <a:gd name="connsiteY973" fmla="*/ 560173 h 991075"/>
                <a:gd name="connsiteX974" fmla="*/ 255227 w 5091276"/>
                <a:gd name="connsiteY974" fmla="*/ 527027 h 991075"/>
                <a:gd name="connsiteX975" fmla="*/ 255227 w 5091276"/>
                <a:gd name="connsiteY975" fmla="*/ 503824 h 991075"/>
                <a:gd name="connsiteX976" fmla="*/ 414329 w 5091276"/>
                <a:gd name="connsiteY976" fmla="*/ 596634 h 991075"/>
                <a:gd name="connsiteX977" fmla="*/ 2247321 w 5091276"/>
                <a:gd name="connsiteY977" fmla="*/ 596634 h 991075"/>
                <a:gd name="connsiteX978" fmla="*/ 2234063 w 5091276"/>
                <a:gd name="connsiteY978" fmla="*/ 599949 h 991075"/>
                <a:gd name="connsiteX979" fmla="*/ 2194287 w 5091276"/>
                <a:gd name="connsiteY979" fmla="*/ 563488 h 991075"/>
                <a:gd name="connsiteX980" fmla="*/ 2131309 w 5091276"/>
                <a:gd name="connsiteY980" fmla="*/ 527027 h 991075"/>
                <a:gd name="connsiteX981" fmla="*/ 2118051 w 5091276"/>
                <a:gd name="connsiteY981" fmla="*/ 503824 h 991075"/>
                <a:gd name="connsiteX982" fmla="*/ 2118051 w 5091276"/>
                <a:gd name="connsiteY982" fmla="*/ 493880 h 991075"/>
                <a:gd name="connsiteX983" fmla="*/ 2247321 w 5091276"/>
                <a:gd name="connsiteY983" fmla="*/ 596634 h 991075"/>
                <a:gd name="connsiteX984" fmla="*/ 3225138 w 5091276"/>
                <a:gd name="connsiteY984" fmla="*/ 613207 h 991075"/>
                <a:gd name="connsiteX985" fmla="*/ 3198621 w 5091276"/>
                <a:gd name="connsiteY985" fmla="*/ 676185 h 991075"/>
                <a:gd name="connsiteX986" fmla="*/ 3165474 w 5091276"/>
                <a:gd name="connsiteY986" fmla="*/ 692758 h 991075"/>
                <a:gd name="connsiteX987" fmla="*/ 3162160 w 5091276"/>
                <a:gd name="connsiteY987" fmla="*/ 682814 h 991075"/>
                <a:gd name="connsiteX988" fmla="*/ 3208565 w 5091276"/>
                <a:gd name="connsiteY988" fmla="*/ 603263 h 991075"/>
                <a:gd name="connsiteX989" fmla="*/ 3135643 w 5091276"/>
                <a:gd name="connsiteY989" fmla="*/ 510454 h 991075"/>
                <a:gd name="connsiteX990" fmla="*/ 3049462 w 5091276"/>
                <a:gd name="connsiteY990" fmla="*/ 560173 h 991075"/>
                <a:gd name="connsiteX991" fmla="*/ 3036204 w 5091276"/>
                <a:gd name="connsiteY991" fmla="*/ 613207 h 991075"/>
                <a:gd name="connsiteX992" fmla="*/ 3022945 w 5091276"/>
                <a:gd name="connsiteY992" fmla="*/ 619836 h 991075"/>
                <a:gd name="connsiteX993" fmla="*/ 3009687 w 5091276"/>
                <a:gd name="connsiteY993" fmla="*/ 580061 h 991075"/>
                <a:gd name="connsiteX994" fmla="*/ 3109126 w 5091276"/>
                <a:gd name="connsiteY994" fmla="*/ 490566 h 991075"/>
                <a:gd name="connsiteX995" fmla="*/ 3225138 w 5091276"/>
                <a:gd name="connsiteY995" fmla="*/ 613207 h 991075"/>
                <a:gd name="connsiteX996" fmla="*/ 3821772 w 5091276"/>
                <a:gd name="connsiteY996" fmla="*/ 626466 h 991075"/>
                <a:gd name="connsiteX997" fmla="*/ 3801884 w 5091276"/>
                <a:gd name="connsiteY997" fmla="*/ 639724 h 991075"/>
                <a:gd name="connsiteX998" fmla="*/ 3738906 w 5091276"/>
                <a:gd name="connsiteY998" fmla="*/ 570117 h 991075"/>
                <a:gd name="connsiteX999" fmla="*/ 3566545 w 5091276"/>
                <a:gd name="connsiteY999" fmla="*/ 520397 h 991075"/>
                <a:gd name="connsiteX1000" fmla="*/ 3513511 w 5091276"/>
                <a:gd name="connsiteY1000" fmla="*/ 527027 h 991075"/>
                <a:gd name="connsiteX1001" fmla="*/ 3500252 w 5091276"/>
                <a:gd name="connsiteY1001" fmla="*/ 510454 h 991075"/>
                <a:gd name="connsiteX1002" fmla="*/ 3563230 w 5091276"/>
                <a:gd name="connsiteY1002" fmla="*/ 483936 h 991075"/>
                <a:gd name="connsiteX1003" fmla="*/ 3821772 w 5091276"/>
                <a:gd name="connsiteY1003" fmla="*/ 626466 h 991075"/>
                <a:gd name="connsiteX1004" fmla="*/ 1823048 w 5091276"/>
                <a:gd name="connsiteY1004" fmla="*/ 480622 h 991075"/>
                <a:gd name="connsiteX1005" fmla="*/ 1856194 w 5091276"/>
                <a:gd name="connsiteY1005" fmla="*/ 490566 h 991075"/>
                <a:gd name="connsiteX1006" fmla="*/ 1995409 w 5091276"/>
                <a:gd name="connsiteY1006" fmla="*/ 636410 h 991075"/>
                <a:gd name="connsiteX1007" fmla="*/ 1982151 w 5091276"/>
                <a:gd name="connsiteY1007" fmla="*/ 649668 h 991075"/>
                <a:gd name="connsiteX1008" fmla="*/ 1972207 w 5091276"/>
                <a:gd name="connsiteY1008" fmla="*/ 639724 h 991075"/>
                <a:gd name="connsiteX1009" fmla="*/ 1773329 w 5091276"/>
                <a:gd name="connsiteY1009" fmla="*/ 503824 h 991075"/>
                <a:gd name="connsiteX1010" fmla="*/ 1713665 w 5091276"/>
                <a:gd name="connsiteY1010" fmla="*/ 517083 h 991075"/>
                <a:gd name="connsiteX1011" fmla="*/ 1697092 w 5091276"/>
                <a:gd name="connsiteY1011" fmla="*/ 497195 h 991075"/>
                <a:gd name="connsiteX1012" fmla="*/ 1776643 w 5091276"/>
                <a:gd name="connsiteY1012" fmla="*/ 477307 h 991075"/>
                <a:gd name="connsiteX1013" fmla="*/ 1823048 w 5091276"/>
                <a:gd name="connsiteY1013" fmla="*/ 480622 h 991075"/>
                <a:gd name="connsiteX1014" fmla="*/ 4093572 w 5091276"/>
                <a:gd name="connsiteY1014" fmla="*/ 546915 h 991075"/>
                <a:gd name="connsiteX1015" fmla="*/ 4073684 w 5091276"/>
                <a:gd name="connsiteY1015" fmla="*/ 560173 h 991075"/>
                <a:gd name="connsiteX1016" fmla="*/ 4023964 w 5091276"/>
                <a:gd name="connsiteY1016" fmla="*/ 527027 h 991075"/>
                <a:gd name="connsiteX1017" fmla="*/ 3947728 w 5091276"/>
                <a:gd name="connsiteY1017" fmla="*/ 493880 h 991075"/>
                <a:gd name="connsiteX1018" fmla="*/ 3941098 w 5091276"/>
                <a:gd name="connsiteY1018" fmla="*/ 470678 h 991075"/>
                <a:gd name="connsiteX1019" fmla="*/ 4093572 w 5091276"/>
                <a:gd name="connsiteY1019" fmla="*/ 546915 h 991075"/>
                <a:gd name="connsiteX1020" fmla="*/ 1551248 w 5091276"/>
                <a:gd name="connsiteY1020" fmla="*/ 606578 h 991075"/>
                <a:gd name="connsiteX1021" fmla="*/ 1488270 w 5091276"/>
                <a:gd name="connsiteY1021" fmla="*/ 752422 h 991075"/>
                <a:gd name="connsiteX1022" fmla="*/ 1484956 w 5091276"/>
                <a:gd name="connsiteY1022" fmla="*/ 745793 h 991075"/>
                <a:gd name="connsiteX1023" fmla="*/ 1518102 w 5091276"/>
                <a:gd name="connsiteY1023" fmla="*/ 649668 h 991075"/>
                <a:gd name="connsiteX1024" fmla="*/ 1518102 w 5091276"/>
                <a:gd name="connsiteY1024" fmla="*/ 590005 h 991075"/>
                <a:gd name="connsiteX1025" fmla="*/ 1491585 w 5091276"/>
                <a:gd name="connsiteY1025" fmla="*/ 493880 h 991075"/>
                <a:gd name="connsiteX1026" fmla="*/ 1508158 w 5091276"/>
                <a:gd name="connsiteY1026" fmla="*/ 467363 h 991075"/>
                <a:gd name="connsiteX1027" fmla="*/ 1551248 w 5091276"/>
                <a:gd name="connsiteY1027" fmla="*/ 606578 h 991075"/>
                <a:gd name="connsiteX1028" fmla="*/ 1431921 w 5091276"/>
                <a:gd name="connsiteY1028" fmla="*/ 586690 h 991075"/>
                <a:gd name="connsiteX1029" fmla="*/ 1428607 w 5091276"/>
                <a:gd name="connsiteY1029" fmla="*/ 636410 h 991075"/>
                <a:gd name="connsiteX1030" fmla="*/ 1405404 w 5091276"/>
                <a:gd name="connsiteY1030" fmla="*/ 636410 h 991075"/>
                <a:gd name="connsiteX1031" fmla="*/ 1322539 w 5091276"/>
                <a:gd name="connsiteY1031" fmla="*/ 497195 h 991075"/>
                <a:gd name="connsiteX1032" fmla="*/ 1239673 w 5091276"/>
                <a:gd name="connsiteY1032" fmla="*/ 560173 h 991075"/>
                <a:gd name="connsiteX1033" fmla="*/ 1236358 w 5091276"/>
                <a:gd name="connsiteY1033" fmla="*/ 619836 h 991075"/>
                <a:gd name="connsiteX1034" fmla="*/ 1216470 w 5091276"/>
                <a:gd name="connsiteY1034" fmla="*/ 629780 h 991075"/>
                <a:gd name="connsiteX1035" fmla="*/ 1209841 w 5091276"/>
                <a:gd name="connsiteY1035" fmla="*/ 576746 h 991075"/>
                <a:gd name="connsiteX1036" fmla="*/ 1329168 w 5091276"/>
                <a:gd name="connsiteY1036" fmla="*/ 464049 h 991075"/>
                <a:gd name="connsiteX1037" fmla="*/ 1431921 w 5091276"/>
                <a:gd name="connsiteY1037" fmla="*/ 586690 h 991075"/>
                <a:gd name="connsiteX1038" fmla="*/ 2519121 w 5091276"/>
                <a:gd name="connsiteY1038" fmla="*/ 473993 h 991075"/>
                <a:gd name="connsiteX1039" fmla="*/ 2489289 w 5091276"/>
                <a:gd name="connsiteY1039" fmla="*/ 464049 h 991075"/>
                <a:gd name="connsiteX1040" fmla="*/ 2522436 w 5091276"/>
                <a:gd name="connsiteY1040" fmla="*/ 464049 h 991075"/>
                <a:gd name="connsiteX1041" fmla="*/ 2519121 w 5091276"/>
                <a:gd name="connsiteY1041" fmla="*/ 473993 h 991075"/>
                <a:gd name="connsiteX1042" fmla="*/ 241968 w 5091276"/>
                <a:gd name="connsiteY1042" fmla="*/ 457419 h 991075"/>
                <a:gd name="connsiteX1043" fmla="*/ 341407 w 5091276"/>
                <a:gd name="connsiteY1043" fmla="*/ 490566 h 991075"/>
                <a:gd name="connsiteX1044" fmla="*/ 447475 w 5091276"/>
                <a:gd name="connsiteY1044" fmla="*/ 573432 h 991075"/>
                <a:gd name="connsiteX1045" fmla="*/ 434217 w 5091276"/>
                <a:gd name="connsiteY1045" fmla="*/ 586690 h 991075"/>
                <a:gd name="connsiteX1046" fmla="*/ 401071 w 5091276"/>
                <a:gd name="connsiteY1046" fmla="*/ 556858 h 991075"/>
                <a:gd name="connsiteX1047" fmla="*/ 298317 w 5091276"/>
                <a:gd name="connsiteY1047" fmla="*/ 500510 h 991075"/>
                <a:gd name="connsiteX1048" fmla="*/ 238654 w 5091276"/>
                <a:gd name="connsiteY1048" fmla="*/ 483936 h 991075"/>
                <a:gd name="connsiteX1049" fmla="*/ 222080 w 5091276"/>
                <a:gd name="connsiteY1049" fmla="*/ 467363 h 991075"/>
                <a:gd name="connsiteX1050" fmla="*/ 222080 w 5091276"/>
                <a:gd name="connsiteY1050" fmla="*/ 457419 h 991075"/>
                <a:gd name="connsiteX1051" fmla="*/ 241968 w 5091276"/>
                <a:gd name="connsiteY1051" fmla="*/ 457419 h 991075"/>
                <a:gd name="connsiteX1052" fmla="*/ 752422 w 5091276"/>
                <a:gd name="connsiteY1052" fmla="*/ 457419 h 991075"/>
                <a:gd name="connsiteX1053" fmla="*/ 715961 w 5091276"/>
                <a:gd name="connsiteY1053" fmla="*/ 467363 h 991075"/>
                <a:gd name="connsiteX1054" fmla="*/ 676185 w 5091276"/>
                <a:gd name="connsiteY1054" fmla="*/ 457419 h 991075"/>
                <a:gd name="connsiteX1055" fmla="*/ 712646 w 5091276"/>
                <a:gd name="connsiteY1055" fmla="*/ 450790 h 991075"/>
                <a:gd name="connsiteX1056" fmla="*/ 752422 w 5091276"/>
                <a:gd name="connsiteY1056" fmla="*/ 457419 h 991075"/>
                <a:gd name="connsiteX1057" fmla="*/ 3400814 w 5091276"/>
                <a:gd name="connsiteY1057" fmla="*/ 490566 h 991075"/>
                <a:gd name="connsiteX1058" fmla="*/ 3390870 w 5091276"/>
                <a:gd name="connsiteY1058" fmla="*/ 493880 h 991075"/>
                <a:gd name="connsiteX1059" fmla="*/ 3374296 w 5091276"/>
                <a:gd name="connsiteY1059" fmla="*/ 447476 h 991075"/>
                <a:gd name="connsiteX1060" fmla="*/ 3400814 w 5091276"/>
                <a:gd name="connsiteY1060" fmla="*/ 473993 h 991075"/>
                <a:gd name="connsiteX1061" fmla="*/ 3400814 w 5091276"/>
                <a:gd name="connsiteY1061" fmla="*/ 490566 h 991075"/>
                <a:gd name="connsiteX1062" fmla="*/ 3264913 w 5091276"/>
                <a:gd name="connsiteY1062" fmla="*/ 596634 h 991075"/>
                <a:gd name="connsiteX1063" fmla="*/ 3261599 w 5091276"/>
                <a:gd name="connsiteY1063" fmla="*/ 636410 h 991075"/>
                <a:gd name="connsiteX1064" fmla="*/ 3254969 w 5091276"/>
                <a:gd name="connsiteY1064" fmla="*/ 639724 h 991075"/>
                <a:gd name="connsiteX1065" fmla="*/ 3241711 w 5091276"/>
                <a:gd name="connsiteY1065" fmla="*/ 606578 h 991075"/>
                <a:gd name="connsiteX1066" fmla="*/ 3105811 w 5091276"/>
                <a:gd name="connsiteY1066" fmla="*/ 477307 h 991075"/>
                <a:gd name="connsiteX1067" fmla="*/ 2993114 w 5091276"/>
                <a:gd name="connsiteY1067" fmla="*/ 590005 h 991075"/>
                <a:gd name="connsiteX1068" fmla="*/ 3003058 w 5091276"/>
                <a:gd name="connsiteY1068" fmla="*/ 626466 h 991075"/>
                <a:gd name="connsiteX1069" fmla="*/ 2986484 w 5091276"/>
                <a:gd name="connsiteY1069" fmla="*/ 643039 h 991075"/>
                <a:gd name="connsiteX1070" fmla="*/ 2969911 w 5091276"/>
                <a:gd name="connsiteY1070" fmla="*/ 590005 h 991075"/>
                <a:gd name="connsiteX1071" fmla="*/ 3109126 w 5091276"/>
                <a:gd name="connsiteY1071" fmla="*/ 447476 h 991075"/>
                <a:gd name="connsiteX1072" fmla="*/ 3264913 w 5091276"/>
                <a:gd name="connsiteY1072" fmla="*/ 596634 h 991075"/>
                <a:gd name="connsiteX1073" fmla="*/ 2708055 w 5091276"/>
                <a:gd name="connsiteY1073" fmla="*/ 440846 h 991075"/>
                <a:gd name="connsiteX1074" fmla="*/ 2678223 w 5091276"/>
                <a:gd name="connsiteY1074" fmla="*/ 586690 h 991075"/>
                <a:gd name="connsiteX1075" fmla="*/ 2678223 w 5091276"/>
                <a:gd name="connsiteY1075" fmla="*/ 613207 h 991075"/>
                <a:gd name="connsiteX1076" fmla="*/ 2651706 w 5091276"/>
                <a:gd name="connsiteY1076" fmla="*/ 586690 h 991075"/>
                <a:gd name="connsiteX1077" fmla="*/ 2655021 w 5091276"/>
                <a:gd name="connsiteY1077" fmla="*/ 553544 h 991075"/>
                <a:gd name="connsiteX1078" fmla="*/ 2681538 w 5091276"/>
                <a:gd name="connsiteY1078" fmla="*/ 483936 h 991075"/>
                <a:gd name="connsiteX1079" fmla="*/ 2698111 w 5091276"/>
                <a:gd name="connsiteY1079" fmla="*/ 440846 h 991075"/>
                <a:gd name="connsiteX1080" fmla="*/ 2708055 w 5091276"/>
                <a:gd name="connsiteY1080" fmla="*/ 440846 h 991075"/>
                <a:gd name="connsiteX1081" fmla="*/ 1564507 w 5091276"/>
                <a:gd name="connsiteY1081" fmla="*/ 440846 h 991075"/>
                <a:gd name="connsiteX1082" fmla="*/ 1594338 w 5091276"/>
                <a:gd name="connsiteY1082" fmla="*/ 493880 h 991075"/>
                <a:gd name="connsiteX1083" fmla="*/ 1614226 w 5091276"/>
                <a:gd name="connsiteY1083" fmla="*/ 503824 h 991075"/>
                <a:gd name="connsiteX1084" fmla="*/ 1594338 w 5091276"/>
                <a:gd name="connsiteY1084" fmla="*/ 510454 h 991075"/>
                <a:gd name="connsiteX1085" fmla="*/ 1557878 w 5091276"/>
                <a:gd name="connsiteY1085" fmla="*/ 440846 h 991075"/>
                <a:gd name="connsiteX1086" fmla="*/ 1564507 w 5091276"/>
                <a:gd name="connsiteY1086" fmla="*/ 440846 h 991075"/>
                <a:gd name="connsiteX1087" fmla="*/ 1577765 w 5091276"/>
                <a:gd name="connsiteY1087" fmla="*/ 517083 h 991075"/>
                <a:gd name="connsiteX1088" fmla="*/ 1561192 w 5091276"/>
                <a:gd name="connsiteY1088" fmla="*/ 546915 h 991075"/>
                <a:gd name="connsiteX1089" fmla="*/ 1518102 w 5091276"/>
                <a:gd name="connsiteY1089" fmla="*/ 454105 h 991075"/>
                <a:gd name="connsiteX1090" fmla="*/ 1534675 w 5091276"/>
                <a:gd name="connsiteY1090" fmla="*/ 440846 h 991075"/>
                <a:gd name="connsiteX1091" fmla="*/ 1577765 w 5091276"/>
                <a:gd name="connsiteY1091" fmla="*/ 517083 h 991075"/>
                <a:gd name="connsiteX1092" fmla="*/ 878378 w 5091276"/>
                <a:gd name="connsiteY1092" fmla="*/ 477307 h 991075"/>
                <a:gd name="connsiteX1093" fmla="*/ 868434 w 5091276"/>
                <a:gd name="connsiteY1093" fmla="*/ 570117 h 991075"/>
                <a:gd name="connsiteX1094" fmla="*/ 878378 w 5091276"/>
                <a:gd name="connsiteY1094" fmla="*/ 629780 h 991075"/>
                <a:gd name="connsiteX1095" fmla="*/ 838602 w 5091276"/>
                <a:gd name="connsiteY1095" fmla="*/ 556858 h 991075"/>
                <a:gd name="connsiteX1096" fmla="*/ 891636 w 5091276"/>
                <a:gd name="connsiteY1096" fmla="*/ 440846 h 991075"/>
                <a:gd name="connsiteX1097" fmla="*/ 878378 w 5091276"/>
                <a:gd name="connsiteY1097" fmla="*/ 477307 h 991075"/>
                <a:gd name="connsiteX1098" fmla="*/ 3374296 w 5091276"/>
                <a:gd name="connsiteY1098" fmla="*/ 507139 h 991075"/>
                <a:gd name="connsiteX1099" fmla="*/ 3347779 w 5091276"/>
                <a:gd name="connsiteY1099" fmla="*/ 556858 h 991075"/>
                <a:gd name="connsiteX1100" fmla="*/ 3324577 w 5091276"/>
                <a:gd name="connsiteY1100" fmla="*/ 457419 h 991075"/>
                <a:gd name="connsiteX1101" fmla="*/ 3314633 w 5091276"/>
                <a:gd name="connsiteY1101" fmla="*/ 460734 h 991075"/>
                <a:gd name="connsiteX1102" fmla="*/ 3327892 w 5091276"/>
                <a:gd name="connsiteY1102" fmla="*/ 520397 h 991075"/>
                <a:gd name="connsiteX1103" fmla="*/ 3334521 w 5091276"/>
                <a:gd name="connsiteY1103" fmla="*/ 576746 h 991075"/>
                <a:gd name="connsiteX1104" fmla="*/ 3308004 w 5091276"/>
                <a:gd name="connsiteY1104" fmla="*/ 715961 h 991075"/>
                <a:gd name="connsiteX1105" fmla="*/ 3301374 w 5091276"/>
                <a:gd name="connsiteY1105" fmla="*/ 699388 h 991075"/>
                <a:gd name="connsiteX1106" fmla="*/ 3311318 w 5091276"/>
                <a:gd name="connsiteY1106" fmla="*/ 672871 h 991075"/>
                <a:gd name="connsiteX1107" fmla="*/ 3311318 w 5091276"/>
                <a:gd name="connsiteY1107" fmla="*/ 566802 h 991075"/>
                <a:gd name="connsiteX1108" fmla="*/ 3294745 w 5091276"/>
                <a:gd name="connsiteY1108" fmla="*/ 503824 h 991075"/>
                <a:gd name="connsiteX1109" fmla="*/ 3308004 w 5091276"/>
                <a:gd name="connsiteY1109" fmla="*/ 473993 h 991075"/>
                <a:gd name="connsiteX1110" fmla="*/ 3351094 w 5091276"/>
                <a:gd name="connsiteY1110" fmla="*/ 437532 h 991075"/>
                <a:gd name="connsiteX1111" fmla="*/ 3374296 w 5091276"/>
                <a:gd name="connsiteY1111" fmla="*/ 507139 h 991075"/>
                <a:gd name="connsiteX1112" fmla="*/ 2280467 w 5091276"/>
                <a:gd name="connsiteY1112" fmla="*/ 573432 h 991075"/>
                <a:gd name="connsiteX1113" fmla="*/ 2257265 w 5091276"/>
                <a:gd name="connsiteY1113" fmla="*/ 586690 h 991075"/>
                <a:gd name="connsiteX1114" fmla="*/ 2101477 w 5091276"/>
                <a:gd name="connsiteY1114" fmla="*/ 467363 h 991075"/>
                <a:gd name="connsiteX1115" fmla="*/ 2078275 w 5091276"/>
                <a:gd name="connsiteY1115" fmla="*/ 437532 h 991075"/>
                <a:gd name="connsiteX1116" fmla="*/ 2280467 w 5091276"/>
                <a:gd name="connsiteY1116" fmla="*/ 573432 h 991075"/>
                <a:gd name="connsiteX1117" fmla="*/ 3656040 w 5091276"/>
                <a:gd name="connsiteY1117" fmla="*/ 444161 h 991075"/>
                <a:gd name="connsiteX1118" fmla="*/ 3838345 w 5091276"/>
                <a:gd name="connsiteY1118" fmla="*/ 583376 h 991075"/>
                <a:gd name="connsiteX1119" fmla="*/ 3858233 w 5091276"/>
                <a:gd name="connsiteY1119" fmla="*/ 616522 h 991075"/>
                <a:gd name="connsiteX1120" fmla="*/ 3841660 w 5091276"/>
                <a:gd name="connsiteY1120" fmla="*/ 626466 h 991075"/>
                <a:gd name="connsiteX1121" fmla="*/ 3831716 w 5091276"/>
                <a:gd name="connsiteY1121" fmla="*/ 623151 h 991075"/>
                <a:gd name="connsiteX1122" fmla="*/ 3705760 w 5091276"/>
                <a:gd name="connsiteY1122" fmla="*/ 500510 h 991075"/>
                <a:gd name="connsiteX1123" fmla="*/ 3593062 w 5091276"/>
                <a:gd name="connsiteY1123" fmla="*/ 470678 h 991075"/>
                <a:gd name="connsiteX1124" fmla="*/ 3513511 w 5091276"/>
                <a:gd name="connsiteY1124" fmla="*/ 470678 h 991075"/>
                <a:gd name="connsiteX1125" fmla="*/ 3493623 w 5091276"/>
                <a:gd name="connsiteY1125" fmla="*/ 447476 h 991075"/>
                <a:gd name="connsiteX1126" fmla="*/ 3583118 w 5091276"/>
                <a:gd name="connsiteY1126" fmla="*/ 434217 h 991075"/>
                <a:gd name="connsiteX1127" fmla="*/ 3656040 w 5091276"/>
                <a:gd name="connsiteY1127" fmla="*/ 444161 h 991075"/>
                <a:gd name="connsiteX1128" fmla="*/ 1895970 w 5091276"/>
                <a:gd name="connsiteY1128" fmla="*/ 464049 h 991075"/>
                <a:gd name="connsiteX1129" fmla="*/ 2031870 w 5091276"/>
                <a:gd name="connsiteY1129" fmla="*/ 619836 h 991075"/>
                <a:gd name="connsiteX1130" fmla="*/ 2015297 w 5091276"/>
                <a:gd name="connsiteY1130" fmla="*/ 636410 h 991075"/>
                <a:gd name="connsiteX1131" fmla="*/ 2008668 w 5091276"/>
                <a:gd name="connsiteY1131" fmla="*/ 633095 h 991075"/>
                <a:gd name="connsiteX1132" fmla="*/ 1773329 w 5091276"/>
                <a:gd name="connsiteY1132" fmla="*/ 464049 h 991075"/>
                <a:gd name="connsiteX1133" fmla="*/ 1713665 w 5091276"/>
                <a:gd name="connsiteY1133" fmla="*/ 470678 h 991075"/>
                <a:gd name="connsiteX1134" fmla="*/ 1693777 w 5091276"/>
                <a:gd name="connsiteY1134" fmla="*/ 444161 h 991075"/>
                <a:gd name="connsiteX1135" fmla="*/ 1760070 w 5091276"/>
                <a:gd name="connsiteY1135" fmla="*/ 434217 h 991075"/>
                <a:gd name="connsiteX1136" fmla="*/ 1895970 w 5091276"/>
                <a:gd name="connsiteY1136" fmla="*/ 464049 h 991075"/>
                <a:gd name="connsiteX1137" fmla="*/ 2568841 w 5091276"/>
                <a:gd name="connsiteY1137" fmla="*/ 454105 h 991075"/>
                <a:gd name="connsiteX1138" fmla="*/ 2446199 w 5091276"/>
                <a:gd name="connsiteY1138" fmla="*/ 450790 h 991075"/>
                <a:gd name="connsiteX1139" fmla="*/ 2446199 w 5091276"/>
                <a:gd name="connsiteY1139" fmla="*/ 437532 h 991075"/>
                <a:gd name="connsiteX1140" fmla="*/ 2515807 w 5091276"/>
                <a:gd name="connsiteY1140" fmla="*/ 427588 h 991075"/>
                <a:gd name="connsiteX1141" fmla="*/ 2568841 w 5091276"/>
                <a:gd name="connsiteY1141" fmla="*/ 454105 h 991075"/>
                <a:gd name="connsiteX1142" fmla="*/ 1412034 w 5091276"/>
                <a:gd name="connsiteY1142" fmla="*/ 464049 h 991075"/>
                <a:gd name="connsiteX1143" fmla="*/ 1435236 w 5091276"/>
                <a:gd name="connsiteY1143" fmla="*/ 480622 h 991075"/>
                <a:gd name="connsiteX1144" fmla="*/ 1478326 w 5091276"/>
                <a:gd name="connsiteY1144" fmla="*/ 619836 h 991075"/>
                <a:gd name="connsiteX1145" fmla="*/ 1465068 w 5091276"/>
                <a:gd name="connsiteY1145" fmla="*/ 656297 h 991075"/>
                <a:gd name="connsiteX1146" fmla="*/ 1445180 w 5091276"/>
                <a:gd name="connsiteY1146" fmla="*/ 609893 h 991075"/>
                <a:gd name="connsiteX1147" fmla="*/ 1325853 w 5091276"/>
                <a:gd name="connsiteY1147" fmla="*/ 454105 h 991075"/>
                <a:gd name="connsiteX1148" fmla="*/ 1229729 w 5091276"/>
                <a:gd name="connsiteY1148" fmla="*/ 490566 h 991075"/>
                <a:gd name="connsiteX1149" fmla="*/ 1193268 w 5091276"/>
                <a:gd name="connsiteY1149" fmla="*/ 586690 h 991075"/>
                <a:gd name="connsiteX1150" fmla="*/ 1203212 w 5091276"/>
                <a:gd name="connsiteY1150" fmla="*/ 633095 h 991075"/>
                <a:gd name="connsiteX1151" fmla="*/ 1180009 w 5091276"/>
                <a:gd name="connsiteY1151" fmla="*/ 652983 h 991075"/>
                <a:gd name="connsiteX1152" fmla="*/ 1160122 w 5091276"/>
                <a:gd name="connsiteY1152" fmla="*/ 599949 h 991075"/>
                <a:gd name="connsiteX1153" fmla="*/ 1329168 w 5091276"/>
                <a:gd name="connsiteY1153" fmla="*/ 427588 h 991075"/>
                <a:gd name="connsiteX1154" fmla="*/ 1412034 w 5091276"/>
                <a:gd name="connsiteY1154" fmla="*/ 464049 h 991075"/>
                <a:gd name="connsiteX1155" fmla="*/ 3917896 w 5091276"/>
                <a:gd name="connsiteY1155" fmla="*/ 424273 h 991075"/>
                <a:gd name="connsiteX1156" fmla="*/ 4136662 w 5091276"/>
                <a:gd name="connsiteY1156" fmla="*/ 533656 h 991075"/>
                <a:gd name="connsiteX1157" fmla="*/ 4123403 w 5091276"/>
                <a:gd name="connsiteY1157" fmla="*/ 543600 h 991075"/>
                <a:gd name="connsiteX1158" fmla="*/ 4093572 w 5091276"/>
                <a:gd name="connsiteY1158" fmla="*/ 523712 h 991075"/>
                <a:gd name="connsiteX1159" fmla="*/ 3951042 w 5091276"/>
                <a:gd name="connsiteY1159" fmla="*/ 457419 h 991075"/>
                <a:gd name="connsiteX1160" fmla="*/ 3904638 w 5091276"/>
                <a:gd name="connsiteY1160" fmla="*/ 434217 h 991075"/>
                <a:gd name="connsiteX1161" fmla="*/ 3904638 w 5091276"/>
                <a:gd name="connsiteY1161" fmla="*/ 424273 h 991075"/>
                <a:gd name="connsiteX1162" fmla="*/ 3917896 w 5091276"/>
                <a:gd name="connsiteY1162" fmla="*/ 424273 h 991075"/>
                <a:gd name="connsiteX1163" fmla="*/ 772309 w 5091276"/>
                <a:gd name="connsiteY1163" fmla="*/ 434217 h 991075"/>
                <a:gd name="connsiteX1164" fmla="*/ 768995 w 5091276"/>
                <a:gd name="connsiteY1164" fmla="*/ 444161 h 991075"/>
                <a:gd name="connsiteX1165" fmla="*/ 715961 w 5091276"/>
                <a:gd name="connsiteY1165" fmla="*/ 437532 h 991075"/>
                <a:gd name="connsiteX1166" fmla="*/ 646353 w 5091276"/>
                <a:gd name="connsiteY1166" fmla="*/ 447476 h 991075"/>
                <a:gd name="connsiteX1167" fmla="*/ 636410 w 5091276"/>
                <a:gd name="connsiteY1167" fmla="*/ 444161 h 991075"/>
                <a:gd name="connsiteX1168" fmla="*/ 633095 w 5091276"/>
                <a:gd name="connsiteY1168" fmla="*/ 434217 h 991075"/>
                <a:gd name="connsiteX1169" fmla="*/ 702702 w 5091276"/>
                <a:gd name="connsiteY1169" fmla="*/ 420958 h 991075"/>
                <a:gd name="connsiteX1170" fmla="*/ 772309 w 5091276"/>
                <a:gd name="connsiteY1170" fmla="*/ 434217 h 991075"/>
                <a:gd name="connsiteX1171" fmla="*/ 954614 w 5091276"/>
                <a:gd name="connsiteY1171" fmla="*/ 417644 h 991075"/>
                <a:gd name="connsiteX1172" fmla="*/ 908209 w 5091276"/>
                <a:gd name="connsiteY1172" fmla="*/ 573432 h 991075"/>
                <a:gd name="connsiteX1173" fmla="*/ 918153 w 5091276"/>
                <a:gd name="connsiteY1173" fmla="*/ 659612 h 991075"/>
                <a:gd name="connsiteX1174" fmla="*/ 898266 w 5091276"/>
                <a:gd name="connsiteY1174" fmla="*/ 646354 h 991075"/>
                <a:gd name="connsiteX1175" fmla="*/ 885007 w 5091276"/>
                <a:gd name="connsiteY1175" fmla="*/ 603263 h 991075"/>
                <a:gd name="connsiteX1176" fmla="*/ 885007 w 5091276"/>
                <a:gd name="connsiteY1176" fmla="*/ 520397 h 991075"/>
                <a:gd name="connsiteX1177" fmla="*/ 944670 w 5091276"/>
                <a:gd name="connsiteY1177" fmla="*/ 417644 h 991075"/>
                <a:gd name="connsiteX1178" fmla="*/ 954614 w 5091276"/>
                <a:gd name="connsiteY1178" fmla="*/ 417644 h 991075"/>
                <a:gd name="connsiteX1179" fmla="*/ 490566 w 5091276"/>
                <a:gd name="connsiteY1179" fmla="*/ 566802 h 991075"/>
                <a:gd name="connsiteX1180" fmla="*/ 464049 w 5091276"/>
                <a:gd name="connsiteY1180" fmla="*/ 570117 h 991075"/>
                <a:gd name="connsiteX1181" fmla="*/ 424273 w 5091276"/>
                <a:gd name="connsiteY1181" fmla="*/ 527027 h 991075"/>
                <a:gd name="connsiteX1182" fmla="*/ 255227 w 5091276"/>
                <a:gd name="connsiteY1182" fmla="*/ 444161 h 991075"/>
                <a:gd name="connsiteX1183" fmla="*/ 182305 w 5091276"/>
                <a:gd name="connsiteY1183" fmla="*/ 424273 h 991075"/>
                <a:gd name="connsiteX1184" fmla="*/ 198878 w 5091276"/>
                <a:gd name="connsiteY1184" fmla="*/ 414329 h 991075"/>
                <a:gd name="connsiteX1185" fmla="*/ 490566 w 5091276"/>
                <a:gd name="connsiteY1185" fmla="*/ 566802 h 991075"/>
                <a:gd name="connsiteX1186" fmla="*/ 2717999 w 5091276"/>
                <a:gd name="connsiteY1186" fmla="*/ 583376 h 991075"/>
                <a:gd name="connsiteX1187" fmla="*/ 2727943 w 5091276"/>
                <a:gd name="connsiteY1187" fmla="*/ 659612 h 991075"/>
                <a:gd name="connsiteX1188" fmla="*/ 2691482 w 5091276"/>
                <a:gd name="connsiteY1188" fmla="*/ 596634 h 991075"/>
                <a:gd name="connsiteX1189" fmla="*/ 2691482 w 5091276"/>
                <a:gd name="connsiteY1189" fmla="*/ 530341 h 991075"/>
                <a:gd name="connsiteX1190" fmla="*/ 2761089 w 5091276"/>
                <a:gd name="connsiteY1190" fmla="*/ 411015 h 991075"/>
                <a:gd name="connsiteX1191" fmla="*/ 2717999 w 5091276"/>
                <a:gd name="connsiteY1191" fmla="*/ 583376 h 991075"/>
                <a:gd name="connsiteX1192" fmla="*/ 1305965 w 5091276"/>
                <a:gd name="connsiteY1192" fmla="*/ 411015 h 991075"/>
                <a:gd name="connsiteX1193" fmla="*/ 1249617 w 5091276"/>
                <a:gd name="connsiteY1193" fmla="*/ 434217 h 991075"/>
                <a:gd name="connsiteX1194" fmla="*/ 1146863 w 5091276"/>
                <a:gd name="connsiteY1194" fmla="*/ 606578 h 991075"/>
                <a:gd name="connsiteX1195" fmla="*/ 1160122 w 5091276"/>
                <a:gd name="connsiteY1195" fmla="*/ 656297 h 991075"/>
                <a:gd name="connsiteX1196" fmla="*/ 1146863 w 5091276"/>
                <a:gd name="connsiteY1196" fmla="*/ 689444 h 991075"/>
                <a:gd name="connsiteX1197" fmla="*/ 1170065 w 5091276"/>
                <a:gd name="connsiteY1197" fmla="*/ 735849 h 991075"/>
                <a:gd name="connsiteX1198" fmla="*/ 1189953 w 5091276"/>
                <a:gd name="connsiteY1198" fmla="*/ 745793 h 991075"/>
                <a:gd name="connsiteX1199" fmla="*/ 1226414 w 5091276"/>
                <a:gd name="connsiteY1199" fmla="*/ 749107 h 991075"/>
                <a:gd name="connsiteX1200" fmla="*/ 1282763 w 5091276"/>
                <a:gd name="connsiteY1200" fmla="*/ 765680 h 991075"/>
                <a:gd name="connsiteX1201" fmla="*/ 1292707 w 5091276"/>
                <a:gd name="connsiteY1201" fmla="*/ 795512 h 991075"/>
                <a:gd name="connsiteX1202" fmla="*/ 1279448 w 5091276"/>
                <a:gd name="connsiteY1202" fmla="*/ 795512 h 991075"/>
                <a:gd name="connsiteX1203" fmla="*/ 1123661 w 5091276"/>
                <a:gd name="connsiteY1203" fmla="*/ 672871 h 991075"/>
                <a:gd name="connsiteX1204" fmla="*/ 1117031 w 5091276"/>
                <a:gd name="connsiteY1204" fmla="*/ 649668 h 991075"/>
                <a:gd name="connsiteX1205" fmla="*/ 1117031 w 5091276"/>
                <a:gd name="connsiteY1205" fmla="*/ 583376 h 991075"/>
                <a:gd name="connsiteX1206" fmla="*/ 1246302 w 5091276"/>
                <a:gd name="connsiteY1206" fmla="*/ 414329 h 991075"/>
                <a:gd name="connsiteX1207" fmla="*/ 1286078 w 5091276"/>
                <a:gd name="connsiteY1207" fmla="*/ 404385 h 991075"/>
                <a:gd name="connsiteX1208" fmla="*/ 1305965 w 5091276"/>
                <a:gd name="connsiteY1208" fmla="*/ 411015 h 991075"/>
                <a:gd name="connsiteX1209" fmla="*/ 3864862 w 5091276"/>
                <a:gd name="connsiteY1209" fmla="*/ 560173 h 991075"/>
                <a:gd name="connsiteX1210" fmla="*/ 3891379 w 5091276"/>
                <a:gd name="connsiteY1210" fmla="*/ 606578 h 991075"/>
                <a:gd name="connsiteX1211" fmla="*/ 3888064 w 5091276"/>
                <a:gd name="connsiteY1211" fmla="*/ 616522 h 991075"/>
                <a:gd name="connsiteX1212" fmla="*/ 3878120 w 5091276"/>
                <a:gd name="connsiteY1212" fmla="*/ 619836 h 991075"/>
                <a:gd name="connsiteX1213" fmla="*/ 3871491 w 5091276"/>
                <a:gd name="connsiteY1213" fmla="*/ 616522 h 991075"/>
                <a:gd name="connsiteX1214" fmla="*/ 3596377 w 5091276"/>
                <a:gd name="connsiteY1214" fmla="*/ 420958 h 991075"/>
                <a:gd name="connsiteX1215" fmla="*/ 3506882 w 5091276"/>
                <a:gd name="connsiteY1215" fmla="*/ 427588 h 991075"/>
                <a:gd name="connsiteX1216" fmla="*/ 3593062 w 5091276"/>
                <a:gd name="connsiteY1216" fmla="*/ 401071 h 991075"/>
                <a:gd name="connsiteX1217" fmla="*/ 3864862 w 5091276"/>
                <a:gd name="connsiteY1217" fmla="*/ 560173 h 991075"/>
                <a:gd name="connsiteX1218" fmla="*/ 3132328 w 5091276"/>
                <a:gd name="connsiteY1218" fmla="*/ 427588 h 991075"/>
                <a:gd name="connsiteX1219" fmla="*/ 3175418 w 5091276"/>
                <a:gd name="connsiteY1219" fmla="*/ 417644 h 991075"/>
                <a:gd name="connsiteX1220" fmla="*/ 3254969 w 5091276"/>
                <a:gd name="connsiteY1220" fmla="*/ 464049 h 991075"/>
                <a:gd name="connsiteX1221" fmla="*/ 3258284 w 5091276"/>
                <a:gd name="connsiteY1221" fmla="*/ 480622 h 991075"/>
                <a:gd name="connsiteX1222" fmla="*/ 3274857 w 5091276"/>
                <a:gd name="connsiteY1222" fmla="*/ 500510 h 991075"/>
                <a:gd name="connsiteX1223" fmla="*/ 3298060 w 5091276"/>
                <a:gd name="connsiteY1223" fmla="*/ 616522 h 991075"/>
                <a:gd name="connsiteX1224" fmla="*/ 3294745 w 5091276"/>
                <a:gd name="connsiteY1224" fmla="*/ 662927 h 991075"/>
                <a:gd name="connsiteX1225" fmla="*/ 3288116 w 5091276"/>
                <a:gd name="connsiteY1225" fmla="*/ 682814 h 991075"/>
                <a:gd name="connsiteX1226" fmla="*/ 3274857 w 5091276"/>
                <a:gd name="connsiteY1226" fmla="*/ 639724 h 991075"/>
                <a:gd name="connsiteX1227" fmla="*/ 3281487 w 5091276"/>
                <a:gd name="connsiteY1227" fmla="*/ 599949 h 991075"/>
                <a:gd name="connsiteX1228" fmla="*/ 3112440 w 5091276"/>
                <a:gd name="connsiteY1228" fmla="*/ 434217 h 991075"/>
                <a:gd name="connsiteX1229" fmla="*/ 2956653 w 5091276"/>
                <a:gd name="connsiteY1229" fmla="*/ 586690 h 991075"/>
                <a:gd name="connsiteX1230" fmla="*/ 2966597 w 5091276"/>
                <a:gd name="connsiteY1230" fmla="*/ 646354 h 991075"/>
                <a:gd name="connsiteX1231" fmla="*/ 2950023 w 5091276"/>
                <a:gd name="connsiteY1231" fmla="*/ 689444 h 991075"/>
                <a:gd name="connsiteX1232" fmla="*/ 2913562 w 5091276"/>
                <a:gd name="connsiteY1232" fmla="*/ 603263 h 991075"/>
                <a:gd name="connsiteX1233" fmla="*/ 2923506 w 5091276"/>
                <a:gd name="connsiteY1233" fmla="*/ 533656 h 991075"/>
                <a:gd name="connsiteX1234" fmla="*/ 3082609 w 5091276"/>
                <a:gd name="connsiteY1234" fmla="*/ 401071 h 991075"/>
                <a:gd name="connsiteX1235" fmla="*/ 3132328 w 5091276"/>
                <a:gd name="connsiteY1235" fmla="*/ 427588 h 991075"/>
                <a:gd name="connsiteX1236" fmla="*/ 2326872 w 5091276"/>
                <a:gd name="connsiteY1236" fmla="*/ 550229 h 991075"/>
                <a:gd name="connsiteX1237" fmla="*/ 2297041 w 5091276"/>
                <a:gd name="connsiteY1237" fmla="*/ 566802 h 991075"/>
                <a:gd name="connsiteX1238" fmla="*/ 2244007 w 5091276"/>
                <a:gd name="connsiteY1238" fmla="*/ 510454 h 991075"/>
                <a:gd name="connsiteX1239" fmla="*/ 2091533 w 5091276"/>
                <a:gd name="connsiteY1239" fmla="*/ 424273 h 991075"/>
                <a:gd name="connsiteX1240" fmla="*/ 2048443 w 5091276"/>
                <a:gd name="connsiteY1240" fmla="*/ 404385 h 991075"/>
                <a:gd name="connsiteX1241" fmla="*/ 2051758 w 5091276"/>
                <a:gd name="connsiteY1241" fmla="*/ 397756 h 991075"/>
                <a:gd name="connsiteX1242" fmla="*/ 2326872 w 5091276"/>
                <a:gd name="connsiteY1242" fmla="*/ 550229 h 991075"/>
                <a:gd name="connsiteX1243" fmla="*/ 2532380 w 5091276"/>
                <a:gd name="connsiteY1243" fmla="*/ 407700 h 991075"/>
                <a:gd name="connsiteX1244" fmla="*/ 2545638 w 5091276"/>
                <a:gd name="connsiteY1244" fmla="*/ 401071 h 991075"/>
                <a:gd name="connsiteX1245" fmla="*/ 2585414 w 5091276"/>
                <a:gd name="connsiteY1245" fmla="*/ 420958 h 991075"/>
                <a:gd name="connsiteX1246" fmla="*/ 2582099 w 5091276"/>
                <a:gd name="connsiteY1246" fmla="*/ 430902 h 991075"/>
                <a:gd name="connsiteX1247" fmla="*/ 2512492 w 5091276"/>
                <a:gd name="connsiteY1247" fmla="*/ 414329 h 991075"/>
                <a:gd name="connsiteX1248" fmla="*/ 2442885 w 5091276"/>
                <a:gd name="connsiteY1248" fmla="*/ 424273 h 991075"/>
                <a:gd name="connsiteX1249" fmla="*/ 2426311 w 5091276"/>
                <a:gd name="connsiteY1249" fmla="*/ 434217 h 991075"/>
                <a:gd name="connsiteX1250" fmla="*/ 2406424 w 5091276"/>
                <a:gd name="connsiteY1250" fmla="*/ 417644 h 991075"/>
                <a:gd name="connsiteX1251" fmla="*/ 2485975 w 5091276"/>
                <a:gd name="connsiteY1251" fmla="*/ 394441 h 991075"/>
                <a:gd name="connsiteX1252" fmla="*/ 2532380 w 5091276"/>
                <a:gd name="connsiteY1252" fmla="*/ 407700 h 991075"/>
                <a:gd name="connsiteX1253" fmla="*/ 2068331 w 5091276"/>
                <a:gd name="connsiteY1253" fmla="*/ 613207 h 991075"/>
                <a:gd name="connsiteX1254" fmla="*/ 2065016 w 5091276"/>
                <a:gd name="connsiteY1254" fmla="*/ 623151 h 991075"/>
                <a:gd name="connsiteX1255" fmla="*/ 2051758 w 5091276"/>
                <a:gd name="connsiteY1255" fmla="*/ 626466 h 991075"/>
                <a:gd name="connsiteX1256" fmla="*/ 1786587 w 5091276"/>
                <a:gd name="connsiteY1256" fmla="*/ 417644 h 991075"/>
                <a:gd name="connsiteX1257" fmla="*/ 1716980 w 5091276"/>
                <a:gd name="connsiteY1257" fmla="*/ 417644 h 991075"/>
                <a:gd name="connsiteX1258" fmla="*/ 1716980 w 5091276"/>
                <a:gd name="connsiteY1258" fmla="*/ 404385 h 991075"/>
                <a:gd name="connsiteX1259" fmla="*/ 1760070 w 5091276"/>
                <a:gd name="connsiteY1259" fmla="*/ 394441 h 991075"/>
                <a:gd name="connsiteX1260" fmla="*/ 2068331 w 5091276"/>
                <a:gd name="connsiteY1260" fmla="*/ 613207 h 991075"/>
                <a:gd name="connsiteX1261" fmla="*/ 1478326 w 5091276"/>
                <a:gd name="connsiteY1261" fmla="*/ 507139 h 991075"/>
                <a:gd name="connsiteX1262" fmla="*/ 1494899 w 5091276"/>
                <a:gd name="connsiteY1262" fmla="*/ 563488 h 991075"/>
                <a:gd name="connsiteX1263" fmla="*/ 1504843 w 5091276"/>
                <a:gd name="connsiteY1263" fmla="*/ 613207 h 991075"/>
                <a:gd name="connsiteX1264" fmla="*/ 1491585 w 5091276"/>
                <a:gd name="connsiteY1264" fmla="*/ 689444 h 991075"/>
                <a:gd name="connsiteX1265" fmla="*/ 1471697 w 5091276"/>
                <a:gd name="connsiteY1265" fmla="*/ 679500 h 991075"/>
                <a:gd name="connsiteX1266" fmla="*/ 1491585 w 5091276"/>
                <a:gd name="connsiteY1266" fmla="*/ 609893 h 991075"/>
                <a:gd name="connsiteX1267" fmla="*/ 1468382 w 5091276"/>
                <a:gd name="connsiteY1267" fmla="*/ 513768 h 991075"/>
                <a:gd name="connsiteX1268" fmla="*/ 1408719 w 5091276"/>
                <a:gd name="connsiteY1268" fmla="*/ 437532 h 991075"/>
                <a:gd name="connsiteX1269" fmla="*/ 1365629 w 5091276"/>
                <a:gd name="connsiteY1269" fmla="*/ 414329 h 991075"/>
                <a:gd name="connsiteX1270" fmla="*/ 1365629 w 5091276"/>
                <a:gd name="connsiteY1270" fmla="*/ 411015 h 991075"/>
                <a:gd name="connsiteX1271" fmla="*/ 1375573 w 5091276"/>
                <a:gd name="connsiteY1271" fmla="*/ 394441 h 991075"/>
                <a:gd name="connsiteX1272" fmla="*/ 1478326 w 5091276"/>
                <a:gd name="connsiteY1272" fmla="*/ 507139 h 991075"/>
                <a:gd name="connsiteX1273" fmla="*/ 3904638 w 5091276"/>
                <a:gd name="connsiteY1273" fmla="*/ 384497 h 991075"/>
                <a:gd name="connsiteX1274" fmla="*/ 4183067 w 5091276"/>
                <a:gd name="connsiteY1274" fmla="*/ 533656 h 991075"/>
                <a:gd name="connsiteX1275" fmla="*/ 4159865 w 5091276"/>
                <a:gd name="connsiteY1275" fmla="*/ 536971 h 991075"/>
                <a:gd name="connsiteX1276" fmla="*/ 4126718 w 5091276"/>
                <a:gd name="connsiteY1276" fmla="*/ 503824 h 991075"/>
                <a:gd name="connsiteX1277" fmla="*/ 3934469 w 5091276"/>
                <a:gd name="connsiteY1277" fmla="*/ 411015 h 991075"/>
                <a:gd name="connsiteX1278" fmla="*/ 3858233 w 5091276"/>
                <a:gd name="connsiteY1278" fmla="*/ 384497 h 991075"/>
                <a:gd name="connsiteX1279" fmla="*/ 3904638 w 5091276"/>
                <a:gd name="connsiteY1279" fmla="*/ 384497 h 991075"/>
                <a:gd name="connsiteX1280" fmla="*/ 699388 w 5091276"/>
                <a:gd name="connsiteY1280" fmla="*/ 384497 h 991075"/>
                <a:gd name="connsiteX1281" fmla="*/ 722590 w 5091276"/>
                <a:gd name="connsiteY1281" fmla="*/ 404385 h 991075"/>
                <a:gd name="connsiteX1282" fmla="*/ 759051 w 5091276"/>
                <a:gd name="connsiteY1282" fmla="*/ 387812 h 991075"/>
                <a:gd name="connsiteX1283" fmla="*/ 775624 w 5091276"/>
                <a:gd name="connsiteY1283" fmla="*/ 401071 h 991075"/>
                <a:gd name="connsiteX1284" fmla="*/ 775624 w 5091276"/>
                <a:gd name="connsiteY1284" fmla="*/ 407700 h 991075"/>
                <a:gd name="connsiteX1285" fmla="*/ 759051 w 5091276"/>
                <a:gd name="connsiteY1285" fmla="*/ 411015 h 991075"/>
                <a:gd name="connsiteX1286" fmla="*/ 735849 w 5091276"/>
                <a:gd name="connsiteY1286" fmla="*/ 407700 h 991075"/>
                <a:gd name="connsiteX1287" fmla="*/ 719275 w 5091276"/>
                <a:gd name="connsiteY1287" fmla="*/ 407700 h 991075"/>
                <a:gd name="connsiteX1288" fmla="*/ 656297 w 5091276"/>
                <a:gd name="connsiteY1288" fmla="*/ 411015 h 991075"/>
                <a:gd name="connsiteX1289" fmla="*/ 616522 w 5091276"/>
                <a:gd name="connsiteY1289" fmla="*/ 424273 h 991075"/>
                <a:gd name="connsiteX1290" fmla="*/ 586690 w 5091276"/>
                <a:gd name="connsiteY1290" fmla="*/ 397756 h 991075"/>
                <a:gd name="connsiteX1291" fmla="*/ 659612 w 5091276"/>
                <a:gd name="connsiteY1291" fmla="*/ 381183 h 991075"/>
                <a:gd name="connsiteX1292" fmla="*/ 699388 w 5091276"/>
                <a:gd name="connsiteY1292" fmla="*/ 384497 h 991075"/>
                <a:gd name="connsiteX1293" fmla="*/ 550229 w 5091276"/>
                <a:gd name="connsiteY1293" fmla="*/ 546915 h 991075"/>
                <a:gd name="connsiteX1294" fmla="*/ 517083 w 5091276"/>
                <a:gd name="connsiteY1294" fmla="*/ 556858 h 991075"/>
                <a:gd name="connsiteX1295" fmla="*/ 205507 w 5091276"/>
                <a:gd name="connsiteY1295" fmla="*/ 401071 h 991075"/>
                <a:gd name="connsiteX1296" fmla="*/ 165732 w 5091276"/>
                <a:gd name="connsiteY1296" fmla="*/ 407700 h 991075"/>
                <a:gd name="connsiteX1297" fmla="*/ 152473 w 5091276"/>
                <a:gd name="connsiteY1297" fmla="*/ 387812 h 991075"/>
                <a:gd name="connsiteX1298" fmla="*/ 222080 w 5091276"/>
                <a:gd name="connsiteY1298" fmla="*/ 381183 h 991075"/>
                <a:gd name="connsiteX1299" fmla="*/ 550229 w 5091276"/>
                <a:gd name="connsiteY1299" fmla="*/ 546915 h 991075"/>
                <a:gd name="connsiteX1300" fmla="*/ 3284801 w 5091276"/>
                <a:gd name="connsiteY1300" fmla="*/ 407700 h 991075"/>
                <a:gd name="connsiteX1301" fmla="*/ 3251655 w 5091276"/>
                <a:gd name="connsiteY1301" fmla="*/ 437532 h 991075"/>
                <a:gd name="connsiteX1302" fmla="*/ 3211879 w 5091276"/>
                <a:gd name="connsiteY1302" fmla="*/ 414329 h 991075"/>
                <a:gd name="connsiteX1303" fmla="*/ 3155531 w 5091276"/>
                <a:gd name="connsiteY1303" fmla="*/ 397756 h 991075"/>
                <a:gd name="connsiteX1304" fmla="*/ 3155531 w 5091276"/>
                <a:gd name="connsiteY1304" fmla="*/ 387812 h 991075"/>
                <a:gd name="connsiteX1305" fmla="*/ 3178733 w 5091276"/>
                <a:gd name="connsiteY1305" fmla="*/ 374554 h 991075"/>
                <a:gd name="connsiteX1306" fmla="*/ 3284801 w 5091276"/>
                <a:gd name="connsiteY1306" fmla="*/ 407700 h 991075"/>
                <a:gd name="connsiteX1307" fmla="*/ 3089238 w 5091276"/>
                <a:gd name="connsiteY1307" fmla="*/ 374554 h 991075"/>
                <a:gd name="connsiteX1308" fmla="*/ 3089238 w 5091276"/>
                <a:gd name="connsiteY1308" fmla="*/ 384497 h 991075"/>
                <a:gd name="connsiteX1309" fmla="*/ 2896989 w 5091276"/>
                <a:gd name="connsiteY1309" fmla="*/ 606578 h 991075"/>
                <a:gd name="connsiteX1310" fmla="*/ 2936765 w 5091276"/>
                <a:gd name="connsiteY1310" fmla="*/ 706017 h 991075"/>
                <a:gd name="connsiteX1311" fmla="*/ 3069350 w 5091276"/>
                <a:gd name="connsiteY1311" fmla="*/ 778939 h 991075"/>
                <a:gd name="connsiteX1312" fmla="*/ 3102496 w 5091276"/>
                <a:gd name="connsiteY1312" fmla="*/ 798827 h 991075"/>
                <a:gd name="connsiteX1313" fmla="*/ 3102496 w 5091276"/>
                <a:gd name="connsiteY1313" fmla="*/ 812085 h 991075"/>
                <a:gd name="connsiteX1314" fmla="*/ 3082609 w 5091276"/>
                <a:gd name="connsiteY1314" fmla="*/ 815400 h 991075"/>
                <a:gd name="connsiteX1315" fmla="*/ 2903619 w 5091276"/>
                <a:gd name="connsiteY1315" fmla="*/ 692758 h 991075"/>
                <a:gd name="connsiteX1316" fmla="*/ 2893675 w 5091276"/>
                <a:gd name="connsiteY1316" fmla="*/ 669556 h 991075"/>
                <a:gd name="connsiteX1317" fmla="*/ 2877102 w 5091276"/>
                <a:gd name="connsiteY1317" fmla="*/ 580061 h 991075"/>
                <a:gd name="connsiteX1318" fmla="*/ 3059406 w 5091276"/>
                <a:gd name="connsiteY1318" fmla="*/ 371239 h 991075"/>
                <a:gd name="connsiteX1319" fmla="*/ 3089238 w 5091276"/>
                <a:gd name="connsiteY1319" fmla="*/ 374554 h 991075"/>
                <a:gd name="connsiteX1320" fmla="*/ 974502 w 5091276"/>
                <a:gd name="connsiteY1320" fmla="*/ 460734 h 991075"/>
                <a:gd name="connsiteX1321" fmla="*/ 951300 w 5091276"/>
                <a:gd name="connsiteY1321" fmla="*/ 573432 h 991075"/>
                <a:gd name="connsiteX1322" fmla="*/ 987761 w 5091276"/>
                <a:gd name="connsiteY1322" fmla="*/ 732534 h 991075"/>
                <a:gd name="connsiteX1323" fmla="*/ 924783 w 5091276"/>
                <a:gd name="connsiteY1323" fmla="*/ 570117 h 991075"/>
                <a:gd name="connsiteX1324" fmla="*/ 1020907 w 5091276"/>
                <a:gd name="connsiteY1324" fmla="*/ 367924 h 991075"/>
                <a:gd name="connsiteX1325" fmla="*/ 974502 w 5091276"/>
                <a:gd name="connsiteY1325" fmla="*/ 460734 h 991075"/>
                <a:gd name="connsiteX1326" fmla="*/ 3709074 w 5091276"/>
                <a:gd name="connsiteY1326" fmla="*/ 384497 h 991075"/>
                <a:gd name="connsiteX1327" fmla="*/ 3917896 w 5091276"/>
                <a:gd name="connsiteY1327" fmla="*/ 596634 h 991075"/>
                <a:gd name="connsiteX1328" fmla="*/ 3911267 w 5091276"/>
                <a:gd name="connsiteY1328" fmla="*/ 609893 h 991075"/>
                <a:gd name="connsiteX1329" fmla="*/ 3593062 w 5091276"/>
                <a:gd name="connsiteY1329" fmla="*/ 387812 h 991075"/>
                <a:gd name="connsiteX1330" fmla="*/ 3523455 w 5091276"/>
                <a:gd name="connsiteY1330" fmla="*/ 394441 h 991075"/>
                <a:gd name="connsiteX1331" fmla="*/ 3503567 w 5091276"/>
                <a:gd name="connsiteY1331" fmla="*/ 381183 h 991075"/>
                <a:gd name="connsiteX1332" fmla="*/ 3593062 w 5091276"/>
                <a:gd name="connsiteY1332" fmla="*/ 357980 h 991075"/>
                <a:gd name="connsiteX1333" fmla="*/ 3709074 w 5091276"/>
                <a:gd name="connsiteY1333" fmla="*/ 384497 h 991075"/>
                <a:gd name="connsiteX1334" fmla="*/ 3248340 w 5091276"/>
                <a:gd name="connsiteY1334" fmla="*/ 377868 h 991075"/>
                <a:gd name="connsiteX1335" fmla="*/ 3185362 w 5091276"/>
                <a:gd name="connsiteY1335" fmla="*/ 361295 h 991075"/>
                <a:gd name="connsiteX1336" fmla="*/ 3208565 w 5091276"/>
                <a:gd name="connsiteY1336" fmla="*/ 357980 h 991075"/>
                <a:gd name="connsiteX1337" fmla="*/ 3248340 w 5091276"/>
                <a:gd name="connsiteY1337" fmla="*/ 377868 h 991075"/>
                <a:gd name="connsiteX1338" fmla="*/ 2499233 w 5091276"/>
                <a:gd name="connsiteY1338" fmla="*/ 364610 h 991075"/>
                <a:gd name="connsiteX1339" fmla="*/ 2499233 w 5091276"/>
                <a:gd name="connsiteY1339" fmla="*/ 377868 h 991075"/>
                <a:gd name="connsiteX1340" fmla="*/ 2393165 w 5091276"/>
                <a:gd name="connsiteY1340" fmla="*/ 401071 h 991075"/>
                <a:gd name="connsiteX1341" fmla="*/ 2376592 w 5091276"/>
                <a:gd name="connsiteY1341" fmla="*/ 387812 h 991075"/>
                <a:gd name="connsiteX1342" fmla="*/ 2389850 w 5091276"/>
                <a:gd name="connsiteY1342" fmla="*/ 374554 h 991075"/>
                <a:gd name="connsiteX1343" fmla="*/ 2479346 w 5091276"/>
                <a:gd name="connsiteY1343" fmla="*/ 357980 h 991075"/>
                <a:gd name="connsiteX1344" fmla="*/ 2499233 w 5091276"/>
                <a:gd name="connsiteY1344" fmla="*/ 364610 h 991075"/>
                <a:gd name="connsiteX1345" fmla="*/ 2369963 w 5091276"/>
                <a:gd name="connsiteY1345" fmla="*/ 543600 h 991075"/>
                <a:gd name="connsiteX1346" fmla="*/ 2346760 w 5091276"/>
                <a:gd name="connsiteY1346" fmla="*/ 550229 h 991075"/>
                <a:gd name="connsiteX1347" fmla="*/ 2224119 w 5091276"/>
                <a:gd name="connsiteY1347" fmla="*/ 460734 h 991075"/>
                <a:gd name="connsiteX1348" fmla="*/ 2101477 w 5091276"/>
                <a:gd name="connsiteY1348" fmla="*/ 397756 h 991075"/>
                <a:gd name="connsiteX1349" fmla="*/ 2008668 w 5091276"/>
                <a:gd name="connsiteY1349" fmla="*/ 364610 h 991075"/>
                <a:gd name="connsiteX1350" fmla="*/ 2028555 w 5091276"/>
                <a:gd name="connsiteY1350" fmla="*/ 357980 h 991075"/>
                <a:gd name="connsiteX1351" fmla="*/ 2369963 w 5091276"/>
                <a:gd name="connsiteY1351" fmla="*/ 543600 h 991075"/>
                <a:gd name="connsiteX1352" fmla="*/ 1292707 w 5091276"/>
                <a:gd name="connsiteY1352" fmla="*/ 384497 h 991075"/>
                <a:gd name="connsiteX1353" fmla="*/ 1282763 w 5091276"/>
                <a:gd name="connsiteY1353" fmla="*/ 391127 h 991075"/>
                <a:gd name="connsiteX1354" fmla="*/ 1100458 w 5091276"/>
                <a:gd name="connsiteY1354" fmla="*/ 616522 h 991075"/>
                <a:gd name="connsiteX1355" fmla="*/ 1292707 w 5091276"/>
                <a:gd name="connsiteY1355" fmla="*/ 808771 h 991075"/>
                <a:gd name="connsiteX1356" fmla="*/ 1385517 w 5091276"/>
                <a:gd name="connsiteY1356" fmla="*/ 765680 h 991075"/>
                <a:gd name="connsiteX1357" fmla="*/ 1418663 w 5091276"/>
                <a:gd name="connsiteY1357" fmla="*/ 778939 h 991075"/>
                <a:gd name="connsiteX1358" fmla="*/ 1286078 w 5091276"/>
                <a:gd name="connsiteY1358" fmla="*/ 825344 h 991075"/>
                <a:gd name="connsiteX1359" fmla="*/ 1070626 w 5091276"/>
                <a:gd name="connsiteY1359" fmla="*/ 679500 h 991075"/>
                <a:gd name="connsiteX1360" fmla="*/ 1050739 w 5091276"/>
                <a:gd name="connsiteY1360" fmla="*/ 590005 h 991075"/>
                <a:gd name="connsiteX1361" fmla="*/ 1249617 w 5091276"/>
                <a:gd name="connsiteY1361" fmla="*/ 367924 h 991075"/>
                <a:gd name="connsiteX1362" fmla="*/ 1289392 w 5091276"/>
                <a:gd name="connsiteY1362" fmla="*/ 357980 h 991075"/>
                <a:gd name="connsiteX1363" fmla="*/ 1292707 w 5091276"/>
                <a:gd name="connsiteY1363" fmla="*/ 384497 h 991075"/>
                <a:gd name="connsiteX1364" fmla="*/ 1842936 w 5091276"/>
                <a:gd name="connsiteY1364" fmla="*/ 371239 h 991075"/>
                <a:gd name="connsiteX1365" fmla="*/ 1978836 w 5091276"/>
                <a:gd name="connsiteY1365" fmla="*/ 440846 h 991075"/>
                <a:gd name="connsiteX1366" fmla="*/ 2091533 w 5091276"/>
                <a:gd name="connsiteY1366" fmla="*/ 599949 h 991075"/>
                <a:gd name="connsiteX1367" fmla="*/ 2088219 w 5091276"/>
                <a:gd name="connsiteY1367" fmla="*/ 613207 h 991075"/>
                <a:gd name="connsiteX1368" fmla="*/ 1912543 w 5091276"/>
                <a:gd name="connsiteY1368" fmla="*/ 420958 h 991075"/>
                <a:gd name="connsiteX1369" fmla="*/ 1852880 w 5091276"/>
                <a:gd name="connsiteY1369" fmla="*/ 391127 h 991075"/>
                <a:gd name="connsiteX1370" fmla="*/ 1746812 w 5091276"/>
                <a:gd name="connsiteY1370" fmla="*/ 381183 h 991075"/>
                <a:gd name="connsiteX1371" fmla="*/ 1713665 w 5091276"/>
                <a:gd name="connsiteY1371" fmla="*/ 387812 h 991075"/>
                <a:gd name="connsiteX1372" fmla="*/ 1693777 w 5091276"/>
                <a:gd name="connsiteY1372" fmla="*/ 377868 h 991075"/>
                <a:gd name="connsiteX1373" fmla="*/ 1760070 w 5091276"/>
                <a:gd name="connsiteY1373" fmla="*/ 354666 h 991075"/>
                <a:gd name="connsiteX1374" fmla="*/ 1842936 w 5091276"/>
                <a:gd name="connsiteY1374" fmla="*/ 371239 h 991075"/>
                <a:gd name="connsiteX1375" fmla="*/ 1458438 w 5091276"/>
                <a:gd name="connsiteY1375" fmla="*/ 384497 h 991075"/>
                <a:gd name="connsiteX1376" fmla="*/ 1458438 w 5091276"/>
                <a:gd name="connsiteY1376" fmla="*/ 401071 h 991075"/>
                <a:gd name="connsiteX1377" fmla="*/ 1478326 w 5091276"/>
                <a:gd name="connsiteY1377" fmla="*/ 404385 h 991075"/>
                <a:gd name="connsiteX1378" fmla="*/ 1455124 w 5091276"/>
                <a:gd name="connsiteY1378" fmla="*/ 437532 h 991075"/>
                <a:gd name="connsiteX1379" fmla="*/ 1421978 w 5091276"/>
                <a:gd name="connsiteY1379" fmla="*/ 404385 h 991075"/>
                <a:gd name="connsiteX1380" fmla="*/ 1368943 w 5091276"/>
                <a:gd name="connsiteY1380" fmla="*/ 377868 h 991075"/>
                <a:gd name="connsiteX1381" fmla="*/ 1359000 w 5091276"/>
                <a:gd name="connsiteY1381" fmla="*/ 371239 h 991075"/>
                <a:gd name="connsiteX1382" fmla="*/ 1405404 w 5091276"/>
                <a:gd name="connsiteY1382" fmla="*/ 351351 h 991075"/>
                <a:gd name="connsiteX1383" fmla="*/ 1458438 w 5091276"/>
                <a:gd name="connsiteY1383" fmla="*/ 384497 h 991075"/>
                <a:gd name="connsiteX1384" fmla="*/ 4239416 w 5091276"/>
                <a:gd name="connsiteY1384" fmla="*/ 513768 h 991075"/>
                <a:gd name="connsiteX1385" fmla="*/ 4209584 w 5091276"/>
                <a:gd name="connsiteY1385" fmla="*/ 523712 h 991075"/>
                <a:gd name="connsiteX1386" fmla="*/ 4070369 w 5091276"/>
                <a:gd name="connsiteY1386" fmla="*/ 427588 h 991075"/>
                <a:gd name="connsiteX1387" fmla="*/ 3881435 w 5091276"/>
                <a:gd name="connsiteY1387" fmla="*/ 367924 h 991075"/>
                <a:gd name="connsiteX1388" fmla="*/ 3841660 w 5091276"/>
                <a:gd name="connsiteY1388" fmla="*/ 374554 h 991075"/>
                <a:gd name="connsiteX1389" fmla="*/ 3825086 w 5091276"/>
                <a:gd name="connsiteY1389" fmla="*/ 357980 h 991075"/>
                <a:gd name="connsiteX1390" fmla="*/ 3894694 w 5091276"/>
                <a:gd name="connsiteY1390" fmla="*/ 348037 h 991075"/>
                <a:gd name="connsiteX1391" fmla="*/ 4239416 w 5091276"/>
                <a:gd name="connsiteY1391" fmla="*/ 513768 h 991075"/>
                <a:gd name="connsiteX1392" fmla="*/ 2708055 w 5091276"/>
                <a:gd name="connsiteY1392" fmla="*/ 377868 h 991075"/>
                <a:gd name="connsiteX1393" fmla="*/ 2701426 w 5091276"/>
                <a:gd name="connsiteY1393" fmla="*/ 384497 h 991075"/>
                <a:gd name="connsiteX1394" fmla="*/ 2648392 w 5091276"/>
                <a:gd name="connsiteY1394" fmla="*/ 357980 h 991075"/>
                <a:gd name="connsiteX1395" fmla="*/ 2648392 w 5091276"/>
                <a:gd name="connsiteY1395" fmla="*/ 348037 h 991075"/>
                <a:gd name="connsiteX1396" fmla="*/ 2708055 w 5091276"/>
                <a:gd name="connsiteY1396" fmla="*/ 377868 h 991075"/>
                <a:gd name="connsiteX1397" fmla="*/ 709331 w 5091276"/>
                <a:gd name="connsiteY1397" fmla="*/ 354666 h 991075"/>
                <a:gd name="connsiteX1398" fmla="*/ 709331 w 5091276"/>
                <a:gd name="connsiteY1398" fmla="*/ 367924 h 991075"/>
                <a:gd name="connsiteX1399" fmla="*/ 636410 w 5091276"/>
                <a:gd name="connsiteY1399" fmla="*/ 367924 h 991075"/>
                <a:gd name="connsiteX1400" fmla="*/ 570117 w 5091276"/>
                <a:gd name="connsiteY1400" fmla="*/ 384497 h 991075"/>
                <a:gd name="connsiteX1401" fmla="*/ 550229 w 5091276"/>
                <a:gd name="connsiteY1401" fmla="*/ 371239 h 991075"/>
                <a:gd name="connsiteX1402" fmla="*/ 646353 w 5091276"/>
                <a:gd name="connsiteY1402" fmla="*/ 344722 h 991075"/>
                <a:gd name="connsiteX1403" fmla="*/ 709331 w 5091276"/>
                <a:gd name="connsiteY1403" fmla="*/ 354666 h 991075"/>
                <a:gd name="connsiteX1404" fmla="*/ 424273 w 5091276"/>
                <a:gd name="connsiteY1404" fmla="*/ 404385 h 991075"/>
                <a:gd name="connsiteX1405" fmla="*/ 477307 w 5091276"/>
                <a:gd name="connsiteY1405" fmla="*/ 440846 h 991075"/>
                <a:gd name="connsiteX1406" fmla="*/ 616522 w 5091276"/>
                <a:gd name="connsiteY1406" fmla="*/ 543600 h 991075"/>
                <a:gd name="connsiteX1407" fmla="*/ 566802 w 5091276"/>
                <a:gd name="connsiteY1407" fmla="*/ 536971 h 991075"/>
                <a:gd name="connsiteX1408" fmla="*/ 314890 w 5091276"/>
                <a:gd name="connsiteY1408" fmla="*/ 377868 h 991075"/>
                <a:gd name="connsiteX1409" fmla="*/ 215451 w 5091276"/>
                <a:gd name="connsiteY1409" fmla="*/ 367924 h 991075"/>
                <a:gd name="connsiteX1410" fmla="*/ 159102 w 5091276"/>
                <a:gd name="connsiteY1410" fmla="*/ 371239 h 991075"/>
                <a:gd name="connsiteX1411" fmla="*/ 132585 w 5091276"/>
                <a:gd name="connsiteY1411" fmla="*/ 381183 h 991075"/>
                <a:gd name="connsiteX1412" fmla="*/ 109383 w 5091276"/>
                <a:gd name="connsiteY1412" fmla="*/ 364610 h 991075"/>
                <a:gd name="connsiteX1413" fmla="*/ 228710 w 5091276"/>
                <a:gd name="connsiteY1413" fmla="*/ 334778 h 991075"/>
                <a:gd name="connsiteX1414" fmla="*/ 424273 w 5091276"/>
                <a:gd name="connsiteY1414" fmla="*/ 404385 h 991075"/>
                <a:gd name="connsiteX1415" fmla="*/ 1299336 w 5091276"/>
                <a:gd name="connsiteY1415" fmla="*/ 331463 h 991075"/>
                <a:gd name="connsiteX1416" fmla="*/ 1299336 w 5091276"/>
                <a:gd name="connsiteY1416" fmla="*/ 341407 h 991075"/>
                <a:gd name="connsiteX1417" fmla="*/ 1090514 w 5091276"/>
                <a:gd name="connsiteY1417" fmla="*/ 457419 h 991075"/>
                <a:gd name="connsiteX1418" fmla="*/ 1060683 w 5091276"/>
                <a:gd name="connsiteY1418" fmla="*/ 490566 h 991075"/>
                <a:gd name="connsiteX1419" fmla="*/ 1037480 w 5091276"/>
                <a:gd name="connsiteY1419" fmla="*/ 593319 h 991075"/>
                <a:gd name="connsiteX1420" fmla="*/ 1140234 w 5091276"/>
                <a:gd name="connsiteY1420" fmla="*/ 788883 h 991075"/>
                <a:gd name="connsiteX1421" fmla="*/ 1180009 w 5091276"/>
                <a:gd name="connsiteY1421" fmla="*/ 815400 h 991075"/>
                <a:gd name="connsiteX1422" fmla="*/ 1219785 w 5091276"/>
                <a:gd name="connsiteY1422" fmla="*/ 828658 h 991075"/>
                <a:gd name="connsiteX1423" fmla="*/ 1279448 w 5091276"/>
                <a:gd name="connsiteY1423" fmla="*/ 835288 h 991075"/>
                <a:gd name="connsiteX1424" fmla="*/ 1435236 w 5091276"/>
                <a:gd name="connsiteY1424" fmla="*/ 795512 h 991075"/>
                <a:gd name="connsiteX1425" fmla="*/ 1435236 w 5091276"/>
                <a:gd name="connsiteY1425" fmla="*/ 808771 h 991075"/>
                <a:gd name="connsiteX1426" fmla="*/ 1282763 w 5091276"/>
                <a:gd name="connsiteY1426" fmla="*/ 855175 h 991075"/>
                <a:gd name="connsiteX1427" fmla="*/ 1199897 w 5091276"/>
                <a:gd name="connsiteY1427" fmla="*/ 835288 h 991075"/>
                <a:gd name="connsiteX1428" fmla="*/ 1110402 w 5091276"/>
                <a:gd name="connsiteY1428" fmla="*/ 792197 h 991075"/>
                <a:gd name="connsiteX1429" fmla="*/ 1047424 w 5091276"/>
                <a:gd name="connsiteY1429" fmla="*/ 725905 h 991075"/>
                <a:gd name="connsiteX1430" fmla="*/ 1014278 w 5091276"/>
                <a:gd name="connsiteY1430" fmla="*/ 646354 h 991075"/>
                <a:gd name="connsiteX1431" fmla="*/ 1014278 w 5091276"/>
                <a:gd name="connsiteY1431" fmla="*/ 580061 h 991075"/>
                <a:gd name="connsiteX1432" fmla="*/ 1180009 w 5091276"/>
                <a:gd name="connsiteY1432" fmla="*/ 351351 h 991075"/>
                <a:gd name="connsiteX1433" fmla="*/ 1209841 w 5091276"/>
                <a:gd name="connsiteY1433" fmla="*/ 341407 h 991075"/>
                <a:gd name="connsiteX1434" fmla="*/ 1252931 w 5091276"/>
                <a:gd name="connsiteY1434" fmla="*/ 331463 h 991075"/>
                <a:gd name="connsiteX1435" fmla="*/ 1299336 w 5091276"/>
                <a:gd name="connsiteY1435" fmla="*/ 331463 h 991075"/>
                <a:gd name="connsiteX1436" fmla="*/ 911524 w 5091276"/>
                <a:gd name="connsiteY1436" fmla="*/ 374554 h 991075"/>
                <a:gd name="connsiteX1437" fmla="*/ 898266 w 5091276"/>
                <a:gd name="connsiteY1437" fmla="*/ 384497 h 991075"/>
                <a:gd name="connsiteX1438" fmla="*/ 841917 w 5091276"/>
                <a:gd name="connsiteY1438" fmla="*/ 324834 h 991075"/>
                <a:gd name="connsiteX1439" fmla="*/ 911524 w 5091276"/>
                <a:gd name="connsiteY1439" fmla="*/ 374554 h 991075"/>
                <a:gd name="connsiteX1440" fmla="*/ 2532380 w 5091276"/>
                <a:gd name="connsiteY1440" fmla="*/ 324834 h 991075"/>
                <a:gd name="connsiteX1441" fmla="*/ 2502548 w 5091276"/>
                <a:gd name="connsiteY1441" fmla="*/ 348037 h 991075"/>
                <a:gd name="connsiteX1442" fmla="*/ 2413053 w 5091276"/>
                <a:gd name="connsiteY1442" fmla="*/ 354666 h 991075"/>
                <a:gd name="connsiteX1443" fmla="*/ 2360019 w 5091276"/>
                <a:gd name="connsiteY1443" fmla="*/ 371239 h 991075"/>
                <a:gd name="connsiteX1444" fmla="*/ 2336816 w 5091276"/>
                <a:gd name="connsiteY1444" fmla="*/ 354666 h 991075"/>
                <a:gd name="connsiteX1445" fmla="*/ 2432941 w 5091276"/>
                <a:gd name="connsiteY1445" fmla="*/ 324834 h 991075"/>
                <a:gd name="connsiteX1446" fmla="*/ 2449514 w 5091276"/>
                <a:gd name="connsiteY1446" fmla="*/ 334778 h 991075"/>
                <a:gd name="connsiteX1447" fmla="*/ 2466087 w 5091276"/>
                <a:gd name="connsiteY1447" fmla="*/ 338093 h 991075"/>
                <a:gd name="connsiteX1448" fmla="*/ 2509177 w 5091276"/>
                <a:gd name="connsiteY1448" fmla="*/ 321519 h 991075"/>
                <a:gd name="connsiteX1449" fmla="*/ 2532380 w 5091276"/>
                <a:gd name="connsiteY1449" fmla="*/ 324834 h 991075"/>
                <a:gd name="connsiteX1450" fmla="*/ 2214175 w 5091276"/>
                <a:gd name="connsiteY1450" fmla="*/ 381183 h 991075"/>
                <a:gd name="connsiteX1451" fmla="*/ 2413053 w 5091276"/>
                <a:gd name="connsiteY1451" fmla="*/ 536971 h 991075"/>
                <a:gd name="connsiteX1452" fmla="*/ 2399794 w 5091276"/>
                <a:gd name="connsiteY1452" fmla="*/ 540285 h 991075"/>
                <a:gd name="connsiteX1453" fmla="*/ 2104792 w 5091276"/>
                <a:gd name="connsiteY1453" fmla="*/ 357980 h 991075"/>
                <a:gd name="connsiteX1454" fmla="*/ 2048443 w 5091276"/>
                <a:gd name="connsiteY1454" fmla="*/ 344722 h 991075"/>
                <a:gd name="connsiteX1455" fmla="*/ 1962263 w 5091276"/>
                <a:gd name="connsiteY1455" fmla="*/ 328149 h 991075"/>
                <a:gd name="connsiteX1456" fmla="*/ 2005353 w 5091276"/>
                <a:gd name="connsiteY1456" fmla="*/ 318205 h 991075"/>
                <a:gd name="connsiteX1457" fmla="*/ 2214175 w 5091276"/>
                <a:gd name="connsiteY1457" fmla="*/ 381183 h 991075"/>
                <a:gd name="connsiteX1458" fmla="*/ 742478 w 5091276"/>
                <a:gd name="connsiteY1458" fmla="*/ 334778 h 991075"/>
                <a:gd name="connsiteX1459" fmla="*/ 725905 w 5091276"/>
                <a:gd name="connsiteY1459" fmla="*/ 341407 h 991075"/>
                <a:gd name="connsiteX1460" fmla="*/ 679500 w 5091276"/>
                <a:gd name="connsiteY1460" fmla="*/ 331463 h 991075"/>
                <a:gd name="connsiteX1461" fmla="*/ 699388 w 5091276"/>
                <a:gd name="connsiteY1461" fmla="*/ 314890 h 991075"/>
                <a:gd name="connsiteX1462" fmla="*/ 742478 w 5091276"/>
                <a:gd name="connsiteY1462" fmla="*/ 334778 h 991075"/>
                <a:gd name="connsiteX1463" fmla="*/ 636410 w 5091276"/>
                <a:gd name="connsiteY1463" fmla="*/ 331463 h 991075"/>
                <a:gd name="connsiteX1464" fmla="*/ 533656 w 5091276"/>
                <a:gd name="connsiteY1464" fmla="*/ 354666 h 991075"/>
                <a:gd name="connsiteX1465" fmla="*/ 517083 w 5091276"/>
                <a:gd name="connsiteY1465" fmla="*/ 341407 h 991075"/>
                <a:gd name="connsiteX1466" fmla="*/ 613207 w 5091276"/>
                <a:gd name="connsiteY1466" fmla="*/ 311576 h 991075"/>
                <a:gd name="connsiteX1467" fmla="*/ 636410 w 5091276"/>
                <a:gd name="connsiteY1467" fmla="*/ 331463 h 991075"/>
                <a:gd name="connsiteX1468" fmla="*/ 2701426 w 5091276"/>
                <a:gd name="connsiteY1468" fmla="*/ 328149 h 991075"/>
                <a:gd name="connsiteX1469" fmla="*/ 2701426 w 5091276"/>
                <a:gd name="connsiteY1469" fmla="*/ 348037 h 991075"/>
                <a:gd name="connsiteX1470" fmla="*/ 2694797 w 5091276"/>
                <a:gd name="connsiteY1470" fmla="*/ 351351 h 991075"/>
                <a:gd name="connsiteX1471" fmla="*/ 2635133 w 5091276"/>
                <a:gd name="connsiteY1471" fmla="*/ 324834 h 991075"/>
                <a:gd name="connsiteX1472" fmla="*/ 2635133 w 5091276"/>
                <a:gd name="connsiteY1472" fmla="*/ 304946 h 991075"/>
                <a:gd name="connsiteX1473" fmla="*/ 2701426 w 5091276"/>
                <a:gd name="connsiteY1473" fmla="*/ 328149 h 991075"/>
                <a:gd name="connsiteX1474" fmla="*/ 2432941 w 5091276"/>
                <a:gd name="connsiteY1474" fmla="*/ 311576 h 991075"/>
                <a:gd name="connsiteX1475" fmla="*/ 2363333 w 5091276"/>
                <a:gd name="connsiteY1475" fmla="*/ 324834 h 991075"/>
                <a:gd name="connsiteX1476" fmla="*/ 2323558 w 5091276"/>
                <a:gd name="connsiteY1476" fmla="*/ 341407 h 991075"/>
                <a:gd name="connsiteX1477" fmla="*/ 2306984 w 5091276"/>
                <a:gd name="connsiteY1477" fmla="*/ 328149 h 991075"/>
                <a:gd name="connsiteX1478" fmla="*/ 2406424 w 5091276"/>
                <a:gd name="connsiteY1478" fmla="*/ 304946 h 991075"/>
                <a:gd name="connsiteX1479" fmla="*/ 2432941 w 5091276"/>
                <a:gd name="connsiteY1479" fmla="*/ 311576 h 991075"/>
                <a:gd name="connsiteX1480" fmla="*/ 4252674 w 5091276"/>
                <a:gd name="connsiteY1480" fmla="*/ 480622 h 991075"/>
                <a:gd name="connsiteX1481" fmla="*/ 4309023 w 5091276"/>
                <a:gd name="connsiteY1481" fmla="*/ 510454 h 991075"/>
                <a:gd name="connsiteX1482" fmla="*/ 4096887 w 5091276"/>
                <a:gd name="connsiteY1482" fmla="*/ 404385 h 991075"/>
                <a:gd name="connsiteX1483" fmla="*/ 3987503 w 5091276"/>
                <a:gd name="connsiteY1483" fmla="*/ 344722 h 991075"/>
                <a:gd name="connsiteX1484" fmla="*/ 3888064 w 5091276"/>
                <a:gd name="connsiteY1484" fmla="*/ 334778 h 991075"/>
                <a:gd name="connsiteX1485" fmla="*/ 3808513 w 5091276"/>
                <a:gd name="connsiteY1485" fmla="*/ 348037 h 991075"/>
                <a:gd name="connsiteX1486" fmla="*/ 3781996 w 5091276"/>
                <a:gd name="connsiteY1486" fmla="*/ 331463 h 991075"/>
                <a:gd name="connsiteX1487" fmla="*/ 3898008 w 5091276"/>
                <a:gd name="connsiteY1487" fmla="*/ 301632 h 991075"/>
                <a:gd name="connsiteX1488" fmla="*/ 4252674 w 5091276"/>
                <a:gd name="connsiteY1488" fmla="*/ 480622 h 991075"/>
                <a:gd name="connsiteX1489" fmla="*/ 1494899 w 5091276"/>
                <a:gd name="connsiteY1489" fmla="*/ 384497 h 991075"/>
                <a:gd name="connsiteX1490" fmla="*/ 1518102 w 5091276"/>
                <a:gd name="connsiteY1490" fmla="*/ 384497 h 991075"/>
                <a:gd name="connsiteX1491" fmla="*/ 1554563 w 5091276"/>
                <a:gd name="connsiteY1491" fmla="*/ 404385 h 991075"/>
                <a:gd name="connsiteX1492" fmla="*/ 1571136 w 5091276"/>
                <a:gd name="connsiteY1492" fmla="*/ 394441 h 991075"/>
                <a:gd name="connsiteX1493" fmla="*/ 1587709 w 5091276"/>
                <a:gd name="connsiteY1493" fmla="*/ 394441 h 991075"/>
                <a:gd name="connsiteX1494" fmla="*/ 1614226 w 5091276"/>
                <a:gd name="connsiteY1494" fmla="*/ 414329 h 991075"/>
                <a:gd name="connsiteX1495" fmla="*/ 1624170 w 5091276"/>
                <a:gd name="connsiteY1495" fmla="*/ 424273 h 991075"/>
                <a:gd name="connsiteX1496" fmla="*/ 1663946 w 5091276"/>
                <a:gd name="connsiteY1496" fmla="*/ 381183 h 991075"/>
                <a:gd name="connsiteX1497" fmla="*/ 1700407 w 5091276"/>
                <a:gd name="connsiteY1497" fmla="*/ 411015 h 991075"/>
                <a:gd name="connsiteX1498" fmla="*/ 1670575 w 5091276"/>
                <a:gd name="connsiteY1498" fmla="*/ 424273 h 991075"/>
                <a:gd name="connsiteX1499" fmla="*/ 1654002 w 5091276"/>
                <a:gd name="connsiteY1499" fmla="*/ 454105 h 991075"/>
                <a:gd name="connsiteX1500" fmla="*/ 1654002 w 5091276"/>
                <a:gd name="connsiteY1500" fmla="*/ 464049 h 991075"/>
                <a:gd name="connsiteX1501" fmla="*/ 1660631 w 5091276"/>
                <a:gd name="connsiteY1501" fmla="*/ 467363 h 991075"/>
                <a:gd name="connsiteX1502" fmla="*/ 1680519 w 5091276"/>
                <a:gd name="connsiteY1502" fmla="*/ 460734 h 991075"/>
                <a:gd name="connsiteX1503" fmla="*/ 1693777 w 5091276"/>
                <a:gd name="connsiteY1503" fmla="*/ 467363 h 991075"/>
                <a:gd name="connsiteX1504" fmla="*/ 1683834 w 5091276"/>
                <a:gd name="connsiteY1504" fmla="*/ 497195 h 991075"/>
                <a:gd name="connsiteX1505" fmla="*/ 1693777 w 5091276"/>
                <a:gd name="connsiteY1505" fmla="*/ 523712 h 991075"/>
                <a:gd name="connsiteX1506" fmla="*/ 1700407 w 5091276"/>
                <a:gd name="connsiteY1506" fmla="*/ 556858 h 991075"/>
                <a:gd name="connsiteX1507" fmla="*/ 1740182 w 5091276"/>
                <a:gd name="connsiteY1507" fmla="*/ 619836 h 991075"/>
                <a:gd name="connsiteX1508" fmla="*/ 1753441 w 5091276"/>
                <a:gd name="connsiteY1508" fmla="*/ 629780 h 991075"/>
                <a:gd name="connsiteX1509" fmla="*/ 1773329 w 5091276"/>
                <a:gd name="connsiteY1509" fmla="*/ 609893 h 991075"/>
                <a:gd name="connsiteX1510" fmla="*/ 1839621 w 5091276"/>
                <a:gd name="connsiteY1510" fmla="*/ 570117 h 991075"/>
                <a:gd name="connsiteX1511" fmla="*/ 1872768 w 5091276"/>
                <a:gd name="connsiteY1511" fmla="*/ 576746 h 991075"/>
                <a:gd name="connsiteX1512" fmla="*/ 1895970 w 5091276"/>
                <a:gd name="connsiteY1512" fmla="*/ 619836 h 991075"/>
                <a:gd name="connsiteX1513" fmla="*/ 1846250 w 5091276"/>
                <a:gd name="connsiteY1513" fmla="*/ 656297 h 991075"/>
                <a:gd name="connsiteX1514" fmla="*/ 1842936 w 5091276"/>
                <a:gd name="connsiteY1514" fmla="*/ 682814 h 991075"/>
                <a:gd name="connsiteX1515" fmla="*/ 1826363 w 5091276"/>
                <a:gd name="connsiteY1515" fmla="*/ 709332 h 991075"/>
                <a:gd name="connsiteX1516" fmla="*/ 1819733 w 5091276"/>
                <a:gd name="connsiteY1516" fmla="*/ 752422 h 991075"/>
                <a:gd name="connsiteX1517" fmla="*/ 1932431 w 5091276"/>
                <a:gd name="connsiteY1517" fmla="*/ 875063 h 991075"/>
                <a:gd name="connsiteX1518" fmla="*/ 2021926 w 5091276"/>
                <a:gd name="connsiteY1518" fmla="*/ 818714 h 991075"/>
                <a:gd name="connsiteX1519" fmla="*/ 1968892 w 5091276"/>
                <a:gd name="connsiteY1519" fmla="*/ 765680 h 991075"/>
                <a:gd name="connsiteX1520" fmla="*/ 2031870 w 5091276"/>
                <a:gd name="connsiteY1520" fmla="*/ 722590 h 991075"/>
                <a:gd name="connsiteX1521" fmla="*/ 2065016 w 5091276"/>
                <a:gd name="connsiteY1521" fmla="*/ 742478 h 991075"/>
                <a:gd name="connsiteX1522" fmla="*/ 2058387 w 5091276"/>
                <a:gd name="connsiteY1522" fmla="*/ 762366 h 991075"/>
                <a:gd name="connsiteX1523" fmla="*/ 2074960 w 5091276"/>
                <a:gd name="connsiteY1523" fmla="*/ 792197 h 991075"/>
                <a:gd name="connsiteX1524" fmla="*/ 2068331 w 5091276"/>
                <a:gd name="connsiteY1524" fmla="*/ 805456 h 991075"/>
                <a:gd name="connsiteX1525" fmla="*/ 2078275 w 5091276"/>
                <a:gd name="connsiteY1525" fmla="*/ 818714 h 991075"/>
                <a:gd name="connsiteX1526" fmla="*/ 2104792 w 5091276"/>
                <a:gd name="connsiteY1526" fmla="*/ 788883 h 991075"/>
                <a:gd name="connsiteX1527" fmla="*/ 2161141 w 5091276"/>
                <a:gd name="connsiteY1527" fmla="*/ 759051 h 991075"/>
                <a:gd name="connsiteX1528" fmla="*/ 2177714 w 5091276"/>
                <a:gd name="connsiteY1528" fmla="*/ 722590 h 991075"/>
                <a:gd name="connsiteX1529" fmla="*/ 2094848 w 5091276"/>
                <a:gd name="connsiteY1529" fmla="*/ 656297 h 991075"/>
                <a:gd name="connsiteX1530" fmla="*/ 2091533 w 5091276"/>
                <a:gd name="connsiteY1530" fmla="*/ 646354 h 991075"/>
                <a:gd name="connsiteX1531" fmla="*/ 2147882 w 5091276"/>
                <a:gd name="connsiteY1531" fmla="*/ 593319 h 991075"/>
                <a:gd name="connsiteX1532" fmla="*/ 2220804 w 5091276"/>
                <a:gd name="connsiteY1532" fmla="*/ 669556 h 991075"/>
                <a:gd name="connsiteX1533" fmla="*/ 2210860 w 5091276"/>
                <a:gd name="connsiteY1533" fmla="*/ 699388 h 991075"/>
                <a:gd name="connsiteX1534" fmla="*/ 2204231 w 5091276"/>
                <a:gd name="connsiteY1534" fmla="*/ 745793 h 991075"/>
                <a:gd name="connsiteX1535" fmla="*/ 2147882 w 5091276"/>
                <a:gd name="connsiteY1535" fmla="*/ 795512 h 991075"/>
                <a:gd name="connsiteX1536" fmla="*/ 2104792 w 5091276"/>
                <a:gd name="connsiteY1536" fmla="*/ 878378 h 991075"/>
                <a:gd name="connsiteX1537" fmla="*/ 2174399 w 5091276"/>
                <a:gd name="connsiteY1537" fmla="*/ 928097 h 991075"/>
                <a:gd name="connsiteX1538" fmla="*/ 2240692 w 5091276"/>
                <a:gd name="connsiteY1538" fmla="*/ 875063 h 991075"/>
                <a:gd name="connsiteX1539" fmla="*/ 2230748 w 5091276"/>
                <a:gd name="connsiteY1539" fmla="*/ 851861 h 991075"/>
                <a:gd name="connsiteX1540" fmla="*/ 2247321 w 5091276"/>
                <a:gd name="connsiteY1540" fmla="*/ 838602 h 991075"/>
                <a:gd name="connsiteX1541" fmla="*/ 2273838 w 5091276"/>
                <a:gd name="connsiteY1541" fmla="*/ 861805 h 991075"/>
                <a:gd name="connsiteX1542" fmla="*/ 2263894 w 5091276"/>
                <a:gd name="connsiteY1542" fmla="*/ 878378 h 991075"/>
                <a:gd name="connsiteX1543" fmla="*/ 2273838 w 5091276"/>
                <a:gd name="connsiteY1543" fmla="*/ 901580 h 991075"/>
                <a:gd name="connsiteX1544" fmla="*/ 2197602 w 5091276"/>
                <a:gd name="connsiteY1544" fmla="*/ 954614 h 991075"/>
                <a:gd name="connsiteX1545" fmla="*/ 2124680 w 5091276"/>
                <a:gd name="connsiteY1545" fmla="*/ 944671 h 991075"/>
                <a:gd name="connsiteX1546" fmla="*/ 2048443 w 5091276"/>
                <a:gd name="connsiteY1546" fmla="*/ 981132 h 991075"/>
                <a:gd name="connsiteX1547" fmla="*/ 2011982 w 5091276"/>
                <a:gd name="connsiteY1547" fmla="*/ 981132 h 991075"/>
                <a:gd name="connsiteX1548" fmla="*/ 2045129 w 5091276"/>
                <a:gd name="connsiteY1548" fmla="*/ 931412 h 991075"/>
                <a:gd name="connsiteX1549" fmla="*/ 1972207 w 5091276"/>
                <a:gd name="connsiteY1549" fmla="*/ 981132 h 991075"/>
                <a:gd name="connsiteX1550" fmla="*/ 1962263 w 5091276"/>
                <a:gd name="connsiteY1550" fmla="*/ 977817 h 991075"/>
                <a:gd name="connsiteX1551" fmla="*/ 2045129 w 5091276"/>
                <a:gd name="connsiteY1551" fmla="*/ 891636 h 991075"/>
                <a:gd name="connsiteX1552" fmla="*/ 2041814 w 5091276"/>
                <a:gd name="connsiteY1552" fmla="*/ 885007 h 991075"/>
                <a:gd name="connsiteX1553" fmla="*/ 1929116 w 5091276"/>
                <a:gd name="connsiteY1553" fmla="*/ 981132 h 991075"/>
                <a:gd name="connsiteX1554" fmla="*/ 1909229 w 5091276"/>
                <a:gd name="connsiteY1554" fmla="*/ 977817 h 991075"/>
                <a:gd name="connsiteX1555" fmla="*/ 1962263 w 5091276"/>
                <a:gd name="connsiteY1555" fmla="*/ 921468 h 991075"/>
                <a:gd name="connsiteX1556" fmla="*/ 1955634 w 5091276"/>
                <a:gd name="connsiteY1556" fmla="*/ 914839 h 991075"/>
                <a:gd name="connsiteX1557" fmla="*/ 1872768 w 5091276"/>
                <a:gd name="connsiteY1557" fmla="*/ 981132 h 991075"/>
                <a:gd name="connsiteX1558" fmla="*/ 1852880 w 5091276"/>
                <a:gd name="connsiteY1558" fmla="*/ 977817 h 991075"/>
                <a:gd name="connsiteX1559" fmla="*/ 1899285 w 5091276"/>
                <a:gd name="connsiteY1559" fmla="*/ 931412 h 991075"/>
                <a:gd name="connsiteX1560" fmla="*/ 1892655 w 5091276"/>
                <a:gd name="connsiteY1560" fmla="*/ 921468 h 991075"/>
                <a:gd name="connsiteX1561" fmla="*/ 1816419 w 5091276"/>
                <a:gd name="connsiteY1561" fmla="*/ 981132 h 991075"/>
                <a:gd name="connsiteX1562" fmla="*/ 1799846 w 5091276"/>
                <a:gd name="connsiteY1562" fmla="*/ 977817 h 991075"/>
                <a:gd name="connsiteX1563" fmla="*/ 1869453 w 5091276"/>
                <a:gd name="connsiteY1563" fmla="*/ 901580 h 991075"/>
                <a:gd name="connsiteX1564" fmla="*/ 1866138 w 5091276"/>
                <a:gd name="connsiteY1564" fmla="*/ 894951 h 991075"/>
                <a:gd name="connsiteX1565" fmla="*/ 1763385 w 5091276"/>
                <a:gd name="connsiteY1565" fmla="*/ 981132 h 991075"/>
                <a:gd name="connsiteX1566" fmla="*/ 1736868 w 5091276"/>
                <a:gd name="connsiteY1566" fmla="*/ 977817 h 991075"/>
                <a:gd name="connsiteX1567" fmla="*/ 1836307 w 5091276"/>
                <a:gd name="connsiteY1567" fmla="*/ 878378 h 991075"/>
                <a:gd name="connsiteX1568" fmla="*/ 1832992 w 5091276"/>
                <a:gd name="connsiteY1568" fmla="*/ 868434 h 991075"/>
                <a:gd name="connsiteX1569" fmla="*/ 1687148 w 5091276"/>
                <a:gd name="connsiteY1569" fmla="*/ 981132 h 991075"/>
                <a:gd name="connsiteX1570" fmla="*/ 1673890 w 5091276"/>
                <a:gd name="connsiteY1570" fmla="*/ 977817 h 991075"/>
                <a:gd name="connsiteX1571" fmla="*/ 1783272 w 5091276"/>
                <a:gd name="connsiteY1571" fmla="*/ 875063 h 991075"/>
                <a:gd name="connsiteX1572" fmla="*/ 1776643 w 5091276"/>
                <a:gd name="connsiteY1572" fmla="*/ 871749 h 991075"/>
                <a:gd name="connsiteX1573" fmla="*/ 1620856 w 5091276"/>
                <a:gd name="connsiteY1573" fmla="*/ 981132 h 991075"/>
                <a:gd name="connsiteX1574" fmla="*/ 1610912 w 5091276"/>
                <a:gd name="connsiteY1574" fmla="*/ 977817 h 991075"/>
                <a:gd name="connsiteX1575" fmla="*/ 1773329 w 5091276"/>
                <a:gd name="connsiteY1575" fmla="*/ 825344 h 991075"/>
                <a:gd name="connsiteX1576" fmla="*/ 1766699 w 5091276"/>
                <a:gd name="connsiteY1576" fmla="*/ 818714 h 991075"/>
                <a:gd name="connsiteX1577" fmla="*/ 1700407 w 5091276"/>
                <a:gd name="connsiteY1577" fmla="*/ 888322 h 991075"/>
                <a:gd name="connsiteX1578" fmla="*/ 1574451 w 5091276"/>
                <a:gd name="connsiteY1578" fmla="*/ 977817 h 991075"/>
                <a:gd name="connsiteX1579" fmla="*/ 1551248 w 5091276"/>
                <a:gd name="connsiteY1579" fmla="*/ 977817 h 991075"/>
                <a:gd name="connsiteX1580" fmla="*/ 1630799 w 5091276"/>
                <a:gd name="connsiteY1580" fmla="*/ 911524 h 991075"/>
                <a:gd name="connsiteX1581" fmla="*/ 1624170 w 5091276"/>
                <a:gd name="connsiteY1581" fmla="*/ 908210 h 991075"/>
                <a:gd name="connsiteX1582" fmla="*/ 1514787 w 5091276"/>
                <a:gd name="connsiteY1582" fmla="*/ 977817 h 991075"/>
                <a:gd name="connsiteX1583" fmla="*/ 1484956 w 5091276"/>
                <a:gd name="connsiteY1583" fmla="*/ 977817 h 991075"/>
                <a:gd name="connsiteX1584" fmla="*/ 1551248 w 5091276"/>
                <a:gd name="connsiteY1584" fmla="*/ 921468 h 991075"/>
                <a:gd name="connsiteX1585" fmla="*/ 1547934 w 5091276"/>
                <a:gd name="connsiteY1585" fmla="*/ 914839 h 991075"/>
                <a:gd name="connsiteX1586" fmla="*/ 1438551 w 5091276"/>
                <a:gd name="connsiteY1586" fmla="*/ 977817 h 991075"/>
                <a:gd name="connsiteX1587" fmla="*/ 1405404 w 5091276"/>
                <a:gd name="connsiteY1587" fmla="*/ 974502 h 991075"/>
                <a:gd name="connsiteX1588" fmla="*/ 1501529 w 5091276"/>
                <a:gd name="connsiteY1588" fmla="*/ 911524 h 991075"/>
                <a:gd name="connsiteX1589" fmla="*/ 1494899 w 5091276"/>
                <a:gd name="connsiteY1589" fmla="*/ 904895 h 991075"/>
                <a:gd name="connsiteX1590" fmla="*/ 1345741 w 5091276"/>
                <a:gd name="connsiteY1590" fmla="*/ 981132 h 991075"/>
                <a:gd name="connsiteX1591" fmla="*/ 1199897 w 5091276"/>
                <a:gd name="connsiteY1591" fmla="*/ 977817 h 991075"/>
                <a:gd name="connsiteX1592" fmla="*/ 1198378 w 5091276"/>
                <a:gd name="connsiteY1592" fmla="*/ 976021 h 991075"/>
                <a:gd name="connsiteX1593" fmla="*/ 1199897 w 5091276"/>
                <a:gd name="connsiteY1593" fmla="*/ 967873 h 991075"/>
                <a:gd name="connsiteX1594" fmla="*/ 1090514 w 5091276"/>
                <a:gd name="connsiteY1594" fmla="*/ 928097 h 991075"/>
                <a:gd name="connsiteX1595" fmla="*/ 888322 w 5091276"/>
                <a:gd name="connsiteY1595" fmla="*/ 765680 h 991075"/>
                <a:gd name="connsiteX1596" fmla="*/ 609892 w 5091276"/>
                <a:gd name="connsiteY1596" fmla="*/ 669556 h 991075"/>
                <a:gd name="connsiteX1597" fmla="*/ 553544 w 5091276"/>
                <a:gd name="connsiteY1597" fmla="*/ 676185 h 991075"/>
                <a:gd name="connsiteX1598" fmla="*/ 527027 w 5091276"/>
                <a:gd name="connsiteY1598" fmla="*/ 692758 h 991075"/>
                <a:gd name="connsiteX1599" fmla="*/ 503824 w 5091276"/>
                <a:gd name="connsiteY1599" fmla="*/ 676185 h 991075"/>
                <a:gd name="connsiteX1600" fmla="*/ 659612 w 5091276"/>
                <a:gd name="connsiteY1600" fmla="*/ 649668 h 991075"/>
                <a:gd name="connsiteX1601" fmla="*/ 1249617 w 5091276"/>
                <a:gd name="connsiteY1601" fmla="*/ 961244 h 991075"/>
                <a:gd name="connsiteX1602" fmla="*/ 1448495 w 5091276"/>
                <a:gd name="connsiteY1602" fmla="*/ 904895 h 991075"/>
                <a:gd name="connsiteX1603" fmla="*/ 1441865 w 5091276"/>
                <a:gd name="connsiteY1603" fmla="*/ 898266 h 991075"/>
                <a:gd name="connsiteX1604" fmla="*/ 1252931 w 5091276"/>
                <a:gd name="connsiteY1604" fmla="*/ 947985 h 991075"/>
                <a:gd name="connsiteX1605" fmla="*/ 911524 w 5091276"/>
                <a:gd name="connsiteY1605" fmla="*/ 742478 h 991075"/>
                <a:gd name="connsiteX1606" fmla="*/ 828658 w 5091276"/>
                <a:gd name="connsiteY1606" fmla="*/ 686129 h 991075"/>
                <a:gd name="connsiteX1607" fmla="*/ 662927 w 5091276"/>
                <a:gd name="connsiteY1607" fmla="*/ 636410 h 991075"/>
                <a:gd name="connsiteX1608" fmla="*/ 540285 w 5091276"/>
                <a:gd name="connsiteY1608" fmla="*/ 646354 h 991075"/>
                <a:gd name="connsiteX1609" fmla="*/ 483936 w 5091276"/>
                <a:gd name="connsiteY1609" fmla="*/ 666241 h 991075"/>
                <a:gd name="connsiteX1610" fmla="*/ 394441 w 5091276"/>
                <a:gd name="connsiteY1610" fmla="*/ 629780 h 991075"/>
                <a:gd name="connsiteX1611" fmla="*/ 623151 w 5091276"/>
                <a:gd name="connsiteY1611" fmla="*/ 560173 h 991075"/>
                <a:gd name="connsiteX1612" fmla="*/ 954614 w 5091276"/>
                <a:gd name="connsiteY1612" fmla="*/ 722590 h 991075"/>
                <a:gd name="connsiteX1613" fmla="*/ 1150178 w 5091276"/>
                <a:gd name="connsiteY1613" fmla="*/ 871749 h 991075"/>
                <a:gd name="connsiteX1614" fmla="*/ 1279448 w 5091276"/>
                <a:gd name="connsiteY1614" fmla="*/ 901580 h 991075"/>
                <a:gd name="connsiteX1615" fmla="*/ 1451809 w 5091276"/>
                <a:gd name="connsiteY1615" fmla="*/ 818714 h 991075"/>
                <a:gd name="connsiteX1616" fmla="*/ 1388831 w 5091276"/>
                <a:gd name="connsiteY1616" fmla="*/ 752422 h 991075"/>
                <a:gd name="connsiteX1617" fmla="*/ 1325853 w 5091276"/>
                <a:gd name="connsiteY1617" fmla="*/ 795512 h 991075"/>
                <a:gd name="connsiteX1618" fmla="*/ 1302651 w 5091276"/>
                <a:gd name="connsiteY1618" fmla="*/ 775624 h 991075"/>
                <a:gd name="connsiteX1619" fmla="*/ 1372258 w 5091276"/>
                <a:gd name="connsiteY1619" fmla="*/ 715961 h 991075"/>
                <a:gd name="connsiteX1620" fmla="*/ 1349056 w 5091276"/>
                <a:gd name="connsiteY1620" fmla="*/ 689444 h 991075"/>
                <a:gd name="connsiteX1621" fmla="*/ 1305965 w 5091276"/>
                <a:gd name="connsiteY1621" fmla="*/ 682814 h 991075"/>
                <a:gd name="connsiteX1622" fmla="*/ 1256246 w 5091276"/>
                <a:gd name="connsiteY1622" fmla="*/ 662927 h 991075"/>
                <a:gd name="connsiteX1623" fmla="*/ 1209841 w 5091276"/>
                <a:gd name="connsiteY1623" fmla="*/ 689444 h 991075"/>
                <a:gd name="connsiteX1624" fmla="*/ 1233043 w 5091276"/>
                <a:gd name="connsiteY1624" fmla="*/ 722590 h 991075"/>
                <a:gd name="connsiteX1625" fmla="*/ 1203212 w 5091276"/>
                <a:gd name="connsiteY1625" fmla="*/ 735849 h 991075"/>
                <a:gd name="connsiteX1626" fmla="*/ 1183324 w 5091276"/>
                <a:gd name="connsiteY1626" fmla="*/ 729219 h 991075"/>
                <a:gd name="connsiteX1627" fmla="*/ 1176695 w 5091276"/>
                <a:gd name="connsiteY1627" fmla="*/ 709332 h 991075"/>
                <a:gd name="connsiteX1628" fmla="*/ 1160122 w 5091276"/>
                <a:gd name="connsiteY1628" fmla="*/ 686129 h 991075"/>
                <a:gd name="connsiteX1629" fmla="*/ 1186639 w 5091276"/>
                <a:gd name="connsiteY1629" fmla="*/ 662927 h 991075"/>
                <a:gd name="connsiteX1630" fmla="*/ 1199897 w 5091276"/>
                <a:gd name="connsiteY1630" fmla="*/ 659612 h 991075"/>
                <a:gd name="connsiteX1631" fmla="*/ 1259561 w 5091276"/>
                <a:gd name="connsiteY1631" fmla="*/ 629780 h 991075"/>
                <a:gd name="connsiteX1632" fmla="*/ 1388831 w 5091276"/>
                <a:gd name="connsiteY1632" fmla="*/ 702702 h 991075"/>
                <a:gd name="connsiteX1633" fmla="*/ 1408719 w 5091276"/>
                <a:gd name="connsiteY1633" fmla="*/ 682814 h 991075"/>
                <a:gd name="connsiteX1634" fmla="*/ 1398775 w 5091276"/>
                <a:gd name="connsiteY1634" fmla="*/ 662927 h 991075"/>
                <a:gd name="connsiteX1635" fmla="*/ 1418663 w 5091276"/>
                <a:gd name="connsiteY1635" fmla="*/ 649668 h 991075"/>
                <a:gd name="connsiteX1636" fmla="*/ 1455124 w 5091276"/>
                <a:gd name="connsiteY1636" fmla="*/ 682814 h 991075"/>
                <a:gd name="connsiteX1637" fmla="*/ 1441865 w 5091276"/>
                <a:gd name="connsiteY1637" fmla="*/ 712646 h 991075"/>
                <a:gd name="connsiteX1638" fmla="*/ 1448495 w 5091276"/>
                <a:gd name="connsiteY1638" fmla="*/ 719275 h 991075"/>
                <a:gd name="connsiteX1639" fmla="*/ 1471697 w 5091276"/>
                <a:gd name="connsiteY1639" fmla="*/ 696073 h 991075"/>
                <a:gd name="connsiteX1640" fmla="*/ 1481641 w 5091276"/>
                <a:gd name="connsiteY1640" fmla="*/ 715961 h 991075"/>
                <a:gd name="connsiteX1641" fmla="*/ 1461753 w 5091276"/>
                <a:gd name="connsiteY1641" fmla="*/ 742478 h 991075"/>
                <a:gd name="connsiteX1642" fmla="*/ 1498214 w 5091276"/>
                <a:gd name="connsiteY1642" fmla="*/ 798827 h 991075"/>
                <a:gd name="connsiteX1643" fmla="*/ 1488270 w 5091276"/>
                <a:gd name="connsiteY1643" fmla="*/ 825344 h 991075"/>
                <a:gd name="connsiteX1644" fmla="*/ 1600968 w 5091276"/>
                <a:gd name="connsiteY1644" fmla="*/ 871749 h 991075"/>
                <a:gd name="connsiteX1645" fmla="*/ 1740182 w 5091276"/>
                <a:gd name="connsiteY1645" fmla="*/ 759051 h 991075"/>
                <a:gd name="connsiteX1646" fmla="*/ 1697092 w 5091276"/>
                <a:gd name="connsiteY1646" fmla="*/ 696073 h 991075"/>
                <a:gd name="connsiteX1647" fmla="*/ 1617541 w 5091276"/>
                <a:gd name="connsiteY1647" fmla="*/ 755736 h 991075"/>
                <a:gd name="connsiteX1648" fmla="*/ 1591024 w 5091276"/>
                <a:gd name="connsiteY1648" fmla="*/ 722590 h 991075"/>
                <a:gd name="connsiteX1649" fmla="*/ 1673890 w 5091276"/>
                <a:gd name="connsiteY1649" fmla="*/ 636410 h 991075"/>
                <a:gd name="connsiteX1650" fmla="*/ 1710351 w 5091276"/>
                <a:gd name="connsiteY1650" fmla="*/ 643039 h 991075"/>
                <a:gd name="connsiteX1651" fmla="*/ 1726924 w 5091276"/>
                <a:gd name="connsiteY1651" fmla="*/ 656297 h 991075"/>
                <a:gd name="connsiteX1652" fmla="*/ 1736868 w 5091276"/>
                <a:gd name="connsiteY1652" fmla="*/ 652983 h 991075"/>
                <a:gd name="connsiteX1653" fmla="*/ 1690463 w 5091276"/>
                <a:gd name="connsiteY1653" fmla="*/ 606578 h 991075"/>
                <a:gd name="connsiteX1654" fmla="*/ 1637429 w 5091276"/>
                <a:gd name="connsiteY1654" fmla="*/ 543600 h 991075"/>
                <a:gd name="connsiteX1655" fmla="*/ 1587709 w 5091276"/>
                <a:gd name="connsiteY1655" fmla="*/ 580061 h 991075"/>
                <a:gd name="connsiteX1656" fmla="*/ 1571136 w 5091276"/>
                <a:gd name="connsiteY1656" fmla="*/ 563488 h 991075"/>
                <a:gd name="connsiteX1657" fmla="*/ 1620856 w 5091276"/>
                <a:gd name="connsiteY1657" fmla="*/ 520397 h 991075"/>
                <a:gd name="connsiteX1658" fmla="*/ 1654002 w 5091276"/>
                <a:gd name="connsiteY1658" fmla="*/ 530341 h 991075"/>
                <a:gd name="connsiteX1659" fmla="*/ 1657316 w 5091276"/>
                <a:gd name="connsiteY1659" fmla="*/ 520397 h 991075"/>
                <a:gd name="connsiteX1660" fmla="*/ 1614226 w 5091276"/>
                <a:gd name="connsiteY1660" fmla="*/ 483936 h 991075"/>
                <a:gd name="connsiteX1661" fmla="*/ 1594338 w 5091276"/>
                <a:gd name="connsiteY1661" fmla="*/ 447476 h 991075"/>
                <a:gd name="connsiteX1662" fmla="*/ 1547934 w 5091276"/>
                <a:gd name="connsiteY1662" fmla="*/ 424273 h 991075"/>
                <a:gd name="connsiteX1663" fmla="*/ 1484956 w 5091276"/>
                <a:gd name="connsiteY1663" fmla="*/ 473993 h 991075"/>
                <a:gd name="connsiteX1664" fmla="*/ 1468382 w 5091276"/>
                <a:gd name="connsiteY1664" fmla="*/ 450790 h 991075"/>
                <a:gd name="connsiteX1665" fmla="*/ 1501529 w 5091276"/>
                <a:gd name="connsiteY1665" fmla="*/ 427588 h 991075"/>
                <a:gd name="connsiteX1666" fmla="*/ 1504843 w 5091276"/>
                <a:gd name="connsiteY1666" fmla="*/ 417644 h 991075"/>
                <a:gd name="connsiteX1667" fmla="*/ 1475012 w 5091276"/>
                <a:gd name="connsiteY1667" fmla="*/ 387812 h 991075"/>
                <a:gd name="connsiteX1668" fmla="*/ 1461753 w 5091276"/>
                <a:gd name="connsiteY1668" fmla="*/ 361295 h 991075"/>
                <a:gd name="connsiteX1669" fmla="*/ 1415348 w 5091276"/>
                <a:gd name="connsiteY1669" fmla="*/ 334778 h 991075"/>
                <a:gd name="connsiteX1670" fmla="*/ 1342426 w 5091276"/>
                <a:gd name="connsiteY1670" fmla="*/ 374554 h 991075"/>
                <a:gd name="connsiteX1671" fmla="*/ 1355685 w 5091276"/>
                <a:gd name="connsiteY1671" fmla="*/ 397756 h 991075"/>
                <a:gd name="connsiteX1672" fmla="*/ 1335797 w 5091276"/>
                <a:gd name="connsiteY1672" fmla="*/ 414329 h 991075"/>
                <a:gd name="connsiteX1673" fmla="*/ 1305965 w 5091276"/>
                <a:gd name="connsiteY1673" fmla="*/ 371239 h 991075"/>
                <a:gd name="connsiteX1674" fmla="*/ 1395461 w 5091276"/>
                <a:gd name="connsiteY1674" fmla="*/ 301632 h 991075"/>
                <a:gd name="connsiteX1675" fmla="*/ 1494899 w 5091276"/>
                <a:gd name="connsiteY1675" fmla="*/ 384497 h 991075"/>
                <a:gd name="connsiteX1676" fmla="*/ 3284801 w 5091276"/>
                <a:gd name="connsiteY1676" fmla="*/ 338093 h 991075"/>
                <a:gd name="connsiteX1677" fmla="*/ 3308004 w 5091276"/>
                <a:gd name="connsiteY1677" fmla="*/ 377868 h 991075"/>
                <a:gd name="connsiteX1678" fmla="*/ 3364353 w 5091276"/>
                <a:gd name="connsiteY1678" fmla="*/ 404385 h 991075"/>
                <a:gd name="connsiteX1679" fmla="*/ 3407443 w 5091276"/>
                <a:gd name="connsiteY1679" fmla="*/ 404385 h 991075"/>
                <a:gd name="connsiteX1680" fmla="*/ 3427331 w 5091276"/>
                <a:gd name="connsiteY1680" fmla="*/ 430902 h 991075"/>
                <a:gd name="connsiteX1681" fmla="*/ 3437274 w 5091276"/>
                <a:gd name="connsiteY1681" fmla="*/ 404385 h 991075"/>
                <a:gd name="connsiteX1682" fmla="*/ 3470421 w 5091276"/>
                <a:gd name="connsiteY1682" fmla="*/ 384497 h 991075"/>
                <a:gd name="connsiteX1683" fmla="*/ 3500252 w 5091276"/>
                <a:gd name="connsiteY1683" fmla="*/ 404385 h 991075"/>
                <a:gd name="connsiteX1684" fmla="*/ 3470421 w 5091276"/>
                <a:gd name="connsiteY1684" fmla="*/ 447476 h 991075"/>
                <a:gd name="connsiteX1685" fmla="*/ 3496938 w 5091276"/>
                <a:gd name="connsiteY1685" fmla="*/ 480622 h 991075"/>
                <a:gd name="connsiteX1686" fmla="*/ 3477050 w 5091276"/>
                <a:gd name="connsiteY1686" fmla="*/ 500510 h 991075"/>
                <a:gd name="connsiteX1687" fmla="*/ 3417387 w 5091276"/>
                <a:gd name="connsiteY1687" fmla="*/ 490566 h 991075"/>
                <a:gd name="connsiteX1688" fmla="*/ 3351094 w 5091276"/>
                <a:gd name="connsiteY1688" fmla="*/ 420958 h 991075"/>
                <a:gd name="connsiteX1689" fmla="*/ 3298060 w 5091276"/>
                <a:gd name="connsiteY1689" fmla="*/ 454105 h 991075"/>
                <a:gd name="connsiteX1690" fmla="*/ 3288116 w 5091276"/>
                <a:gd name="connsiteY1690" fmla="*/ 487251 h 991075"/>
                <a:gd name="connsiteX1691" fmla="*/ 3271543 w 5091276"/>
                <a:gd name="connsiteY1691" fmla="*/ 473993 h 991075"/>
                <a:gd name="connsiteX1692" fmla="*/ 3281487 w 5091276"/>
                <a:gd name="connsiteY1692" fmla="*/ 457419 h 991075"/>
                <a:gd name="connsiteX1693" fmla="*/ 3264913 w 5091276"/>
                <a:gd name="connsiteY1693" fmla="*/ 447476 h 991075"/>
                <a:gd name="connsiteX1694" fmla="*/ 3301374 w 5091276"/>
                <a:gd name="connsiteY1694" fmla="*/ 427588 h 991075"/>
                <a:gd name="connsiteX1695" fmla="*/ 3304689 w 5091276"/>
                <a:gd name="connsiteY1695" fmla="*/ 414329 h 991075"/>
                <a:gd name="connsiteX1696" fmla="*/ 3278172 w 5091276"/>
                <a:gd name="connsiteY1696" fmla="*/ 387812 h 991075"/>
                <a:gd name="connsiteX1697" fmla="*/ 3248340 w 5091276"/>
                <a:gd name="connsiteY1697" fmla="*/ 354666 h 991075"/>
                <a:gd name="connsiteX1698" fmla="*/ 3211879 w 5091276"/>
                <a:gd name="connsiteY1698" fmla="*/ 341407 h 991075"/>
                <a:gd name="connsiteX1699" fmla="*/ 3145587 w 5091276"/>
                <a:gd name="connsiteY1699" fmla="*/ 411015 h 991075"/>
                <a:gd name="connsiteX1700" fmla="*/ 3132328 w 5091276"/>
                <a:gd name="connsiteY1700" fmla="*/ 414329 h 991075"/>
                <a:gd name="connsiteX1701" fmla="*/ 3102496 w 5091276"/>
                <a:gd name="connsiteY1701" fmla="*/ 387812 h 991075"/>
                <a:gd name="connsiteX1702" fmla="*/ 3201935 w 5091276"/>
                <a:gd name="connsiteY1702" fmla="*/ 298317 h 991075"/>
                <a:gd name="connsiteX1703" fmla="*/ 3284801 w 5091276"/>
                <a:gd name="connsiteY1703" fmla="*/ 338093 h 991075"/>
                <a:gd name="connsiteX1704" fmla="*/ 745792 w 5091276"/>
                <a:gd name="connsiteY1704" fmla="*/ 295002 h 991075"/>
                <a:gd name="connsiteX1705" fmla="*/ 795512 w 5091276"/>
                <a:gd name="connsiteY1705" fmla="*/ 324834 h 991075"/>
                <a:gd name="connsiteX1706" fmla="*/ 795512 w 5091276"/>
                <a:gd name="connsiteY1706" fmla="*/ 338093 h 991075"/>
                <a:gd name="connsiteX1707" fmla="*/ 785568 w 5091276"/>
                <a:gd name="connsiteY1707" fmla="*/ 341407 h 991075"/>
                <a:gd name="connsiteX1708" fmla="*/ 749107 w 5091276"/>
                <a:gd name="connsiteY1708" fmla="*/ 321519 h 991075"/>
                <a:gd name="connsiteX1709" fmla="*/ 712646 w 5091276"/>
                <a:gd name="connsiteY1709" fmla="*/ 295002 h 991075"/>
                <a:gd name="connsiteX1710" fmla="*/ 745792 w 5091276"/>
                <a:gd name="connsiteY1710" fmla="*/ 295002 h 991075"/>
                <a:gd name="connsiteX1711" fmla="*/ 3934469 w 5091276"/>
                <a:gd name="connsiteY1711" fmla="*/ 517083 h 991075"/>
                <a:gd name="connsiteX1712" fmla="*/ 3964301 w 5091276"/>
                <a:gd name="connsiteY1712" fmla="*/ 583376 h 991075"/>
                <a:gd name="connsiteX1713" fmla="*/ 3941098 w 5091276"/>
                <a:gd name="connsiteY1713" fmla="*/ 593319 h 991075"/>
                <a:gd name="connsiteX1714" fmla="*/ 3931155 w 5091276"/>
                <a:gd name="connsiteY1714" fmla="*/ 590005 h 991075"/>
                <a:gd name="connsiteX1715" fmla="*/ 3593062 w 5091276"/>
                <a:gd name="connsiteY1715" fmla="*/ 344722 h 991075"/>
                <a:gd name="connsiteX1716" fmla="*/ 3457162 w 5091276"/>
                <a:gd name="connsiteY1716" fmla="*/ 371239 h 991075"/>
                <a:gd name="connsiteX1717" fmla="*/ 3420701 w 5091276"/>
                <a:gd name="connsiteY1717" fmla="*/ 394441 h 991075"/>
                <a:gd name="connsiteX1718" fmla="*/ 3400814 w 5091276"/>
                <a:gd name="connsiteY1718" fmla="*/ 387812 h 991075"/>
                <a:gd name="connsiteX1719" fmla="*/ 3374296 w 5091276"/>
                <a:gd name="connsiteY1719" fmla="*/ 387812 h 991075"/>
                <a:gd name="connsiteX1720" fmla="*/ 3354409 w 5091276"/>
                <a:gd name="connsiteY1720" fmla="*/ 367924 h 991075"/>
                <a:gd name="connsiteX1721" fmla="*/ 3420701 w 5091276"/>
                <a:gd name="connsiteY1721" fmla="*/ 324834 h 991075"/>
                <a:gd name="connsiteX1722" fmla="*/ 3579804 w 5091276"/>
                <a:gd name="connsiteY1722" fmla="*/ 291688 h 991075"/>
                <a:gd name="connsiteX1723" fmla="*/ 3934469 w 5091276"/>
                <a:gd name="connsiteY1723" fmla="*/ 517083 h 991075"/>
                <a:gd name="connsiteX1724" fmla="*/ 2558897 w 5091276"/>
                <a:gd name="connsiteY1724" fmla="*/ 308261 h 991075"/>
                <a:gd name="connsiteX1725" fmla="*/ 2542324 w 5091276"/>
                <a:gd name="connsiteY1725" fmla="*/ 311576 h 991075"/>
                <a:gd name="connsiteX1726" fmla="*/ 2509177 w 5091276"/>
                <a:gd name="connsiteY1726" fmla="*/ 301632 h 991075"/>
                <a:gd name="connsiteX1727" fmla="*/ 2532380 w 5091276"/>
                <a:gd name="connsiteY1727" fmla="*/ 288373 h 991075"/>
                <a:gd name="connsiteX1728" fmla="*/ 2558897 w 5091276"/>
                <a:gd name="connsiteY1728" fmla="*/ 308261 h 991075"/>
                <a:gd name="connsiteX1729" fmla="*/ 901580 w 5091276"/>
                <a:gd name="connsiteY1729" fmla="*/ 324834 h 991075"/>
                <a:gd name="connsiteX1730" fmla="*/ 898266 w 5091276"/>
                <a:gd name="connsiteY1730" fmla="*/ 338093 h 991075"/>
                <a:gd name="connsiteX1731" fmla="*/ 831973 w 5091276"/>
                <a:gd name="connsiteY1731" fmla="*/ 295002 h 991075"/>
                <a:gd name="connsiteX1732" fmla="*/ 831973 w 5091276"/>
                <a:gd name="connsiteY1732" fmla="*/ 285058 h 991075"/>
                <a:gd name="connsiteX1733" fmla="*/ 901580 w 5091276"/>
                <a:gd name="connsiteY1733" fmla="*/ 324834 h 991075"/>
                <a:gd name="connsiteX1734" fmla="*/ 3152216 w 5091276"/>
                <a:gd name="connsiteY1734" fmla="*/ 291688 h 991075"/>
                <a:gd name="connsiteX1735" fmla="*/ 3092553 w 5091276"/>
                <a:gd name="connsiteY1735" fmla="*/ 354666 h 991075"/>
                <a:gd name="connsiteX1736" fmla="*/ 3056092 w 5091276"/>
                <a:gd name="connsiteY1736" fmla="*/ 357980 h 991075"/>
                <a:gd name="connsiteX1737" fmla="*/ 3013001 w 5091276"/>
                <a:gd name="connsiteY1737" fmla="*/ 371239 h 991075"/>
                <a:gd name="connsiteX1738" fmla="*/ 2870472 w 5091276"/>
                <a:gd name="connsiteY1738" fmla="*/ 517083 h 991075"/>
                <a:gd name="connsiteX1739" fmla="*/ 2863843 w 5091276"/>
                <a:gd name="connsiteY1739" fmla="*/ 573432 h 991075"/>
                <a:gd name="connsiteX1740" fmla="*/ 2893675 w 5091276"/>
                <a:gd name="connsiteY1740" fmla="*/ 702702 h 991075"/>
                <a:gd name="connsiteX1741" fmla="*/ 2959967 w 5091276"/>
                <a:gd name="connsiteY1741" fmla="*/ 788883 h 991075"/>
                <a:gd name="connsiteX1742" fmla="*/ 3085923 w 5091276"/>
                <a:gd name="connsiteY1742" fmla="*/ 828658 h 991075"/>
                <a:gd name="connsiteX1743" fmla="*/ 3158845 w 5091276"/>
                <a:gd name="connsiteY1743" fmla="*/ 808771 h 991075"/>
                <a:gd name="connsiteX1744" fmla="*/ 3162160 w 5091276"/>
                <a:gd name="connsiteY1744" fmla="*/ 792197 h 991075"/>
                <a:gd name="connsiteX1745" fmla="*/ 3168789 w 5091276"/>
                <a:gd name="connsiteY1745" fmla="*/ 778939 h 991075"/>
                <a:gd name="connsiteX1746" fmla="*/ 3188677 w 5091276"/>
                <a:gd name="connsiteY1746" fmla="*/ 775624 h 991075"/>
                <a:gd name="connsiteX1747" fmla="*/ 3221823 w 5091276"/>
                <a:gd name="connsiteY1747" fmla="*/ 795512 h 991075"/>
                <a:gd name="connsiteX1748" fmla="*/ 3085923 w 5091276"/>
                <a:gd name="connsiteY1748" fmla="*/ 861805 h 991075"/>
                <a:gd name="connsiteX1749" fmla="*/ 2966597 w 5091276"/>
                <a:gd name="connsiteY1749" fmla="*/ 825344 h 991075"/>
                <a:gd name="connsiteX1750" fmla="*/ 2900304 w 5091276"/>
                <a:gd name="connsiteY1750" fmla="*/ 772310 h 991075"/>
                <a:gd name="connsiteX1751" fmla="*/ 2837326 w 5091276"/>
                <a:gd name="connsiteY1751" fmla="*/ 626466 h 991075"/>
                <a:gd name="connsiteX1752" fmla="*/ 2837326 w 5091276"/>
                <a:gd name="connsiteY1752" fmla="*/ 546915 h 991075"/>
                <a:gd name="connsiteX1753" fmla="*/ 2840640 w 5091276"/>
                <a:gd name="connsiteY1753" fmla="*/ 527027 h 991075"/>
                <a:gd name="connsiteX1754" fmla="*/ 2870472 w 5091276"/>
                <a:gd name="connsiteY1754" fmla="*/ 444161 h 991075"/>
                <a:gd name="connsiteX1755" fmla="*/ 3105811 w 5091276"/>
                <a:gd name="connsiteY1755" fmla="*/ 321519 h 991075"/>
                <a:gd name="connsiteX1756" fmla="*/ 3109126 w 5091276"/>
                <a:gd name="connsiteY1756" fmla="*/ 314890 h 991075"/>
                <a:gd name="connsiteX1757" fmla="*/ 3072665 w 5091276"/>
                <a:gd name="connsiteY1757" fmla="*/ 314890 h 991075"/>
                <a:gd name="connsiteX1758" fmla="*/ 2820753 w 5091276"/>
                <a:gd name="connsiteY1758" fmla="*/ 586690 h 991075"/>
                <a:gd name="connsiteX1759" fmla="*/ 2993114 w 5091276"/>
                <a:gd name="connsiteY1759" fmla="*/ 851861 h 991075"/>
                <a:gd name="connsiteX1760" fmla="*/ 3019631 w 5091276"/>
                <a:gd name="connsiteY1760" fmla="*/ 861805 h 991075"/>
                <a:gd name="connsiteX1761" fmla="*/ 3085923 w 5091276"/>
                <a:gd name="connsiteY1761" fmla="*/ 875063 h 991075"/>
                <a:gd name="connsiteX1762" fmla="*/ 3231767 w 5091276"/>
                <a:gd name="connsiteY1762" fmla="*/ 818714 h 991075"/>
                <a:gd name="connsiteX1763" fmla="*/ 3072665 w 5091276"/>
                <a:gd name="connsiteY1763" fmla="*/ 885007 h 991075"/>
                <a:gd name="connsiteX1764" fmla="*/ 3013001 w 5091276"/>
                <a:gd name="connsiteY1764" fmla="*/ 878378 h 991075"/>
                <a:gd name="connsiteX1765" fmla="*/ 2923506 w 5091276"/>
                <a:gd name="connsiteY1765" fmla="*/ 848546 h 991075"/>
                <a:gd name="connsiteX1766" fmla="*/ 2810809 w 5091276"/>
                <a:gd name="connsiteY1766" fmla="*/ 745793 h 991075"/>
                <a:gd name="connsiteX1767" fmla="*/ 2797550 w 5091276"/>
                <a:gd name="connsiteY1767" fmla="*/ 719275 h 991075"/>
                <a:gd name="connsiteX1768" fmla="*/ 2774348 w 5091276"/>
                <a:gd name="connsiteY1768" fmla="*/ 643039 h 991075"/>
                <a:gd name="connsiteX1769" fmla="*/ 2774348 w 5091276"/>
                <a:gd name="connsiteY1769" fmla="*/ 576746 h 991075"/>
                <a:gd name="connsiteX1770" fmla="*/ 2784292 w 5091276"/>
                <a:gd name="connsiteY1770" fmla="*/ 510454 h 991075"/>
                <a:gd name="connsiteX1771" fmla="*/ 2896989 w 5091276"/>
                <a:gd name="connsiteY1771" fmla="*/ 348037 h 991075"/>
                <a:gd name="connsiteX1772" fmla="*/ 2966597 w 5091276"/>
                <a:gd name="connsiteY1772" fmla="*/ 308261 h 991075"/>
                <a:gd name="connsiteX1773" fmla="*/ 3095867 w 5091276"/>
                <a:gd name="connsiteY1773" fmla="*/ 281744 h 991075"/>
                <a:gd name="connsiteX1774" fmla="*/ 3152216 w 5091276"/>
                <a:gd name="connsiteY1774" fmla="*/ 291688 h 991075"/>
                <a:gd name="connsiteX1775" fmla="*/ 2482660 w 5091276"/>
                <a:gd name="connsiteY1775" fmla="*/ 536971 h 991075"/>
                <a:gd name="connsiteX1776" fmla="*/ 2446199 w 5091276"/>
                <a:gd name="connsiteY1776" fmla="*/ 536971 h 991075"/>
                <a:gd name="connsiteX1777" fmla="*/ 2253950 w 5091276"/>
                <a:gd name="connsiteY1777" fmla="*/ 391127 h 991075"/>
                <a:gd name="connsiteX1778" fmla="*/ 2167770 w 5091276"/>
                <a:gd name="connsiteY1778" fmla="*/ 348037 h 991075"/>
                <a:gd name="connsiteX1779" fmla="*/ 2005353 w 5091276"/>
                <a:gd name="connsiteY1779" fmla="*/ 304946 h 991075"/>
                <a:gd name="connsiteX1780" fmla="*/ 1939060 w 5091276"/>
                <a:gd name="connsiteY1780" fmla="*/ 311576 h 991075"/>
                <a:gd name="connsiteX1781" fmla="*/ 1909229 w 5091276"/>
                <a:gd name="connsiteY1781" fmla="*/ 298317 h 991075"/>
                <a:gd name="connsiteX1782" fmla="*/ 2008668 w 5091276"/>
                <a:gd name="connsiteY1782" fmla="*/ 281744 h 991075"/>
                <a:gd name="connsiteX1783" fmla="*/ 2482660 w 5091276"/>
                <a:gd name="connsiteY1783" fmla="*/ 536971 h 991075"/>
                <a:gd name="connsiteX1784" fmla="*/ 2108107 w 5091276"/>
                <a:gd name="connsiteY1784" fmla="*/ 527027 h 991075"/>
                <a:gd name="connsiteX1785" fmla="*/ 2127994 w 5091276"/>
                <a:gd name="connsiteY1785" fmla="*/ 576746 h 991075"/>
                <a:gd name="connsiteX1786" fmla="*/ 2108107 w 5091276"/>
                <a:gd name="connsiteY1786" fmla="*/ 593319 h 991075"/>
                <a:gd name="connsiteX1787" fmla="*/ 2074960 w 5091276"/>
                <a:gd name="connsiteY1787" fmla="*/ 546915 h 991075"/>
                <a:gd name="connsiteX1788" fmla="*/ 1892655 w 5091276"/>
                <a:gd name="connsiteY1788" fmla="*/ 374554 h 991075"/>
                <a:gd name="connsiteX1789" fmla="*/ 1856194 w 5091276"/>
                <a:gd name="connsiteY1789" fmla="*/ 361295 h 991075"/>
                <a:gd name="connsiteX1790" fmla="*/ 1760070 w 5091276"/>
                <a:gd name="connsiteY1790" fmla="*/ 341407 h 991075"/>
                <a:gd name="connsiteX1791" fmla="*/ 1644058 w 5091276"/>
                <a:gd name="connsiteY1791" fmla="*/ 371239 h 991075"/>
                <a:gd name="connsiteX1792" fmla="*/ 1620856 w 5091276"/>
                <a:gd name="connsiteY1792" fmla="*/ 387812 h 991075"/>
                <a:gd name="connsiteX1793" fmla="*/ 1594338 w 5091276"/>
                <a:gd name="connsiteY1793" fmla="*/ 377868 h 991075"/>
                <a:gd name="connsiteX1794" fmla="*/ 1561192 w 5091276"/>
                <a:gd name="connsiteY1794" fmla="*/ 387812 h 991075"/>
                <a:gd name="connsiteX1795" fmla="*/ 1537990 w 5091276"/>
                <a:gd name="connsiteY1795" fmla="*/ 371239 h 991075"/>
                <a:gd name="connsiteX1796" fmla="*/ 1773329 w 5091276"/>
                <a:gd name="connsiteY1796" fmla="*/ 281744 h 991075"/>
                <a:gd name="connsiteX1797" fmla="*/ 2108107 w 5091276"/>
                <a:gd name="connsiteY1797" fmla="*/ 527027 h 991075"/>
                <a:gd name="connsiteX1798" fmla="*/ 2432941 w 5091276"/>
                <a:gd name="connsiteY1798" fmla="*/ 275115 h 991075"/>
                <a:gd name="connsiteX1799" fmla="*/ 2432941 w 5091276"/>
                <a:gd name="connsiteY1799" fmla="*/ 288373 h 991075"/>
                <a:gd name="connsiteX1800" fmla="*/ 2360019 w 5091276"/>
                <a:gd name="connsiteY1800" fmla="*/ 295002 h 991075"/>
                <a:gd name="connsiteX1801" fmla="*/ 2293726 w 5091276"/>
                <a:gd name="connsiteY1801" fmla="*/ 314890 h 991075"/>
                <a:gd name="connsiteX1802" fmla="*/ 2270524 w 5091276"/>
                <a:gd name="connsiteY1802" fmla="*/ 295002 h 991075"/>
                <a:gd name="connsiteX1803" fmla="*/ 2379907 w 5091276"/>
                <a:gd name="connsiteY1803" fmla="*/ 275115 h 991075"/>
                <a:gd name="connsiteX1804" fmla="*/ 2432941 w 5091276"/>
                <a:gd name="connsiteY1804" fmla="*/ 275115 h 991075"/>
                <a:gd name="connsiteX1805" fmla="*/ 1362314 w 5091276"/>
                <a:gd name="connsiteY1805" fmla="*/ 288373 h 991075"/>
                <a:gd name="connsiteX1806" fmla="*/ 1315909 w 5091276"/>
                <a:gd name="connsiteY1806" fmla="*/ 321519 h 991075"/>
                <a:gd name="connsiteX1807" fmla="*/ 1242987 w 5091276"/>
                <a:gd name="connsiteY1807" fmla="*/ 321519 h 991075"/>
                <a:gd name="connsiteX1808" fmla="*/ 1001019 w 5091276"/>
                <a:gd name="connsiteY1808" fmla="*/ 609893 h 991075"/>
                <a:gd name="connsiteX1809" fmla="*/ 1279448 w 5091276"/>
                <a:gd name="connsiteY1809" fmla="*/ 868434 h 991075"/>
                <a:gd name="connsiteX1810" fmla="*/ 1435236 w 5091276"/>
                <a:gd name="connsiteY1810" fmla="*/ 831973 h 991075"/>
                <a:gd name="connsiteX1811" fmla="*/ 1398775 w 5091276"/>
                <a:gd name="connsiteY1811" fmla="*/ 865119 h 991075"/>
                <a:gd name="connsiteX1812" fmla="*/ 1279448 w 5091276"/>
                <a:gd name="connsiteY1812" fmla="*/ 888322 h 991075"/>
                <a:gd name="connsiteX1813" fmla="*/ 1027536 w 5091276"/>
                <a:gd name="connsiteY1813" fmla="*/ 765680 h 991075"/>
                <a:gd name="connsiteX1814" fmla="*/ 971187 w 5091276"/>
                <a:gd name="connsiteY1814" fmla="*/ 613207 h 991075"/>
                <a:gd name="connsiteX1815" fmla="*/ 971187 w 5091276"/>
                <a:gd name="connsiteY1815" fmla="*/ 550229 h 991075"/>
                <a:gd name="connsiteX1816" fmla="*/ 991075 w 5091276"/>
                <a:gd name="connsiteY1816" fmla="*/ 457419 h 991075"/>
                <a:gd name="connsiteX1817" fmla="*/ 1107087 w 5091276"/>
                <a:gd name="connsiteY1817" fmla="*/ 318205 h 991075"/>
                <a:gd name="connsiteX1818" fmla="*/ 1163436 w 5091276"/>
                <a:gd name="connsiteY1818" fmla="*/ 295002 h 991075"/>
                <a:gd name="connsiteX1819" fmla="*/ 1183324 w 5091276"/>
                <a:gd name="connsiteY1819" fmla="*/ 291688 h 991075"/>
                <a:gd name="connsiteX1820" fmla="*/ 1262875 w 5091276"/>
                <a:gd name="connsiteY1820" fmla="*/ 275115 h 991075"/>
                <a:gd name="connsiteX1821" fmla="*/ 1362314 w 5091276"/>
                <a:gd name="connsiteY1821" fmla="*/ 288373 h 991075"/>
                <a:gd name="connsiteX1822" fmla="*/ 643039 w 5091276"/>
                <a:gd name="connsiteY1822" fmla="*/ 275115 h 991075"/>
                <a:gd name="connsiteX1823" fmla="*/ 643039 w 5091276"/>
                <a:gd name="connsiteY1823" fmla="*/ 288373 h 991075"/>
                <a:gd name="connsiteX1824" fmla="*/ 553544 w 5091276"/>
                <a:gd name="connsiteY1824" fmla="*/ 308261 h 991075"/>
                <a:gd name="connsiteX1825" fmla="*/ 497195 w 5091276"/>
                <a:gd name="connsiteY1825" fmla="*/ 328149 h 991075"/>
                <a:gd name="connsiteX1826" fmla="*/ 487251 w 5091276"/>
                <a:gd name="connsiteY1826" fmla="*/ 324834 h 991075"/>
                <a:gd name="connsiteX1827" fmla="*/ 483936 w 5091276"/>
                <a:gd name="connsiteY1827" fmla="*/ 314890 h 991075"/>
                <a:gd name="connsiteX1828" fmla="*/ 616522 w 5091276"/>
                <a:gd name="connsiteY1828" fmla="*/ 271800 h 991075"/>
                <a:gd name="connsiteX1829" fmla="*/ 643039 w 5091276"/>
                <a:gd name="connsiteY1829" fmla="*/ 275115 h 991075"/>
                <a:gd name="connsiteX1830" fmla="*/ 2628504 w 5091276"/>
                <a:gd name="connsiteY1830" fmla="*/ 268485 h 991075"/>
                <a:gd name="connsiteX1831" fmla="*/ 2737887 w 5091276"/>
                <a:gd name="connsiteY1831" fmla="*/ 308261 h 991075"/>
                <a:gd name="connsiteX1832" fmla="*/ 2717999 w 5091276"/>
                <a:gd name="connsiteY1832" fmla="*/ 318205 h 991075"/>
                <a:gd name="connsiteX1833" fmla="*/ 2661650 w 5091276"/>
                <a:gd name="connsiteY1833" fmla="*/ 295002 h 991075"/>
                <a:gd name="connsiteX1834" fmla="*/ 2611931 w 5091276"/>
                <a:gd name="connsiteY1834" fmla="*/ 278429 h 991075"/>
                <a:gd name="connsiteX1835" fmla="*/ 2611931 w 5091276"/>
                <a:gd name="connsiteY1835" fmla="*/ 268485 h 991075"/>
                <a:gd name="connsiteX1836" fmla="*/ 2628504 w 5091276"/>
                <a:gd name="connsiteY1836" fmla="*/ 268485 h 991075"/>
                <a:gd name="connsiteX1837" fmla="*/ 938041 w 5091276"/>
                <a:gd name="connsiteY1837" fmla="*/ 301632 h 991075"/>
                <a:gd name="connsiteX1838" fmla="*/ 911524 w 5091276"/>
                <a:gd name="connsiteY1838" fmla="*/ 311576 h 991075"/>
                <a:gd name="connsiteX1839" fmla="*/ 845231 w 5091276"/>
                <a:gd name="connsiteY1839" fmla="*/ 271800 h 991075"/>
                <a:gd name="connsiteX1840" fmla="*/ 835288 w 5091276"/>
                <a:gd name="connsiteY1840" fmla="*/ 261856 h 991075"/>
                <a:gd name="connsiteX1841" fmla="*/ 838602 w 5091276"/>
                <a:gd name="connsiteY1841" fmla="*/ 251912 h 991075"/>
                <a:gd name="connsiteX1842" fmla="*/ 938041 w 5091276"/>
                <a:gd name="connsiteY1842" fmla="*/ 301632 h 991075"/>
                <a:gd name="connsiteX1843" fmla="*/ 2817438 w 5091276"/>
                <a:gd name="connsiteY1843" fmla="*/ 324834 h 991075"/>
                <a:gd name="connsiteX1844" fmla="*/ 2810809 w 5091276"/>
                <a:gd name="connsiteY1844" fmla="*/ 334778 h 991075"/>
                <a:gd name="connsiteX1845" fmla="*/ 2794236 w 5091276"/>
                <a:gd name="connsiteY1845" fmla="*/ 318205 h 991075"/>
                <a:gd name="connsiteX1846" fmla="*/ 2628504 w 5091276"/>
                <a:gd name="connsiteY1846" fmla="*/ 255227 h 991075"/>
                <a:gd name="connsiteX1847" fmla="*/ 2641762 w 5091276"/>
                <a:gd name="connsiteY1847" fmla="*/ 238654 h 991075"/>
                <a:gd name="connsiteX1848" fmla="*/ 2817438 w 5091276"/>
                <a:gd name="connsiteY1848" fmla="*/ 324834 h 991075"/>
                <a:gd name="connsiteX1849" fmla="*/ 669556 w 5091276"/>
                <a:gd name="connsiteY1849" fmla="*/ 241968 h 991075"/>
                <a:gd name="connsiteX1850" fmla="*/ 676185 w 5091276"/>
                <a:gd name="connsiteY1850" fmla="*/ 251912 h 991075"/>
                <a:gd name="connsiteX1851" fmla="*/ 666241 w 5091276"/>
                <a:gd name="connsiteY1851" fmla="*/ 261856 h 991075"/>
                <a:gd name="connsiteX1852" fmla="*/ 590005 w 5091276"/>
                <a:gd name="connsiteY1852" fmla="*/ 261856 h 991075"/>
                <a:gd name="connsiteX1853" fmla="*/ 523712 w 5091276"/>
                <a:gd name="connsiteY1853" fmla="*/ 278429 h 991075"/>
                <a:gd name="connsiteX1854" fmla="*/ 464049 w 5091276"/>
                <a:gd name="connsiteY1854" fmla="*/ 304946 h 991075"/>
                <a:gd name="connsiteX1855" fmla="*/ 437532 w 5091276"/>
                <a:gd name="connsiteY1855" fmla="*/ 285058 h 991075"/>
                <a:gd name="connsiteX1856" fmla="*/ 513768 w 5091276"/>
                <a:gd name="connsiteY1856" fmla="*/ 255227 h 991075"/>
                <a:gd name="connsiteX1857" fmla="*/ 546914 w 5091276"/>
                <a:gd name="connsiteY1857" fmla="*/ 255227 h 991075"/>
                <a:gd name="connsiteX1858" fmla="*/ 603263 w 5091276"/>
                <a:gd name="connsiteY1858" fmla="*/ 238654 h 991075"/>
                <a:gd name="connsiteX1859" fmla="*/ 669556 w 5091276"/>
                <a:gd name="connsiteY1859" fmla="*/ 241968 h 991075"/>
                <a:gd name="connsiteX1860" fmla="*/ 3172104 w 5091276"/>
                <a:gd name="connsiteY1860" fmla="*/ 245283 h 991075"/>
                <a:gd name="connsiteX1861" fmla="*/ 3344465 w 5091276"/>
                <a:gd name="connsiteY1861" fmla="*/ 348037 h 991075"/>
                <a:gd name="connsiteX1862" fmla="*/ 3317948 w 5091276"/>
                <a:gd name="connsiteY1862" fmla="*/ 367924 h 991075"/>
                <a:gd name="connsiteX1863" fmla="*/ 3205250 w 5091276"/>
                <a:gd name="connsiteY1863" fmla="*/ 281744 h 991075"/>
                <a:gd name="connsiteX1864" fmla="*/ 3172104 w 5091276"/>
                <a:gd name="connsiteY1864" fmla="*/ 288373 h 991075"/>
                <a:gd name="connsiteX1865" fmla="*/ 3152216 w 5091276"/>
                <a:gd name="connsiteY1865" fmla="*/ 275115 h 991075"/>
                <a:gd name="connsiteX1866" fmla="*/ 3085923 w 5091276"/>
                <a:gd name="connsiteY1866" fmla="*/ 268485 h 991075"/>
                <a:gd name="connsiteX1867" fmla="*/ 2926821 w 5091276"/>
                <a:gd name="connsiteY1867" fmla="*/ 314890 h 991075"/>
                <a:gd name="connsiteX1868" fmla="*/ 2834011 w 5091276"/>
                <a:gd name="connsiteY1868" fmla="*/ 374554 h 991075"/>
                <a:gd name="connsiteX1869" fmla="*/ 2761089 w 5091276"/>
                <a:gd name="connsiteY1869" fmla="*/ 609893 h 991075"/>
                <a:gd name="connsiteX1870" fmla="*/ 2777662 w 5091276"/>
                <a:gd name="connsiteY1870" fmla="*/ 706017 h 991075"/>
                <a:gd name="connsiteX1871" fmla="*/ 2731258 w 5091276"/>
                <a:gd name="connsiteY1871" fmla="*/ 580061 h 991075"/>
                <a:gd name="connsiteX1872" fmla="*/ 2784292 w 5091276"/>
                <a:gd name="connsiteY1872" fmla="*/ 404385 h 991075"/>
                <a:gd name="connsiteX1873" fmla="*/ 3082609 w 5091276"/>
                <a:gd name="connsiteY1873" fmla="*/ 235339 h 991075"/>
                <a:gd name="connsiteX1874" fmla="*/ 3172104 w 5091276"/>
                <a:gd name="connsiteY1874" fmla="*/ 245283 h 991075"/>
                <a:gd name="connsiteX1875" fmla="*/ 2350075 w 5091276"/>
                <a:gd name="connsiteY1875" fmla="*/ 255227 h 991075"/>
                <a:gd name="connsiteX1876" fmla="*/ 2393165 w 5091276"/>
                <a:gd name="connsiteY1876" fmla="*/ 235339 h 991075"/>
                <a:gd name="connsiteX1877" fmla="*/ 2459458 w 5091276"/>
                <a:gd name="connsiteY1877" fmla="*/ 238654 h 991075"/>
                <a:gd name="connsiteX1878" fmla="*/ 2446199 w 5091276"/>
                <a:gd name="connsiteY1878" fmla="*/ 261856 h 991075"/>
                <a:gd name="connsiteX1879" fmla="*/ 2376592 w 5091276"/>
                <a:gd name="connsiteY1879" fmla="*/ 261856 h 991075"/>
                <a:gd name="connsiteX1880" fmla="*/ 2250636 w 5091276"/>
                <a:gd name="connsiteY1880" fmla="*/ 281744 h 991075"/>
                <a:gd name="connsiteX1881" fmla="*/ 2224119 w 5091276"/>
                <a:gd name="connsiteY1881" fmla="*/ 265171 h 991075"/>
                <a:gd name="connsiteX1882" fmla="*/ 2323558 w 5091276"/>
                <a:gd name="connsiteY1882" fmla="*/ 235339 h 991075"/>
                <a:gd name="connsiteX1883" fmla="*/ 2350075 w 5091276"/>
                <a:gd name="connsiteY1883" fmla="*/ 255227 h 991075"/>
                <a:gd name="connsiteX1884" fmla="*/ 715961 w 5091276"/>
                <a:gd name="connsiteY1884" fmla="*/ 483936 h 991075"/>
                <a:gd name="connsiteX1885" fmla="*/ 792197 w 5091276"/>
                <a:gd name="connsiteY1885" fmla="*/ 411015 h 991075"/>
                <a:gd name="connsiteX1886" fmla="*/ 755736 w 5091276"/>
                <a:gd name="connsiteY1886" fmla="*/ 367924 h 991075"/>
                <a:gd name="connsiteX1887" fmla="*/ 735849 w 5091276"/>
                <a:gd name="connsiteY1887" fmla="*/ 387812 h 991075"/>
                <a:gd name="connsiteX1888" fmla="*/ 722590 w 5091276"/>
                <a:gd name="connsiteY1888" fmla="*/ 387812 h 991075"/>
                <a:gd name="connsiteX1889" fmla="*/ 719275 w 5091276"/>
                <a:gd name="connsiteY1889" fmla="*/ 377868 h 991075"/>
                <a:gd name="connsiteX1890" fmla="*/ 765680 w 5091276"/>
                <a:gd name="connsiteY1890" fmla="*/ 351351 h 991075"/>
                <a:gd name="connsiteX1891" fmla="*/ 805456 w 5091276"/>
                <a:gd name="connsiteY1891" fmla="*/ 367924 h 991075"/>
                <a:gd name="connsiteX1892" fmla="*/ 815400 w 5091276"/>
                <a:gd name="connsiteY1892" fmla="*/ 344722 h 991075"/>
                <a:gd name="connsiteX1893" fmla="*/ 838602 w 5091276"/>
                <a:gd name="connsiteY1893" fmla="*/ 344722 h 991075"/>
                <a:gd name="connsiteX1894" fmla="*/ 861805 w 5091276"/>
                <a:gd name="connsiteY1894" fmla="*/ 404385 h 991075"/>
                <a:gd name="connsiteX1895" fmla="*/ 944670 w 5091276"/>
                <a:gd name="connsiteY1895" fmla="*/ 351351 h 991075"/>
                <a:gd name="connsiteX1896" fmla="*/ 918153 w 5091276"/>
                <a:gd name="connsiteY1896" fmla="*/ 341407 h 991075"/>
                <a:gd name="connsiteX1897" fmla="*/ 918153 w 5091276"/>
                <a:gd name="connsiteY1897" fmla="*/ 331463 h 991075"/>
                <a:gd name="connsiteX1898" fmla="*/ 944670 w 5091276"/>
                <a:gd name="connsiteY1898" fmla="*/ 318205 h 991075"/>
                <a:gd name="connsiteX1899" fmla="*/ 994390 w 5091276"/>
                <a:gd name="connsiteY1899" fmla="*/ 357980 h 991075"/>
                <a:gd name="connsiteX1900" fmla="*/ 881692 w 5091276"/>
                <a:gd name="connsiteY1900" fmla="*/ 427588 h 991075"/>
                <a:gd name="connsiteX1901" fmla="*/ 828658 w 5091276"/>
                <a:gd name="connsiteY1901" fmla="*/ 523712 h 991075"/>
                <a:gd name="connsiteX1902" fmla="*/ 795512 w 5091276"/>
                <a:gd name="connsiteY1902" fmla="*/ 550229 h 991075"/>
                <a:gd name="connsiteX1903" fmla="*/ 745792 w 5091276"/>
                <a:gd name="connsiteY1903" fmla="*/ 563488 h 991075"/>
                <a:gd name="connsiteX1904" fmla="*/ 679500 w 5091276"/>
                <a:gd name="connsiteY1904" fmla="*/ 546915 h 991075"/>
                <a:gd name="connsiteX1905" fmla="*/ 666241 w 5091276"/>
                <a:gd name="connsiteY1905" fmla="*/ 533656 h 991075"/>
                <a:gd name="connsiteX1906" fmla="*/ 616522 w 5091276"/>
                <a:gd name="connsiteY1906" fmla="*/ 527027 h 991075"/>
                <a:gd name="connsiteX1907" fmla="*/ 497195 w 5091276"/>
                <a:gd name="connsiteY1907" fmla="*/ 440846 h 991075"/>
                <a:gd name="connsiteX1908" fmla="*/ 454105 w 5091276"/>
                <a:gd name="connsiteY1908" fmla="*/ 411015 h 991075"/>
                <a:gd name="connsiteX1909" fmla="*/ 361295 w 5091276"/>
                <a:gd name="connsiteY1909" fmla="*/ 351351 h 991075"/>
                <a:gd name="connsiteX1910" fmla="*/ 228710 w 5091276"/>
                <a:gd name="connsiteY1910" fmla="*/ 321519 h 991075"/>
                <a:gd name="connsiteX1911" fmla="*/ 86180 w 5091276"/>
                <a:gd name="connsiteY1911" fmla="*/ 354666 h 991075"/>
                <a:gd name="connsiteX1912" fmla="*/ 66293 w 5091276"/>
                <a:gd name="connsiteY1912" fmla="*/ 341407 h 991075"/>
                <a:gd name="connsiteX1913" fmla="*/ 235339 w 5091276"/>
                <a:gd name="connsiteY1913" fmla="*/ 301632 h 991075"/>
                <a:gd name="connsiteX1914" fmla="*/ 334778 w 5091276"/>
                <a:gd name="connsiteY1914" fmla="*/ 311576 h 991075"/>
                <a:gd name="connsiteX1915" fmla="*/ 696073 w 5091276"/>
                <a:gd name="connsiteY1915" fmla="*/ 523712 h 991075"/>
                <a:gd name="connsiteX1916" fmla="*/ 812085 w 5091276"/>
                <a:gd name="connsiteY1916" fmla="*/ 464049 h 991075"/>
                <a:gd name="connsiteX1917" fmla="*/ 805456 w 5091276"/>
                <a:gd name="connsiteY1917" fmla="*/ 460734 h 991075"/>
                <a:gd name="connsiteX1918" fmla="*/ 782253 w 5091276"/>
                <a:gd name="connsiteY1918" fmla="*/ 483936 h 991075"/>
                <a:gd name="connsiteX1919" fmla="*/ 742478 w 5091276"/>
                <a:gd name="connsiteY1919" fmla="*/ 503824 h 991075"/>
                <a:gd name="connsiteX1920" fmla="*/ 696073 w 5091276"/>
                <a:gd name="connsiteY1920" fmla="*/ 510454 h 991075"/>
                <a:gd name="connsiteX1921" fmla="*/ 248597 w 5091276"/>
                <a:gd name="connsiteY1921" fmla="*/ 285058 h 991075"/>
                <a:gd name="connsiteX1922" fmla="*/ 112698 w 5091276"/>
                <a:gd name="connsiteY1922" fmla="*/ 301632 h 991075"/>
                <a:gd name="connsiteX1923" fmla="*/ 39776 w 5091276"/>
                <a:gd name="connsiteY1923" fmla="*/ 331463 h 991075"/>
                <a:gd name="connsiteX1924" fmla="*/ 0 w 5091276"/>
                <a:gd name="connsiteY1924" fmla="*/ 314890 h 991075"/>
                <a:gd name="connsiteX1925" fmla="*/ 106068 w 5091276"/>
                <a:gd name="connsiteY1925" fmla="*/ 248598 h 991075"/>
                <a:gd name="connsiteX1926" fmla="*/ 202193 w 5091276"/>
                <a:gd name="connsiteY1926" fmla="*/ 232024 h 991075"/>
                <a:gd name="connsiteX1927" fmla="*/ 715961 w 5091276"/>
                <a:gd name="connsiteY1927" fmla="*/ 483936 h 991075"/>
                <a:gd name="connsiteX1928" fmla="*/ 1531360 w 5091276"/>
                <a:gd name="connsiteY1928" fmla="*/ 341407 h 991075"/>
                <a:gd name="connsiteX1929" fmla="*/ 1531360 w 5091276"/>
                <a:gd name="connsiteY1929" fmla="*/ 354666 h 991075"/>
                <a:gd name="connsiteX1930" fmla="*/ 1445180 w 5091276"/>
                <a:gd name="connsiteY1930" fmla="*/ 295002 h 991075"/>
                <a:gd name="connsiteX1931" fmla="*/ 1256246 w 5091276"/>
                <a:gd name="connsiteY1931" fmla="*/ 261856 h 991075"/>
                <a:gd name="connsiteX1932" fmla="*/ 1183324 w 5091276"/>
                <a:gd name="connsiteY1932" fmla="*/ 271800 h 991075"/>
                <a:gd name="connsiteX1933" fmla="*/ 1160122 w 5091276"/>
                <a:gd name="connsiteY1933" fmla="*/ 255227 h 991075"/>
                <a:gd name="connsiteX1934" fmla="*/ 1269504 w 5091276"/>
                <a:gd name="connsiteY1934" fmla="*/ 225395 h 991075"/>
                <a:gd name="connsiteX1935" fmla="*/ 1531360 w 5091276"/>
                <a:gd name="connsiteY1935" fmla="*/ 341407 h 991075"/>
                <a:gd name="connsiteX1936" fmla="*/ 825344 w 5091276"/>
                <a:gd name="connsiteY1936" fmla="*/ 245283 h 991075"/>
                <a:gd name="connsiteX1937" fmla="*/ 805456 w 5091276"/>
                <a:gd name="connsiteY1937" fmla="*/ 275115 h 991075"/>
                <a:gd name="connsiteX1938" fmla="*/ 825344 w 5091276"/>
                <a:gd name="connsiteY1938" fmla="*/ 314890 h 991075"/>
                <a:gd name="connsiteX1939" fmla="*/ 825344 w 5091276"/>
                <a:gd name="connsiteY1939" fmla="*/ 324834 h 991075"/>
                <a:gd name="connsiteX1940" fmla="*/ 815400 w 5091276"/>
                <a:gd name="connsiteY1940" fmla="*/ 328149 h 991075"/>
                <a:gd name="connsiteX1941" fmla="*/ 782253 w 5091276"/>
                <a:gd name="connsiteY1941" fmla="*/ 291688 h 991075"/>
                <a:gd name="connsiteX1942" fmla="*/ 729219 w 5091276"/>
                <a:gd name="connsiteY1942" fmla="*/ 278429 h 991075"/>
                <a:gd name="connsiteX1943" fmla="*/ 679500 w 5091276"/>
                <a:gd name="connsiteY1943" fmla="*/ 311576 h 991075"/>
                <a:gd name="connsiteX1944" fmla="*/ 656297 w 5091276"/>
                <a:gd name="connsiteY1944" fmla="*/ 324834 h 991075"/>
                <a:gd name="connsiteX1945" fmla="*/ 649668 w 5091276"/>
                <a:gd name="connsiteY1945" fmla="*/ 321519 h 991075"/>
                <a:gd name="connsiteX1946" fmla="*/ 649668 w 5091276"/>
                <a:gd name="connsiteY1946" fmla="*/ 301632 h 991075"/>
                <a:gd name="connsiteX1947" fmla="*/ 709331 w 5091276"/>
                <a:gd name="connsiteY1947" fmla="*/ 251912 h 991075"/>
                <a:gd name="connsiteX1948" fmla="*/ 759051 w 5091276"/>
                <a:gd name="connsiteY1948" fmla="*/ 248598 h 991075"/>
                <a:gd name="connsiteX1949" fmla="*/ 798827 w 5091276"/>
                <a:gd name="connsiteY1949" fmla="*/ 218766 h 991075"/>
                <a:gd name="connsiteX1950" fmla="*/ 825344 w 5091276"/>
                <a:gd name="connsiteY1950" fmla="*/ 245283 h 991075"/>
                <a:gd name="connsiteX1951" fmla="*/ 646353 w 5091276"/>
                <a:gd name="connsiteY1951" fmla="*/ 225395 h 991075"/>
                <a:gd name="connsiteX1952" fmla="*/ 599949 w 5091276"/>
                <a:gd name="connsiteY1952" fmla="*/ 222080 h 991075"/>
                <a:gd name="connsiteX1953" fmla="*/ 616522 w 5091276"/>
                <a:gd name="connsiteY1953" fmla="*/ 218766 h 991075"/>
                <a:gd name="connsiteX1954" fmla="*/ 646353 w 5091276"/>
                <a:gd name="connsiteY1954" fmla="*/ 225395 h 991075"/>
                <a:gd name="connsiteX1955" fmla="*/ 510453 w 5091276"/>
                <a:gd name="connsiteY1955" fmla="*/ 245283 h 991075"/>
                <a:gd name="connsiteX1956" fmla="*/ 417644 w 5091276"/>
                <a:gd name="connsiteY1956" fmla="*/ 271800 h 991075"/>
                <a:gd name="connsiteX1957" fmla="*/ 391127 w 5091276"/>
                <a:gd name="connsiteY1957" fmla="*/ 258541 h 991075"/>
                <a:gd name="connsiteX1958" fmla="*/ 510453 w 5091276"/>
                <a:gd name="connsiteY1958" fmla="*/ 218766 h 991075"/>
                <a:gd name="connsiteX1959" fmla="*/ 510453 w 5091276"/>
                <a:gd name="connsiteY1959" fmla="*/ 245283 h 991075"/>
                <a:gd name="connsiteX1960" fmla="*/ 732534 w 5091276"/>
                <a:gd name="connsiteY1960" fmla="*/ 235339 h 991075"/>
                <a:gd name="connsiteX1961" fmla="*/ 702702 w 5091276"/>
                <a:gd name="connsiteY1961" fmla="*/ 215451 h 991075"/>
                <a:gd name="connsiteX1962" fmla="*/ 759051 w 5091276"/>
                <a:gd name="connsiteY1962" fmla="*/ 222080 h 991075"/>
                <a:gd name="connsiteX1963" fmla="*/ 732534 w 5091276"/>
                <a:gd name="connsiteY1963" fmla="*/ 235339 h 991075"/>
                <a:gd name="connsiteX1964" fmla="*/ 2519121 w 5091276"/>
                <a:gd name="connsiteY1964" fmla="*/ 487251 h 991075"/>
                <a:gd name="connsiteX1965" fmla="*/ 2601987 w 5091276"/>
                <a:gd name="connsiteY1965" fmla="*/ 420958 h 991075"/>
                <a:gd name="connsiteX1966" fmla="*/ 2555582 w 5091276"/>
                <a:gd name="connsiteY1966" fmla="*/ 374554 h 991075"/>
                <a:gd name="connsiteX1967" fmla="*/ 2522436 w 5091276"/>
                <a:gd name="connsiteY1967" fmla="*/ 387812 h 991075"/>
                <a:gd name="connsiteX1968" fmla="*/ 2512492 w 5091276"/>
                <a:gd name="connsiteY1968" fmla="*/ 374554 h 991075"/>
                <a:gd name="connsiteX1969" fmla="*/ 2558897 w 5091276"/>
                <a:gd name="connsiteY1969" fmla="*/ 334778 h 991075"/>
                <a:gd name="connsiteX1970" fmla="*/ 2595358 w 5091276"/>
                <a:gd name="connsiteY1970" fmla="*/ 341407 h 991075"/>
                <a:gd name="connsiteX1971" fmla="*/ 2555582 w 5091276"/>
                <a:gd name="connsiteY1971" fmla="*/ 278429 h 991075"/>
                <a:gd name="connsiteX1972" fmla="*/ 2532380 w 5091276"/>
                <a:gd name="connsiteY1972" fmla="*/ 275115 h 991075"/>
                <a:gd name="connsiteX1973" fmla="*/ 2466087 w 5091276"/>
                <a:gd name="connsiteY1973" fmla="*/ 324834 h 991075"/>
                <a:gd name="connsiteX1974" fmla="*/ 2449514 w 5091276"/>
                <a:gd name="connsiteY1974" fmla="*/ 298317 h 991075"/>
                <a:gd name="connsiteX1975" fmla="*/ 2512492 w 5091276"/>
                <a:gd name="connsiteY1975" fmla="*/ 238654 h 991075"/>
                <a:gd name="connsiteX1976" fmla="*/ 2548953 w 5091276"/>
                <a:gd name="connsiteY1976" fmla="*/ 255227 h 991075"/>
                <a:gd name="connsiteX1977" fmla="*/ 2588728 w 5091276"/>
                <a:gd name="connsiteY1977" fmla="*/ 222080 h 991075"/>
                <a:gd name="connsiteX1978" fmla="*/ 2615245 w 5091276"/>
                <a:gd name="connsiteY1978" fmla="*/ 235339 h 991075"/>
                <a:gd name="connsiteX1979" fmla="*/ 2595358 w 5091276"/>
                <a:gd name="connsiteY1979" fmla="*/ 275115 h 991075"/>
                <a:gd name="connsiteX1980" fmla="*/ 2608616 w 5091276"/>
                <a:gd name="connsiteY1980" fmla="*/ 298317 h 991075"/>
                <a:gd name="connsiteX1981" fmla="*/ 2684853 w 5091276"/>
                <a:gd name="connsiteY1981" fmla="*/ 401071 h 991075"/>
                <a:gd name="connsiteX1982" fmla="*/ 2747831 w 5091276"/>
                <a:gd name="connsiteY1982" fmla="*/ 357980 h 991075"/>
                <a:gd name="connsiteX1983" fmla="*/ 2717999 w 5091276"/>
                <a:gd name="connsiteY1983" fmla="*/ 348037 h 991075"/>
                <a:gd name="connsiteX1984" fmla="*/ 2727943 w 5091276"/>
                <a:gd name="connsiteY1984" fmla="*/ 331463 h 991075"/>
                <a:gd name="connsiteX1985" fmla="*/ 2757775 w 5091276"/>
                <a:gd name="connsiteY1985" fmla="*/ 324834 h 991075"/>
                <a:gd name="connsiteX1986" fmla="*/ 2794236 w 5091276"/>
                <a:gd name="connsiteY1986" fmla="*/ 348037 h 991075"/>
                <a:gd name="connsiteX1987" fmla="*/ 2674909 w 5091276"/>
                <a:gd name="connsiteY1987" fmla="*/ 434217 h 991075"/>
                <a:gd name="connsiteX1988" fmla="*/ 2658336 w 5091276"/>
                <a:gd name="connsiteY1988" fmla="*/ 497195 h 991075"/>
                <a:gd name="connsiteX1989" fmla="*/ 2578784 w 5091276"/>
                <a:gd name="connsiteY1989" fmla="*/ 563488 h 991075"/>
                <a:gd name="connsiteX1990" fmla="*/ 2522436 w 5091276"/>
                <a:gd name="connsiteY1990" fmla="*/ 543600 h 991075"/>
                <a:gd name="connsiteX1991" fmla="*/ 2638448 w 5091276"/>
                <a:gd name="connsiteY1991" fmla="*/ 450790 h 991075"/>
                <a:gd name="connsiteX1992" fmla="*/ 2635133 w 5091276"/>
                <a:gd name="connsiteY1992" fmla="*/ 437532 h 991075"/>
                <a:gd name="connsiteX1993" fmla="*/ 2625189 w 5091276"/>
                <a:gd name="connsiteY1993" fmla="*/ 437532 h 991075"/>
                <a:gd name="connsiteX1994" fmla="*/ 2522436 w 5091276"/>
                <a:gd name="connsiteY1994" fmla="*/ 527027 h 991075"/>
                <a:gd name="connsiteX1995" fmla="*/ 2429626 w 5091276"/>
                <a:gd name="connsiteY1995" fmla="*/ 493880 h 991075"/>
                <a:gd name="connsiteX1996" fmla="*/ 2164455 w 5091276"/>
                <a:gd name="connsiteY1996" fmla="*/ 295002 h 991075"/>
                <a:gd name="connsiteX1997" fmla="*/ 2011982 w 5091276"/>
                <a:gd name="connsiteY1997" fmla="*/ 265171 h 991075"/>
                <a:gd name="connsiteX1998" fmla="*/ 1895970 w 5091276"/>
                <a:gd name="connsiteY1998" fmla="*/ 291688 h 991075"/>
                <a:gd name="connsiteX1999" fmla="*/ 1849565 w 5091276"/>
                <a:gd name="connsiteY1999" fmla="*/ 275115 h 991075"/>
                <a:gd name="connsiteX2000" fmla="*/ 2018612 w 5091276"/>
                <a:gd name="connsiteY2000" fmla="*/ 208822 h 991075"/>
                <a:gd name="connsiteX2001" fmla="*/ 2519121 w 5091276"/>
                <a:gd name="connsiteY2001" fmla="*/ 487251 h 991075"/>
                <a:gd name="connsiteX2002" fmla="*/ 2562211 w 5091276"/>
                <a:gd name="connsiteY2002" fmla="*/ 215451 h 991075"/>
                <a:gd name="connsiteX2003" fmla="*/ 2552267 w 5091276"/>
                <a:gd name="connsiteY2003" fmla="*/ 235339 h 991075"/>
                <a:gd name="connsiteX2004" fmla="*/ 2505863 w 5091276"/>
                <a:gd name="connsiteY2004" fmla="*/ 212137 h 991075"/>
                <a:gd name="connsiteX2005" fmla="*/ 2505863 w 5091276"/>
                <a:gd name="connsiteY2005" fmla="*/ 202193 h 991075"/>
                <a:gd name="connsiteX2006" fmla="*/ 2562211 w 5091276"/>
                <a:gd name="connsiteY2006" fmla="*/ 215451 h 991075"/>
                <a:gd name="connsiteX2007" fmla="*/ 2336816 w 5091276"/>
                <a:gd name="connsiteY2007" fmla="*/ 202193 h 991075"/>
                <a:gd name="connsiteX2008" fmla="*/ 2320243 w 5091276"/>
                <a:gd name="connsiteY2008" fmla="*/ 222080 h 991075"/>
                <a:gd name="connsiteX2009" fmla="*/ 2207546 w 5091276"/>
                <a:gd name="connsiteY2009" fmla="*/ 251912 h 991075"/>
                <a:gd name="connsiteX2010" fmla="*/ 2187658 w 5091276"/>
                <a:gd name="connsiteY2010" fmla="*/ 245283 h 991075"/>
                <a:gd name="connsiteX2011" fmla="*/ 2197602 w 5091276"/>
                <a:gd name="connsiteY2011" fmla="*/ 235339 h 991075"/>
                <a:gd name="connsiteX2012" fmla="*/ 2313614 w 5091276"/>
                <a:gd name="connsiteY2012" fmla="*/ 202193 h 991075"/>
                <a:gd name="connsiteX2013" fmla="*/ 2336816 w 5091276"/>
                <a:gd name="connsiteY2013" fmla="*/ 202193 h 991075"/>
                <a:gd name="connsiteX2014" fmla="*/ 4398518 w 5091276"/>
                <a:gd name="connsiteY2014" fmla="*/ 450790 h 991075"/>
                <a:gd name="connsiteX2015" fmla="*/ 4468125 w 5091276"/>
                <a:gd name="connsiteY2015" fmla="*/ 387812 h 991075"/>
                <a:gd name="connsiteX2016" fmla="*/ 4425035 w 5091276"/>
                <a:gd name="connsiteY2016" fmla="*/ 334778 h 991075"/>
                <a:gd name="connsiteX2017" fmla="*/ 4408462 w 5091276"/>
                <a:gd name="connsiteY2017" fmla="*/ 354666 h 991075"/>
                <a:gd name="connsiteX2018" fmla="*/ 4395203 w 5091276"/>
                <a:gd name="connsiteY2018" fmla="*/ 354666 h 991075"/>
                <a:gd name="connsiteX2019" fmla="*/ 4391889 w 5091276"/>
                <a:gd name="connsiteY2019" fmla="*/ 341407 h 991075"/>
                <a:gd name="connsiteX2020" fmla="*/ 4438293 w 5091276"/>
                <a:gd name="connsiteY2020" fmla="*/ 318205 h 991075"/>
                <a:gd name="connsiteX2021" fmla="*/ 4474755 w 5091276"/>
                <a:gd name="connsiteY2021" fmla="*/ 334778 h 991075"/>
                <a:gd name="connsiteX2022" fmla="*/ 4484699 w 5091276"/>
                <a:gd name="connsiteY2022" fmla="*/ 334778 h 991075"/>
                <a:gd name="connsiteX2023" fmla="*/ 4484699 w 5091276"/>
                <a:gd name="connsiteY2023" fmla="*/ 314890 h 991075"/>
                <a:gd name="connsiteX2024" fmla="*/ 4494642 w 5091276"/>
                <a:gd name="connsiteY2024" fmla="*/ 311576 h 991075"/>
                <a:gd name="connsiteX2025" fmla="*/ 4524474 w 5091276"/>
                <a:gd name="connsiteY2025" fmla="*/ 354666 h 991075"/>
                <a:gd name="connsiteX2026" fmla="*/ 4547676 w 5091276"/>
                <a:gd name="connsiteY2026" fmla="*/ 371239 h 991075"/>
                <a:gd name="connsiteX2027" fmla="*/ 4613969 w 5091276"/>
                <a:gd name="connsiteY2027" fmla="*/ 328149 h 991075"/>
                <a:gd name="connsiteX2028" fmla="*/ 4587452 w 5091276"/>
                <a:gd name="connsiteY2028" fmla="*/ 308261 h 991075"/>
                <a:gd name="connsiteX2029" fmla="*/ 4587452 w 5091276"/>
                <a:gd name="connsiteY2029" fmla="*/ 298317 h 991075"/>
                <a:gd name="connsiteX2030" fmla="*/ 4610654 w 5091276"/>
                <a:gd name="connsiteY2030" fmla="*/ 288373 h 991075"/>
                <a:gd name="connsiteX2031" fmla="*/ 4663689 w 5091276"/>
                <a:gd name="connsiteY2031" fmla="*/ 328149 h 991075"/>
                <a:gd name="connsiteX2032" fmla="*/ 4557620 w 5091276"/>
                <a:gd name="connsiteY2032" fmla="*/ 401071 h 991075"/>
                <a:gd name="connsiteX2033" fmla="*/ 4461496 w 5091276"/>
                <a:gd name="connsiteY2033" fmla="*/ 523712 h 991075"/>
                <a:gd name="connsiteX2034" fmla="*/ 4438293 w 5091276"/>
                <a:gd name="connsiteY2034" fmla="*/ 530341 h 991075"/>
                <a:gd name="connsiteX2035" fmla="*/ 4368686 w 5091276"/>
                <a:gd name="connsiteY2035" fmla="*/ 513768 h 991075"/>
                <a:gd name="connsiteX2036" fmla="*/ 4352113 w 5091276"/>
                <a:gd name="connsiteY2036" fmla="*/ 500510 h 991075"/>
                <a:gd name="connsiteX2037" fmla="*/ 4305708 w 5091276"/>
                <a:gd name="connsiteY2037" fmla="*/ 493880 h 991075"/>
                <a:gd name="connsiteX2038" fmla="*/ 4176437 w 5091276"/>
                <a:gd name="connsiteY2038" fmla="*/ 407700 h 991075"/>
                <a:gd name="connsiteX2039" fmla="*/ 4139977 w 5091276"/>
                <a:gd name="connsiteY2039" fmla="*/ 384497 h 991075"/>
                <a:gd name="connsiteX2040" fmla="*/ 3894694 w 5091276"/>
                <a:gd name="connsiteY2040" fmla="*/ 288373 h 991075"/>
                <a:gd name="connsiteX2041" fmla="*/ 3791940 w 5091276"/>
                <a:gd name="connsiteY2041" fmla="*/ 304946 h 991075"/>
                <a:gd name="connsiteX2042" fmla="*/ 3758794 w 5091276"/>
                <a:gd name="connsiteY2042" fmla="*/ 321519 h 991075"/>
                <a:gd name="connsiteX2043" fmla="*/ 3735591 w 5091276"/>
                <a:gd name="connsiteY2043" fmla="*/ 308261 h 991075"/>
                <a:gd name="connsiteX2044" fmla="*/ 3901323 w 5091276"/>
                <a:gd name="connsiteY2044" fmla="*/ 268485 h 991075"/>
                <a:gd name="connsiteX2045" fmla="*/ 4388574 w 5091276"/>
                <a:gd name="connsiteY2045" fmla="*/ 493880 h 991075"/>
                <a:gd name="connsiteX2046" fmla="*/ 4494642 w 5091276"/>
                <a:gd name="connsiteY2046" fmla="*/ 440846 h 991075"/>
                <a:gd name="connsiteX2047" fmla="*/ 4491328 w 5091276"/>
                <a:gd name="connsiteY2047" fmla="*/ 427588 h 991075"/>
                <a:gd name="connsiteX2048" fmla="*/ 4385259 w 5091276"/>
                <a:gd name="connsiteY2048" fmla="*/ 477307 h 991075"/>
                <a:gd name="connsiteX2049" fmla="*/ 3901323 w 5091276"/>
                <a:gd name="connsiteY2049" fmla="*/ 255227 h 991075"/>
                <a:gd name="connsiteX2050" fmla="*/ 3805198 w 5091276"/>
                <a:gd name="connsiteY2050" fmla="*/ 261856 h 991075"/>
                <a:gd name="connsiteX2051" fmla="*/ 3709074 w 5091276"/>
                <a:gd name="connsiteY2051" fmla="*/ 301632 h 991075"/>
                <a:gd name="connsiteX2052" fmla="*/ 3665984 w 5091276"/>
                <a:gd name="connsiteY2052" fmla="*/ 285058 h 991075"/>
                <a:gd name="connsiteX2053" fmla="*/ 3858233 w 5091276"/>
                <a:gd name="connsiteY2053" fmla="*/ 198878 h 991075"/>
                <a:gd name="connsiteX2054" fmla="*/ 4398518 w 5091276"/>
                <a:gd name="connsiteY2054" fmla="*/ 450790 h 991075"/>
                <a:gd name="connsiteX2055" fmla="*/ 3334521 w 5091276"/>
                <a:gd name="connsiteY2055" fmla="*/ 278429 h 991075"/>
                <a:gd name="connsiteX2056" fmla="*/ 3377611 w 5091276"/>
                <a:gd name="connsiteY2056" fmla="*/ 324834 h 991075"/>
                <a:gd name="connsiteX2057" fmla="*/ 3361038 w 5091276"/>
                <a:gd name="connsiteY2057" fmla="*/ 341407 h 991075"/>
                <a:gd name="connsiteX2058" fmla="*/ 3079294 w 5091276"/>
                <a:gd name="connsiteY2058" fmla="*/ 225395 h 991075"/>
                <a:gd name="connsiteX2059" fmla="*/ 2959967 w 5091276"/>
                <a:gd name="connsiteY2059" fmla="*/ 238654 h 991075"/>
                <a:gd name="connsiteX2060" fmla="*/ 2950023 w 5091276"/>
                <a:gd name="connsiteY2060" fmla="*/ 235339 h 991075"/>
                <a:gd name="connsiteX2061" fmla="*/ 3089238 w 5091276"/>
                <a:gd name="connsiteY2061" fmla="*/ 192249 h 991075"/>
                <a:gd name="connsiteX2062" fmla="*/ 3334521 w 5091276"/>
                <a:gd name="connsiteY2062" fmla="*/ 278429 h 991075"/>
                <a:gd name="connsiteX2063" fmla="*/ 1448495 w 5091276"/>
                <a:gd name="connsiteY2063" fmla="*/ 238654 h 991075"/>
                <a:gd name="connsiteX2064" fmla="*/ 1564507 w 5091276"/>
                <a:gd name="connsiteY2064" fmla="*/ 324834 h 991075"/>
                <a:gd name="connsiteX2065" fmla="*/ 1547934 w 5091276"/>
                <a:gd name="connsiteY2065" fmla="*/ 338093 h 991075"/>
                <a:gd name="connsiteX2066" fmla="*/ 1448495 w 5091276"/>
                <a:gd name="connsiteY2066" fmla="*/ 255227 h 991075"/>
                <a:gd name="connsiteX2067" fmla="*/ 1266190 w 5091276"/>
                <a:gd name="connsiteY2067" fmla="*/ 215451 h 991075"/>
                <a:gd name="connsiteX2068" fmla="*/ 1176695 w 5091276"/>
                <a:gd name="connsiteY2068" fmla="*/ 225395 h 991075"/>
                <a:gd name="connsiteX2069" fmla="*/ 1143548 w 5091276"/>
                <a:gd name="connsiteY2069" fmla="*/ 238654 h 991075"/>
                <a:gd name="connsiteX2070" fmla="*/ 1120346 w 5091276"/>
                <a:gd name="connsiteY2070" fmla="*/ 218766 h 991075"/>
                <a:gd name="connsiteX2071" fmla="*/ 1140234 w 5091276"/>
                <a:gd name="connsiteY2071" fmla="*/ 205507 h 991075"/>
                <a:gd name="connsiteX2072" fmla="*/ 1239673 w 5091276"/>
                <a:gd name="connsiteY2072" fmla="*/ 192249 h 991075"/>
                <a:gd name="connsiteX2073" fmla="*/ 1448495 w 5091276"/>
                <a:gd name="connsiteY2073" fmla="*/ 238654 h 991075"/>
                <a:gd name="connsiteX2074" fmla="*/ 4484699 w 5091276"/>
                <a:gd name="connsiteY2074" fmla="*/ 215451 h 991075"/>
                <a:gd name="connsiteX2075" fmla="*/ 4468125 w 5091276"/>
                <a:gd name="connsiteY2075" fmla="*/ 241968 h 991075"/>
                <a:gd name="connsiteX2076" fmla="*/ 4494642 w 5091276"/>
                <a:gd name="connsiteY2076" fmla="*/ 291688 h 991075"/>
                <a:gd name="connsiteX2077" fmla="*/ 4484699 w 5091276"/>
                <a:gd name="connsiteY2077" fmla="*/ 298317 h 991075"/>
                <a:gd name="connsiteX2078" fmla="*/ 4391889 w 5091276"/>
                <a:gd name="connsiteY2078" fmla="*/ 245283 h 991075"/>
                <a:gd name="connsiteX2079" fmla="*/ 4352113 w 5091276"/>
                <a:gd name="connsiteY2079" fmla="*/ 261856 h 991075"/>
                <a:gd name="connsiteX2080" fmla="*/ 4345484 w 5091276"/>
                <a:gd name="connsiteY2080" fmla="*/ 281744 h 991075"/>
                <a:gd name="connsiteX2081" fmla="*/ 4325596 w 5091276"/>
                <a:gd name="connsiteY2081" fmla="*/ 291688 h 991075"/>
                <a:gd name="connsiteX2082" fmla="*/ 4315652 w 5091276"/>
                <a:gd name="connsiteY2082" fmla="*/ 275115 h 991075"/>
                <a:gd name="connsiteX2083" fmla="*/ 4388574 w 5091276"/>
                <a:gd name="connsiteY2083" fmla="*/ 215451 h 991075"/>
                <a:gd name="connsiteX2084" fmla="*/ 4415091 w 5091276"/>
                <a:gd name="connsiteY2084" fmla="*/ 222080 h 991075"/>
                <a:gd name="connsiteX2085" fmla="*/ 4454867 w 5091276"/>
                <a:gd name="connsiteY2085" fmla="*/ 185619 h 991075"/>
                <a:gd name="connsiteX2086" fmla="*/ 4484699 w 5091276"/>
                <a:gd name="connsiteY2086" fmla="*/ 215451 h 991075"/>
                <a:gd name="connsiteX2087" fmla="*/ 2495919 w 5091276"/>
                <a:gd name="connsiteY2087" fmla="*/ 218766 h 991075"/>
                <a:gd name="connsiteX2088" fmla="*/ 2479346 w 5091276"/>
                <a:gd name="connsiteY2088" fmla="*/ 232024 h 991075"/>
                <a:gd name="connsiteX2089" fmla="*/ 2416368 w 5091276"/>
                <a:gd name="connsiteY2089" fmla="*/ 205507 h 991075"/>
                <a:gd name="connsiteX2090" fmla="*/ 2350075 w 5091276"/>
                <a:gd name="connsiteY2090" fmla="*/ 241968 h 991075"/>
                <a:gd name="connsiteX2091" fmla="*/ 2343445 w 5091276"/>
                <a:gd name="connsiteY2091" fmla="*/ 228710 h 991075"/>
                <a:gd name="connsiteX2092" fmla="*/ 2416368 w 5091276"/>
                <a:gd name="connsiteY2092" fmla="*/ 178990 h 991075"/>
                <a:gd name="connsiteX2093" fmla="*/ 2495919 w 5091276"/>
                <a:gd name="connsiteY2093" fmla="*/ 218766 h 991075"/>
                <a:gd name="connsiteX2094" fmla="*/ 696073 w 5091276"/>
                <a:gd name="connsiteY2094" fmla="*/ 235339 h 991075"/>
                <a:gd name="connsiteX2095" fmla="*/ 689444 w 5091276"/>
                <a:gd name="connsiteY2095" fmla="*/ 238654 h 991075"/>
                <a:gd name="connsiteX2096" fmla="*/ 672871 w 5091276"/>
                <a:gd name="connsiteY2096" fmla="*/ 222080 h 991075"/>
                <a:gd name="connsiteX2097" fmla="*/ 613207 w 5091276"/>
                <a:gd name="connsiteY2097" fmla="*/ 205507 h 991075"/>
                <a:gd name="connsiteX2098" fmla="*/ 540285 w 5091276"/>
                <a:gd name="connsiteY2098" fmla="*/ 245283 h 991075"/>
                <a:gd name="connsiteX2099" fmla="*/ 527027 w 5091276"/>
                <a:gd name="connsiteY2099" fmla="*/ 228710 h 991075"/>
                <a:gd name="connsiteX2100" fmla="*/ 606578 w 5091276"/>
                <a:gd name="connsiteY2100" fmla="*/ 178990 h 991075"/>
                <a:gd name="connsiteX2101" fmla="*/ 696073 w 5091276"/>
                <a:gd name="connsiteY2101" fmla="*/ 235339 h 991075"/>
                <a:gd name="connsiteX2102" fmla="*/ 831973 w 5091276"/>
                <a:gd name="connsiteY2102" fmla="*/ 205507 h 991075"/>
                <a:gd name="connsiteX2103" fmla="*/ 1044109 w 5091276"/>
                <a:gd name="connsiteY2103" fmla="*/ 351351 h 991075"/>
                <a:gd name="connsiteX2104" fmla="*/ 1034165 w 5091276"/>
                <a:gd name="connsiteY2104" fmla="*/ 354666 h 991075"/>
                <a:gd name="connsiteX2105" fmla="*/ 951300 w 5091276"/>
                <a:gd name="connsiteY2105" fmla="*/ 291688 h 991075"/>
                <a:gd name="connsiteX2106" fmla="*/ 845231 w 5091276"/>
                <a:gd name="connsiteY2106" fmla="*/ 235339 h 991075"/>
                <a:gd name="connsiteX2107" fmla="*/ 798827 w 5091276"/>
                <a:gd name="connsiteY2107" fmla="*/ 205507 h 991075"/>
                <a:gd name="connsiteX2108" fmla="*/ 775624 w 5091276"/>
                <a:gd name="connsiteY2108" fmla="*/ 212137 h 991075"/>
                <a:gd name="connsiteX2109" fmla="*/ 682814 w 5091276"/>
                <a:gd name="connsiteY2109" fmla="*/ 192249 h 991075"/>
                <a:gd name="connsiteX2110" fmla="*/ 662927 w 5091276"/>
                <a:gd name="connsiteY2110" fmla="*/ 178990 h 991075"/>
                <a:gd name="connsiteX2111" fmla="*/ 606578 w 5091276"/>
                <a:gd name="connsiteY2111" fmla="*/ 165732 h 991075"/>
                <a:gd name="connsiteX2112" fmla="*/ 553544 w 5091276"/>
                <a:gd name="connsiteY2112" fmla="*/ 178990 h 991075"/>
                <a:gd name="connsiteX2113" fmla="*/ 523712 w 5091276"/>
                <a:gd name="connsiteY2113" fmla="*/ 202193 h 991075"/>
                <a:gd name="connsiteX2114" fmla="*/ 450790 w 5091276"/>
                <a:gd name="connsiteY2114" fmla="*/ 215451 h 991075"/>
                <a:gd name="connsiteX2115" fmla="*/ 371239 w 5091276"/>
                <a:gd name="connsiteY2115" fmla="*/ 251912 h 991075"/>
                <a:gd name="connsiteX2116" fmla="*/ 338093 w 5091276"/>
                <a:gd name="connsiteY2116" fmla="*/ 238654 h 991075"/>
                <a:gd name="connsiteX2117" fmla="*/ 603263 w 5091276"/>
                <a:gd name="connsiteY2117" fmla="*/ 155788 h 991075"/>
                <a:gd name="connsiteX2118" fmla="*/ 831973 w 5091276"/>
                <a:gd name="connsiteY2118" fmla="*/ 205507 h 991075"/>
                <a:gd name="connsiteX2119" fmla="*/ 1597653 w 5091276"/>
                <a:gd name="connsiteY2119" fmla="*/ 314890 h 991075"/>
                <a:gd name="connsiteX2120" fmla="*/ 1584395 w 5091276"/>
                <a:gd name="connsiteY2120" fmla="*/ 318205 h 991075"/>
                <a:gd name="connsiteX2121" fmla="*/ 1504843 w 5091276"/>
                <a:gd name="connsiteY2121" fmla="*/ 251912 h 991075"/>
                <a:gd name="connsiteX2122" fmla="*/ 1242987 w 5091276"/>
                <a:gd name="connsiteY2122" fmla="*/ 178990 h 991075"/>
                <a:gd name="connsiteX2123" fmla="*/ 1136919 w 5091276"/>
                <a:gd name="connsiteY2123" fmla="*/ 192249 h 991075"/>
                <a:gd name="connsiteX2124" fmla="*/ 1107087 w 5091276"/>
                <a:gd name="connsiteY2124" fmla="*/ 205507 h 991075"/>
                <a:gd name="connsiteX2125" fmla="*/ 1097144 w 5091276"/>
                <a:gd name="connsiteY2125" fmla="*/ 202193 h 991075"/>
                <a:gd name="connsiteX2126" fmla="*/ 1093829 w 5091276"/>
                <a:gd name="connsiteY2126" fmla="*/ 188934 h 991075"/>
                <a:gd name="connsiteX2127" fmla="*/ 1246302 w 5091276"/>
                <a:gd name="connsiteY2127" fmla="*/ 152473 h 991075"/>
                <a:gd name="connsiteX2128" fmla="*/ 1597653 w 5091276"/>
                <a:gd name="connsiteY2128" fmla="*/ 314890 h 991075"/>
                <a:gd name="connsiteX2129" fmla="*/ 4352113 w 5091276"/>
                <a:gd name="connsiteY2129" fmla="*/ 205507 h 991075"/>
                <a:gd name="connsiteX2130" fmla="*/ 4342169 w 5091276"/>
                <a:gd name="connsiteY2130" fmla="*/ 205507 h 991075"/>
                <a:gd name="connsiteX2131" fmla="*/ 4269247 w 5091276"/>
                <a:gd name="connsiteY2131" fmla="*/ 172361 h 991075"/>
                <a:gd name="connsiteX2132" fmla="*/ 4199640 w 5091276"/>
                <a:gd name="connsiteY2132" fmla="*/ 212137 h 991075"/>
                <a:gd name="connsiteX2133" fmla="*/ 4183067 w 5091276"/>
                <a:gd name="connsiteY2133" fmla="*/ 195563 h 991075"/>
                <a:gd name="connsiteX2134" fmla="*/ 4259303 w 5091276"/>
                <a:gd name="connsiteY2134" fmla="*/ 145844 h 991075"/>
                <a:gd name="connsiteX2135" fmla="*/ 4352113 w 5091276"/>
                <a:gd name="connsiteY2135" fmla="*/ 205507 h 991075"/>
                <a:gd name="connsiteX2136" fmla="*/ 3410757 w 5091276"/>
                <a:gd name="connsiteY2136" fmla="*/ 318205 h 991075"/>
                <a:gd name="connsiteX2137" fmla="*/ 3394184 w 5091276"/>
                <a:gd name="connsiteY2137" fmla="*/ 321519 h 991075"/>
                <a:gd name="connsiteX2138" fmla="*/ 3327892 w 5091276"/>
                <a:gd name="connsiteY2138" fmla="*/ 258541 h 991075"/>
                <a:gd name="connsiteX2139" fmla="*/ 3089238 w 5091276"/>
                <a:gd name="connsiteY2139" fmla="*/ 178990 h 991075"/>
                <a:gd name="connsiteX2140" fmla="*/ 3036204 w 5091276"/>
                <a:gd name="connsiteY2140" fmla="*/ 185619 h 991075"/>
                <a:gd name="connsiteX2141" fmla="*/ 2936765 w 5091276"/>
                <a:gd name="connsiteY2141" fmla="*/ 218766 h 991075"/>
                <a:gd name="connsiteX2142" fmla="*/ 2916877 w 5091276"/>
                <a:gd name="connsiteY2142" fmla="*/ 198878 h 991075"/>
                <a:gd name="connsiteX2143" fmla="*/ 2943394 w 5091276"/>
                <a:gd name="connsiteY2143" fmla="*/ 178990 h 991075"/>
                <a:gd name="connsiteX2144" fmla="*/ 3082609 w 5091276"/>
                <a:gd name="connsiteY2144" fmla="*/ 145844 h 991075"/>
                <a:gd name="connsiteX2145" fmla="*/ 3410757 w 5091276"/>
                <a:gd name="connsiteY2145" fmla="*/ 318205 h 991075"/>
                <a:gd name="connsiteX2146" fmla="*/ 2837326 w 5091276"/>
                <a:gd name="connsiteY2146" fmla="*/ 301632 h 991075"/>
                <a:gd name="connsiteX2147" fmla="*/ 2837326 w 5091276"/>
                <a:gd name="connsiteY2147" fmla="*/ 314890 h 991075"/>
                <a:gd name="connsiteX2148" fmla="*/ 2761089 w 5091276"/>
                <a:gd name="connsiteY2148" fmla="*/ 271800 h 991075"/>
                <a:gd name="connsiteX2149" fmla="*/ 2601987 w 5091276"/>
                <a:gd name="connsiteY2149" fmla="*/ 205507 h 991075"/>
                <a:gd name="connsiteX2150" fmla="*/ 2492604 w 5091276"/>
                <a:gd name="connsiteY2150" fmla="*/ 182305 h 991075"/>
                <a:gd name="connsiteX2151" fmla="*/ 2416368 w 5091276"/>
                <a:gd name="connsiteY2151" fmla="*/ 162417 h 991075"/>
                <a:gd name="connsiteX2152" fmla="*/ 2356704 w 5091276"/>
                <a:gd name="connsiteY2152" fmla="*/ 182305 h 991075"/>
                <a:gd name="connsiteX2153" fmla="*/ 2283782 w 5091276"/>
                <a:gd name="connsiteY2153" fmla="*/ 195563 h 991075"/>
                <a:gd name="connsiteX2154" fmla="*/ 2167770 w 5091276"/>
                <a:gd name="connsiteY2154" fmla="*/ 232024 h 991075"/>
                <a:gd name="connsiteX2155" fmla="*/ 2154511 w 5091276"/>
                <a:gd name="connsiteY2155" fmla="*/ 228710 h 991075"/>
                <a:gd name="connsiteX2156" fmla="*/ 2151197 w 5091276"/>
                <a:gd name="connsiteY2156" fmla="*/ 222080 h 991075"/>
                <a:gd name="connsiteX2157" fmla="*/ 2273838 w 5091276"/>
                <a:gd name="connsiteY2157" fmla="*/ 169046 h 991075"/>
                <a:gd name="connsiteX2158" fmla="*/ 2429626 w 5091276"/>
                <a:gd name="connsiteY2158" fmla="*/ 145844 h 991075"/>
                <a:gd name="connsiteX2159" fmla="*/ 2837326 w 5091276"/>
                <a:gd name="connsiteY2159" fmla="*/ 301632 h 991075"/>
                <a:gd name="connsiteX2160" fmla="*/ 1070626 w 5091276"/>
                <a:gd name="connsiteY2160" fmla="*/ 321519 h 991075"/>
                <a:gd name="connsiteX2161" fmla="*/ 1070626 w 5091276"/>
                <a:gd name="connsiteY2161" fmla="*/ 331463 h 991075"/>
                <a:gd name="connsiteX2162" fmla="*/ 1057368 w 5091276"/>
                <a:gd name="connsiteY2162" fmla="*/ 334778 h 991075"/>
                <a:gd name="connsiteX2163" fmla="*/ 881692 w 5091276"/>
                <a:gd name="connsiteY2163" fmla="*/ 215451 h 991075"/>
                <a:gd name="connsiteX2164" fmla="*/ 599949 w 5091276"/>
                <a:gd name="connsiteY2164" fmla="*/ 145844 h 991075"/>
                <a:gd name="connsiteX2165" fmla="*/ 308261 w 5091276"/>
                <a:gd name="connsiteY2165" fmla="*/ 232024 h 991075"/>
                <a:gd name="connsiteX2166" fmla="*/ 285058 w 5091276"/>
                <a:gd name="connsiteY2166" fmla="*/ 225395 h 991075"/>
                <a:gd name="connsiteX2167" fmla="*/ 314890 w 5091276"/>
                <a:gd name="connsiteY2167" fmla="*/ 202193 h 991075"/>
                <a:gd name="connsiteX2168" fmla="*/ 599949 w 5091276"/>
                <a:gd name="connsiteY2168" fmla="*/ 122641 h 991075"/>
                <a:gd name="connsiteX2169" fmla="*/ 1070626 w 5091276"/>
                <a:gd name="connsiteY2169" fmla="*/ 321519 h 991075"/>
                <a:gd name="connsiteX2170" fmla="*/ 1587709 w 5091276"/>
                <a:gd name="connsiteY2170" fmla="*/ 261856 h 991075"/>
                <a:gd name="connsiteX2171" fmla="*/ 1624170 w 5091276"/>
                <a:gd name="connsiteY2171" fmla="*/ 291688 h 991075"/>
                <a:gd name="connsiteX2172" fmla="*/ 1614226 w 5091276"/>
                <a:gd name="connsiteY2172" fmla="*/ 301632 h 991075"/>
                <a:gd name="connsiteX2173" fmla="*/ 1544619 w 5091276"/>
                <a:gd name="connsiteY2173" fmla="*/ 241968 h 991075"/>
                <a:gd name="connsiteX2174" fmla="*/ 1239673 w 5091276"/>
                <a:gd name="connsiteY2174" fmla="*/ 142529 h 991075"/>
                <a:gd name="connsiteX2175" fmla="*/ 1133605 w 5091276"/>
                <a:gd name="connsiteY2175" fmla="*/ 152473 h 991075"/>
                <a:gd name="connsiteX2176" fmla="*/ 1070626 w 5091276"/>
                <a:gd name="connsiteY2176" fmla="*/ 175676 h 991075"/>
                <a:gd name="connsiteX2177" fmla="*/ 1063997 w 5091276"/>
                <a:gd name="connsiteY2177" fmla="*/ 169046 h 991075"/>
                <a:gd name="connsiteX2178" fmla="*/ 1276134 w 5091276"/>
                <a:gd name="connsiteY2178" fmla="*/ 112698 h 991075"/>
                <a:gd name="connsiteX2179" fmla="*/ 1587709 w 5091276"/>
                <a:gd name="connsiteY2179" fmla="*/ 261856 h 991075"/>
                <a:gd name="connsiteX2180" fmla="*/ 2863843 w 5091276"/>
                <a:gd name="connsiteY2180" fmla="*/ 288373 h 991075"/>
                <a:gd name="connsiteX2181" fmla="*/ 2853899 w 5091276"/>
                <a:gd name="connsiteY2181" fmla="*/ 295002 h 991075"/>
                <a:gd name="connsiteX2182" fmla="*/ 2804179 w 5091276"/>
                <a:gd name="connsiteY2182" fmla="*/ 258541 h 991075"/>
                <a:gd name="connsiteX2183" fmla="*/ 2422997 w 5091276"/>
                <a:gd name="connsiteY2183" fmla="*/ 132585 h 991075"/>
                <a:gd name="connsiteX2184" fmla="*/ 2260580 w 5091276"/>
                <a:gd name="connsiteY2184" fmla="*/ 159102 h 991075"/>
                <a:gd name="connsiteX2185" fmla="*/ 2124680 w 5091276"/>
                <a:gd name="connsiteY2185" fmla="*/ 215451 h 991075"/>
                <a:gd name="connsiteX2186" fmla="*/ 2108107 w 5091276"/>
                <a:gd name="connsiteY2186" fmla="*/ 208822 h 991075"/>
                <a:gd name="connsiteX2187" fmla="*/ 2419682 w 5091276"/>
                <a:gd name="connsiteY2187" fmla="*/ 109383 h 991075"/>
                <a:gd name="connsiteX2188" fmla="*/ 2863843 w 5091276"/>
                <a:gd name="connsiteY2188" fmla="*/ 288373 h 991075"/>
                <a:gd name="connsiteX2189" fmla="*/ 3443904 w 5091276"/>
                <a:gd name="connsiteY2189" fmla="*/ 301632 h 991075"/>
                <a:gd name="connsiteX2190" fmla="*/ 3430645 w 5091276"/>
                <a:gd name="connsiteY2190" fmla="*/ 308261 h 991075"/>
                <a:gd name="connsiteX2191" fmla="*/ 3354409 w 5091276"/>
                <a:gd name="connsiteY2191" fmla="*/ 235339 h 991075"/>
                <a:gd name="connsiteX2192" fmla="*/ 3085923 w 5091276"/>
                <a:gd name="connsiteY2192" fmla="*/ 129271 h 991075"/>
                <a:gd name="connsiteX2193" fmla="*/ 2900304 w 5091276"/>
                <a:gd name="connsiteY2193" fmla="*/ 185619 h 991075"/>
                <a:gd name="connsiteX2194" fmla="*/ 2873787 w 5091276"/>
                <a:gd name="connsiteY2194" fmla="*/ 162417 h 991075"/>
                <a:gd name="connsiteX2195" fmla="*/ 3095867 w 5091276"/>
                <a:gd name="connsiteY2195" fmla="*/ 102754 h 991075"/>
                <a:gd name="connsiteX2196" fmla="*/ 3443904 w 5091276"/>
                <a:gd name="connsiteY2196" fmla="*/ 301632 h 991075"/>
                <a:gd name="connsiteX2197" fmla="*/ 1624170 w 5091276"/>
                <a:gd name="connsiteY2197" fmla="*/ 245283 h 991075"/>
                <a:gd name="connsiteX2198" fmla="*/ 1657316 w 5091276"/>
                <a:gd name="connsiteY2198" fmla="*/ 288373 h 991075"/>
                <a:gd name="connsiteX2199" fmla="*/ 1644058 w 5091276"/>
                <a:gd name="connsiteY2199" fmla="*/ 295002 h 991075"/>
                <a:gd name="connsiteX2200" fmla="*/ 1531360 w 5091276"/>
                <a:gd name="connsiteY2200" fmla="*/ 185619 h 991075"/>
                <a:gd name="connsiteX2201" fmla="*/ 1412034 w 5091276"/>
                <a:gd name="connsiteY2201" fmla="*/ 119327 h 991075"/>
                <a:gd name="connsiteX2202" fmla="*/ 1305965 w 5091276"/>
                <a:gd name="connsiteY2202" fmla="*/ 99439 h 991075"/>
                <a:gd name="connsiteX2203" fmla="*/ 1249617 w 5091276"/>
                <a:gd name="connsiteY2203" fmla="*/ 99439 h 991075"/>
                <a:gd name="connsiteX2204" fmla="*/ 1050739 w 5091276"/>
                <a:gd name="connsiteY2204" fmla="*/ 162417 h 991075"/>
                <a:gd name="connsiteX2205" fmla="*/ 1037480 w 5091276"/>
                <a:gd name="connsiteY2205" fmla="*/ 152473 h 991075"/>
                <a:gd name="connsiteX2206" fmla="*/ 1292707 w 5091276"/>
                <a:gd name="connsiteY2206" fmla="*/ 82866 h 991075"/>
                <a:gd name="connsiteX2207" fmla="*/ 1624170 w 5091276"/>
                <a:gd name="connsiteY2207" fmla="*/ 245283 h 991075"/>
                <a:gd name="connsiteX2208" fmla="*/ 1097144 w 5091276"/>
                <a:gd name="connsiteY2208" fmla="*/ 304946 h 991075"/>
                <a:gd name="connsiteX2209" fmla="*/ 1083885 w 5091276"/>
                <a:gd name="connsiteY2209" fmla="*/ 314890 h 991075"/>
                <a:gd name="connsiteX2210" fmla="*/ 868434 w 5091276"/>
                <a:gd name="connsiteY2210" fmla="*/ 165732 h 991075"/>
                <a:gd name="connsiteX2211" fmla="*/ 590005 w 5091276"/>
                <a:gd name="connsiteY2211" fmla="*/ 109383 h 991075"/>
                <a:gd name="connsiteX2212" fmla="*/ 255227 w 5091276"/>
                <a:gd name="connsiteY2212" fmla="*/ 222080 h 991075"/>
                <a:gd name="connsiteX2213" fmla="*/ 222080 w 5091276"/>
                <a:gd name="connsiteY2213" fmla="*/ 215451 h 991075"/>
                <a:gd name="connsiteX2214" fmla="*/ 616522 w 5091276"/>
                <a:gd name="connsiteY2214" fmla="*/ 79551 h 991075"/>
                <a:gd name="connsiteX2215" fmla="*/ 1097144 w 5091276"/>
                <a:gd name="connsiteY2215" fmla="*/ 304946 h 991075"/>
                <a:gd name="connsiteX2216" fmla="*/ 2638448 w 5091276"/>
                <a:gd name="connsiteY2216" fmla="*/ 112698 h 991075"/>
                <a:gd name="connsiteX2217" fmla="*/ 2751145 w 5091276"/>
                <a:gd name="connsiteY2217" fmla="*/ 175676 h 991075"/>
                <a:gd name="connsiteX2218" fmla="*/ 2887045 w 5091276"/>
                <a:gd name="connsiteY2218" fmla="*/ 275115 h 991075"/>
                <a:gd name="connsiteX2219" fmla="*/ 2880416 w 5091276"/>
                <a:gd name="connsiteY2219" fmla="*/ 281744 h 991075"/>
                <a:gd name="connsiteX2220" fmla="*/ 2422997 w 5091276"/>
                <a:gd name="connsiteY2220" fmla="*/ 96124 h 991075"/>
                <a:gd name="connsiteX2221" fmla="*/ 2207546 w 5091276"/>
                <a:gd name="connsiteY2221" fmla="*/ 135900 h 991075"/>
                <a:gd name="connsiteX2222" fmla="*/ 2081590 w 5091276"/>
                <a:gd name="connsiteY2222" fmla="*/ 205507 h 991075"/>
                <a:gd name="connsiteX2223" fmla="*/ 2068331 w 5091276"/>
                <a:gd name="connsiteY2223" fmla="*/ 202193 h 991075"/>
                <a:gd name="connsiteX2224" fmla="*/ 2393165 w 5091276"/>
                <a:gd name="connsiteY2224" fmla="*/ 69607 h 991075"/>
                <a:gd name="connsiteX2225" fmla="*/ 2638448 w 5091276"/>
                <a:gd name="connsiteY2225" fmla="*/ 112698 h 991075"/>
                <a:gd name="connsiteX2226" fmla="*/ 3215194 w 5091276"/>
                <a:gd name="connsiteY2226" fmla="*/ 79551 h 991075"/>
                <a:gd name="connsiteX2227" fmla="*/ 3254969 w 5091276"/>
                <a:gd name="connsiteY2227" fmla="*/ 102754 h 991075"/>
                <a:gd name="connsiteX2228" fmla="*/ 3473735 w 5091276"/>
                <a:gd name="connsiteY2228" fmla="*/ 295002 h 991075"/>
                <a:gd name="connsiteX2229" fmla="*/ 3463791 w 5091276"/>
                <a:gd name="connsiteY2229" fmla="*/ 298317 h 991075"/>
                <a:gd name="connsiteX2230" fmla="*/ 3354409 w 5091276"/>
                <a:gd name="connsiteY2230" fmla="*/ 188934 h 991075"/>
                <a:gd name="connsiteX2231" fmla="*/ 3274857 w 5091276"/>
                <a:gd name="connsiteY2231" fmla="*/ 139215 h 991075"/>
                <a:gd name="connsiteX2232" fmla="*/ 3099182 w 5091276"/>
                <a:gd name="connsiteY2232" fmla="*/ 89495 h 991075"/>
                <a:gd name="connsiteX2233" fmla="*/ 2946709 w 5091276"/>
                <a:gd name="connsiteY2233" fmla="*/ 112698 h 991075"/>
                <a:gd name="connsiteX2234" fmla="*/ 2857214 w 5091276"/>
                <a:gd name="connsiteY2234" fmla="*/ 149159 h 991075"/>
                <a:gd name="connsiteX2235" fmla="*/ 2840640 w 5091276"/>
                <a:gd name="connsiteY2235" fmla="*/ 139215 h 991075"/>
                <a:gd name="connsiteX2236" fmla="*/ 2843955 w 5091276"/>
                <a:gd name="connsiteY2236" fmla="*/ 129271 h 991075"/>
                <a:gd name="connsiteX2237" fmla="*/ 3102496 w 5091276"/>
                <a:gd name="connsiteY2237" fmla="*/ 62978 h 991075"/>
                <a:gd name="connsiteX2238" fmla="*/ 3215194 w 5091276"/>
                <a:gd name="connsiteY2238" fmla="*/ 79551 h 991075"/>
                <a:gd name="connsiteX2239" fmla="*/ 1362314 w 5091276"/>
                <a:gd name="connsiteY2239" fmla="*/ 59663 h 991075"/>
                <a:gd name="connsiteX2240" fmla="*/ 1677204 w 5091276"/>
                <a:gd name="connsiteY2240" fmla="*/ 268485 h 991075"/>
                <a:gd name="connsiteX2241" fmla="*/ 1680519 w 5091276"/>
                <a:gd name="connsiteY2241" fmla="*/ 285058 h 991075"/>
                <a:gd name="connsiteX2242" fmla="*/ 1670575 w 5091276"/>
                <a:gd name="connsiteY2242" fmla="*/ 278429 h 991075"/>
                <a:gd name="connsiteX2243" fmla="*/ 1650687 w 5091276"/>
                <a:gd name="connsiteY2243" fmla="*/ 255227 h 991075"/>
                <a:gd name="connsiteX2244" fmla="*/ 1286078 w 5091276"/>
                <a:gd name="connsiteY2244" fmla="*/ 69607 h 991075"/>
                <a:gd name="connsiteX2245" fmla="*/ 1100458 w 5091276"/>
                <a:gd name="connsiteY2245" fmla="*/ 102754 h 991075"/>
                <a:gd name="connsiteX2246" fmla="*/ 1017592 w 5091276"/>
                <a:gd name="connsiteY2246" fmla="*/ 139215 h 991075"/>
                <a:gd name="connsiteX2247" fmla="*/ 994390 w 5091276"/>
                <a:gd name="connsiteY2247" fmla="*/ 125956 h 991075"/>
                <a:gd name="connsiteX2248" fmla="*/ 1279448 w 5091276"/>
                <a:gd name="connsiteY2248" fmla="*/ 53034 h 991075"/>
                <a:gd name="connsiteX2249" fmla="*/ 1362314 w 5091276"/>
                <a:gd name="connsiteY2249" fmla="*/ 59663 h 991075"/>
                <a:gd name="connsiteX2250" fmla="*/ 3496938 w 5091276"/>
                <a:gd name="connsiteY2250" fmla="*/ 281744 h 991075"/>
                <a:gd name="connsiteX2251" fmla="*/ 3496938 w 5091276"/>
                <a:gd name="connsiteY2251" fmla="*/ 291688 h 991075"/>
                <a:gd name="connsiteX2252" fmla="*/ 3155531 w 5091276"/>
                <a:gd name="connsiteY2252" fmla="*/ 53034 h 991075"/>
                <a:gd name="connsiteX2253" fmla="*/ 3095867 w 5091276"/>
                <a:gd name="connsiteY2253" fmla="*/ 49720 h 991075"/>
                <a:gd name="connsiteX2254" fmla="*/ 2920192 w 5091276"/>
                <a:gd name="connsiteY2254" fmla="*/ 79551 h 991075"/>
                <a:gd name="connsiteX2255" fmla="*/ 2820753 w 5091276"/>
                <a:gd name="connsiteY2255" fmla="*/ 125956 h 991075"/>
                <a:gd name="connsiteX2256" fmla="*/ 2807494 w 5091276"/>
                <a:gd name="connsiteY2256" fmla="*/ 119327 h 991075"/>
                <a:gd name="connsiteX2257" fmla="*/ 2817438 w 5091276"/>
                <a:gd name="connsiteY2257" fmla="*/ 102754 h 991075"/>
                <a:gd name="connsiteX2258" fmla="*/ 2989799 w 5091276"/>
                <a:gd name="connsiteY2258" fmla="*/ 36461 h 991075"/>
                <a:gd name="connsiteX2259" fmla="*/ 3082609 w 5091276"/>
                <a:gd name="connsiteY2259" fmla="*/ 33146 h 991075"/>
                <a:gd name="connsiteX2260" fmla="*/ 3496938 w 5091276"/>
                <a:gd name="connsiteY2260" fmla="*/ 281744 h 991075"/>
                <a:gd name="connsiteX2261" fmla="*/ 709331 w 5091276"/>
                <a:gd name="connsiteY2261" fmla="*/ 16573 h 991075"/>
                <a:gd name="connsiteX2262" fmla="*/ 1163436 w 5091276"/>
                <a:gd name="connsiteY2262" fmla="*/ 278429 h 991075"/>
                <a:gd name="connsiteX2263" fmla="*/ 1113717 w 5091276"/>
                <a:gd name="connsiteY2263" fmla="*/ 298317 h 991075"/>
                <a:gd name="connsiteX2264" fmla="*/ 901580 w 5091276"/>
                <a:gd name="connsiteY2264" fmla="*/ 152473 h 991075"/>
                <a:gd name="connsiteX2265" fmla="*/ 742478 w 5091276"/>
                <a:gd name="connsiteY2265" fmla="*/ 89495 h 991075"/>
                <a:gd name="connsiteX2266" fmla="*/ 609892 w 5091276"/>
                <a:gd name="connsiteY2266" fmla="*/ 69607 h 991075"/>
                <a:gd name="connsiteX2267" fmla="*/ 195563 w 5091276"/>
                <a:gd name="connsiteY2267" fmla="*/ 215451 h 991075"/>
                <a:gd name="connsiteX2268" fmla="*/ 76237 w 5091276"/>
                <a:gd name="connsiteY2268" fmla="*/ 245283 h 991075"/>
                <a:gd name="connsiteX2269" fmla="*/ 626466 w 5091276"/>
                <a:gd name="connsiteY2269" fmla="*/ 16573 h 991075"/>
                <a:gd name="connsiteX2270" fmla="*/ 709331 w 5091276"/>
                <a:gd name="connsiteY2270" fmla="*/ 16573 h 991075"/>
                <a:gd name="connsiteX2271" fmla="*/ 2936765 w 5091276"/>
                <a:gd name="connsiteY2271" fmla="*/ 245283 h 991075"/>
                <a:gd name="connsiteX2272" fmla="*/ 2903619 w 5091276"/>
                <a:gd name="connsiteY2272" fmla="*/ 265171 h 991075"/>
                <a:gd name="connsiteX2273" fmla="*/ 2648392 w 5091276"/>
                <a:gd name="connsiteY2273" fmla="*/ 102754 h 991075"/>
                <a:gd name="connsiteX2274" fmla="*/ 2396480 w 5091276"/>
                <a:gd name="connsiteY2274" fmla="*/ 59663 h 991075"/>
                <a:gd name="connsiteX2275" fmla="*/ 2065016 w 5091276"/>
                <a:gd name="connsiteY2275" fmla="*/ 185619 h 991075"/>
                <a:gd name="connsiteX2276" fmla="*/ 2058387 w 5091276"/>
                <a:gd name="connsiteY2276" fmla="*/ 198878 h 991075"/>
                <a:gd name="connsiteX2277" fmla="*/ 1972207 w 5091276"/>
                <a:gd name="connsiteY2277" fmla="*/ 195563 h 991075"/>
                <a:gd name="connsiteX2278" fmla="*/ 2184343 w 5091276"/>
                <a:gd name="connsiteY2278" fmla="*/ 46405 h 991075"/>
                <a:gd name="connsiteX2279" fmla="*/ 2429626 w 5091276"/>
                <a:gd name="connsiteY2279" fmla="*/ 0 h 991075"/>
                <a:gd name="connsiteX2280" fmla="*/ 2936765 w 5091276"/>
                <a:gd name="connsiteY2280" fmla="*/ 245283 h 99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</a:cxnLst>
              <a:rect l="l" t="t" r="r" b="b"/>
              <a:pathLst>
                <a:path w="5091276" h="991075">
                  <a:moveTo>
                    <a:pt x="3894694" y="987761"/>
                  </a:moveTo>
                  <a:lnTo>
                    <a:pt x="3874806" y="987761"/>
                  </a:lnTo>
                  <a:cubicBezTo>
                    <a:pt x="3878120" y="981132"/>
                    <a:pt x="3888064" y="974502"/>
                    <a:pt x="3894694" y="974502"/>
                  </a:cubicBezTo>
                  <a:lnTo>
                    <a:pt x="3894694" y="987761"/>
                  </a:lnTo>
                  <a:close/>
                  <a:moveTo>
                    <a:pt x="3917896" y="987761"/>
                  </a:moveTo>
                  <a:cubicBezTo>
                    <a:pt x="3917896" y="984446"/>
                    <a:pt x="3914582" y="981132"/>
                    <a:pt x="3911267" y="977817"/>
                  </a:cubicBezTo>
                  <a:lnTo>
                    <a:pt x="3911267" y="964558"/>
                  </a:lnTo>
                  <a:cubicBezTo>
                    <a:pt x="3914582" y="971188"/>
                    <a:pt x="3917896" y="981132"/>
                    <a:pt x="3917896" y="987761"/>
                  </a:cubicBezTo>
                  <a:close/>
                  <a:moveTo>
                    <a:pt x="4338855" y="984446"/>
                  </a:moveTo>
                  <a:cubicBezTo>
                    <a:pt x="4335540" y="984446"/>
                    <a:pt x="4332225" y="987761"/>
                    <a:pt x="4322281" y="987761"/>
                  </a:cubicBezTo>
                  <a:cubicBezTo>
                    <a:pt x="4309023" y="987761"/>
                    <a:pt x="4305708" y="977817"/>
                    <a:pt x="4305708" y="974502"/>
                  </a:cubicBezTo>
                  <a:cubicBezTo>
                    <a:pt x="4305708" y="964558"/>
                    <a:pt x="4309023" y="964558"/>
                    <a:pt x="4309023" y="961244"/>
                  </a:cubicBezTo>
                  <a:cubicBezTo>
                    <a:pt x="4318967" y="967873"/>
                    <a:pt x="4328911" y="971188"/>
                    <a:pt x="4338855" y="984446"/>
                  </a:cubicBezTo>
                  <a:close/>
                  <a:moveTo>
                    <a:pt x="4040538" y="974502"/>
                  </a:moveTo>
                  <a:lnTo>
                    <a:pt x="4040538" y="987761"/>
                  </a:lnTo>
                  <a:cubicBezTo>
                    <a:pt x="4037223" y="991075"/>
                    <a:pt x="4040538" y="991075"/>
                    <a:pt x="4030594" y="991075"/>
                  </a:cubicBezTo>
                  <a:cubicBezTo>
                    <a:pt x="4023964" y="991075"/>
                    <a:pt x="4020650" y="987761"/>
                    <a:pt x="4017335" y="981132"/>
                  </a:cubicBezTo>
                  <a:lnTo>
                    <a:pt x="4017335" y="961244"/>
                  </a:lnTo>
                  <a:cubicBezTo>
                    <a:pt x="4023964" y="964558"/>
                    <a:pt x="4033908" y="967873"/>
                    <a:pt x="4040538" y="974502"/>
                  </a:cubicBezTo>
                  <a:close/>
                  <a:moveTo>
                    <a:pt x="3944413" y="961244"/>
                  </a:moveTo>
                  <a:lnTo>
                    <a:pt x="3944413" y="991075"/>
                  </a:lnTo>
                  <a:cubicBezTo>
                    <a:pt x="3937784" y="987761"/>
                    <a:pt x="3931155" y="977817"/>
                    <a:pt x="3931155" y="971188"/>
                  </a:cubicBezTo>
                  <a:lnTo>
                    <a:pt x="3931155" y="961244"/>
                  </a:lnTo>
                  <a:lnTo>
                    <a:pt x="3944413" y="961244"/>
                  </a:lnTo>
                  <a:close/>
                  <a:moveTo>
                    <a:pt x="4070369" y="974502"/>
                  </a:moveTo>
                  <a:lnTo>
                    <a:pt x="4070369" y="991075"/>
                  </a:lnTo>
                  <a:cubicBezTo>
                    <a:pt x="4060425" y="984446"/>
                    <a:pt x="4050481" y="967873"/>
                    <a:pt x="4050481" y="964558"/>
                  </a:cubicBezTo>
                  <a:cubicBezTo>
                    <a:pt x="4050481" y="954614"/>
                    <a:pt x="4050481" y="961244"/>
                    <a:pt x="4053796" y="957929"/>
                  </a:cubicBezTo>
                  <a:cubicBezTo>
                    <a:pt x="4060425" y="957929"/>
                    <a:pt x="4070369" y="964558"/>
                    <a:pt x="4070369" y="974502"/>
                  </a:cubicBezTo>
                  <a:close/>
                  <a:moveTo>
                    <a:pt x="3974245" y="984446"/>
                  </a:moveTo>
                  <a:cubicBezTo>
                    <a:pt x="3974245" y="984446"/>
                    <a:pt x="3974245" y="987761"/>
                    <a:pt x="3970930" y="991075"/>
                  </a:cubicBezTo>
                  <a:cubicBezTo>
                    <a:pt x="3967616" y="987761"/>
                    <a:pt x="3957672" y="981132"/>
                    <a:pt x="3957672" y="974502"/>
                  </a:cubicBezTo>
                  <a:lnTo>
                    <a:pt x="3957672" y="957929"/>
                  </a:lnTo>
                  <a:cubicBezTo>
                    <a:pt x="3967616" y="961244"/>
                    <a:pt x="3967616" y="977817"/>
                    <a:pt x="3974245" y="984446"/>
                  </a:cubicBezTo>
                  <a:close/>
                  <a:moveTo>
                    <a:pt x="4004077" y="974502"/>
                  </a:moveTo>
                  <a:cubicBezTo>
                    <a:pt x="4004077" y="984446"/>
                    <a:pt x="4000762" y="987761"/>
                    <a:pt x="4000762" y="991075"/>
                  </a:cubicBezTo>
                  <a:cubicBezTo>
                    <a:pt x="3994133" y="987761"/>
                    <a:pt x="3987503" y="974502"/>
                    <a:pt x="3984189" y="967873"/>
                  </a:cubicBezTo>
                  <a:lnTo>
                    <a:pt x="3987503" y="954614"/>
                  </a:lnTo>
                  <a:cubicBezTo>
                    <a:pt x="3994133" y="957929"/>
                    <a:pt x="4000762" y="967873"/>
                    <a:pt x="4004077" y="974502"/>
                  </a:cubicBezTo>
                  <a:close/>
                  <a:moveTo>
                    <a:pt x="2555582" y="981132"/>
                  </a:moveTo>
                  <a:cubicBezTo>
                    <a:pt x="2552267" y="981132"/>
                    <a:pt x="2545638" y="984446"/>
                    <a:pt x="2539009" y="984446"/>
                  </a:cubicBezTo>
                  <a:cubicBezTo>
                    <a:pt x="2529065" y="984446"/>
                    <a:pt x="2502548" y="964558"/>
                    <a:pt x="2482660" y="957929"/>
                  </a:cubicBezTo>
                  <a:lnTo>
                    <a:pt x="2495919" y="954614"/>
                  </a:lnTo>
                  <a:cubicBezTo>
                    <a:pt x="2515807" y="961244"/>
                    <a:pt x="2535694" y="967873"/>
                    <a:pt x="2555582" y="981132"/>
                  </a:cubicBezTo>
                  <a:close/>
                  <a:moveTo>
                    <a:pt x="729219" y="974502"/>
                  </a:moveTo>
                  <a:cubicBezTo>
                    <a:pt x="729219" y="967873"/>
                    <a:pt x="725905" y="961244"/>
                    <a:pt x="725905" y="951300"/>
                  </a:cubicBezTo>
                  <a:cubicBezTo>
                    <a:pt x="725905" y="951300"/>
                    <a:pt x="745792" y="954614"/>
                    <a:pt x="759051" y="974502"/>
                  </a:cubicBezTo>
                  <a:lnTo>
                    <a:pt x="729219" y="974502"/>
                  </a:lnTo>
                  <a:close/>
                  <a:moveTo>
                    <a:pt x="265171" y="971188"/>
                  </a:moveTo>
                  <a:lnTo>
                    <a:pt x="195563" y="971188"/>
                  </a:lnTo>
                  <a:cubicBezTo>
                    <a:pt x="202193" y="957929"/>
                    <a:pt x="205507" y="951300"/>
                    <a:pt x="215451" y="951300"/>
                  </a:cubicBezTo>
                  <a:cubicBezTo>
                    <a:pt x="225395" y="951300"/>
                    <a:pt x="258541" y="961244"/>
                    <a:pt x="265171" y="971188"/>
                  </a:cubicBezTo>
                  <a:close/>
                  <a:moveTo>
                    <a:pt x="4103516" y="987761"/>
                  </a:moveTo>
                  <a:cubicBezTo>
                    <a:pt x="4100201" y="991075"/>
                    <a:pt x="4103516" y="991075"/>
                    <a:pt x="4093572" y="991075"/>
                  </a:cubicBezTo>
                  <a:cubicBezTo>
                    <a:pt x="4083628" y="991075"/>
                    <a:pt x="4073684" y="951300"/>
                    <a:pt x="4073684" y="947985"/>
                  </a:cubicBezTo>
                  <a:cubicBezTo>
                    <a:pt x="4073684" y="941356"/>
                    <a:pt x="4080313" y="938041"/>
                    <a:pt x="4083628" y="934727"/>
                  </a:cubicBezTo>
                  <a:cubicBezTo>
                    <a:pt x="4093572" y="951300"/>
                    <a:pt x="4100201" y="971188"/>
                    <a:pt x="4103516" y="987761"/>
                  </a:cubicBezTo>
                  <a:close/>
                  <a:moveTo>
                    <a:pt x="354666" y="971188"/>
                  </a:moveTo>
                  <a:cubicBezTo>
                    <a:pt x="348036" y="971188"/>
                    <a:pt x="338093" y="974502"/>
                    <a:pt x="331463" y="974502"/>
                  </a:cubicBezTo>
                  <a:cubicBezTo>
                    <a:pt x="301632" y="974502"/>
                    <a:pt x="271800" y="951300"/>
                    <a:pt x="241968" y="941356"/>
                  </a:cubicBezTo>
                  <a:cubicBezTo>
                    <a:pt x="245283" y="938041"/>
                    <a:pt x="245283" y="934727"/>
                    <a:pt x="251912" y="934727"/>
                  </a:cubicBezTo>
                  <a:cubicBezTo>
                    <a:pt x="278429" y="934727"/>
                    <a:pt x="338093" y="957929"/>
                    <a:pt x="354666" y="971188"/>
                  </a:cubicBezTo>
                  <a:close/>
                  <a:moveTo>
                    <a:pt x="2608616" y="981132"/>
                  </a:moveTo>
                  <a:cubicBezTo>
                    <a:pt x="2605302" y="981132"/>
                    <a:pt x="2605302" y="984446"/>
                    <a:pt x="2598672" y="984446"/>
                  </a:cubicBezTo>
                  <a:cubicBezTo>
                    <a:pt x="2588728" y="984446"/>
                    <a:pt x="2552267" y="957929"/>
                    <a:pt x="2529065" y="947985"/>
                  </a:cubicBezTo>
                  <a:cubicBezTo>
                    <a:pt x="2512492" y="938041"/>
                    <a:pt x="2492604" y="938041"/>
                    <a:pt x="2476031" y="934727"/>
                  </a:cubicBezTo>
                  <a:lnTo>
                    <a:pt x="2479346" y="918154"/>
                  </a:lnTo>
                  <a:cubicBezTo>
                    <a:pt x="2515807" y="931412"/>
                    <a:pt x="2575470" y="931412"/>
                    <a:pt x="2608616" y="981132"/>
                  </a:cubicBezTo>
                  <a:close/>
                  <a:moveTo>
                    <a:pt x="4401833" y="984446"/>
                  </a:moveTo>
                  <a:cubicBezTo>
                    <a:pt x="4395203" y="987761"/>
                    <a:pt x="4391889" y="987761"/>
                    <a:pt x="4381945" y="987761"/>
                  </a:cubicBezTo>
                  <a:cubicBezTo>
                    <a:pt x="4365372" y="987761"/>
                    <a:pt x="4355428" y="977817"/>
                    <a:pt x="4342169" y="964558"/>
                  </a:cubicBezTo>
                  <a:cubicBezTo>
                    <a:pt x="4328911" y="951300"/>
                    <a:pt x="4312337" y="944671"/>
                    <a:pt x="4299079" y="934727"/>
                  </a:cubicBezTo>
                  <a:cubicBezTo>
                    <a:pt x="4299079" y="928097"/>
                    <a:pt x="4295765" y="918154"/>
                    <a:pt x="4292450" y="908210"/>
                  </a:cubicBezTo>
                  <a:cubicBezTo>
                    <a:pt x="4322281" y="918154"/>
                    <a:pt x="4375315" y="947985"/>
                    <a:pt x="4401833" y="984446"/>
                  </a:cubicBezTo>
                  <a:close/>
                  <a:moveTo>
                    <a:pt x="304946" y="911524"/>
                  </a:moveTo>
                  <a:cubicBezTo>
                    <a:pt x="341407" y="911524"/>
                    <a:pt x="384497" y="934727"/>
                    <a:pt x="420958" y="971188"/>
                  </a:cubicBezTo>
                  <a:cubicBezTo>
                    <a:pt x="417644" y="974502"/>
                    <a:pt x="417644" y="974502"/>
                    <a:pt x="411014" y="974502"/>
                  </a:cubicBezTo>
                  <a:cubicBezTo>
                    <a:pt x="371239" y="974502"/>
                    <a:pt x="381183" y="961244"/>
                    <a:pt x="328149" y="938041"/>
                  </a:cubicBezTo>
                  <a:cubicBezTo>
                    <a:pt x="311575" y="931412"/>
                    <a:pt x="295002" y="928097"/>
                    <a:pt x="278429" y="921468"/>
                  </a:cubicBezTo>
                  <a:cubicBezTo>
                    <a:pt x="281744" y="918154"/>
                    <a:pt x="285058" y="908210"/>
                    <a:pt x="295002" y="908210"/>
                  </a:cubicBezTo>
                  <a:cubicBezTo>
                    <a:pt x="301632" y="908210"/>
                    <a:pt x="301632" y="911524"/>
                    <a:pt x="304946" y="911524"/>
                  </a:cubicBezTo>
                  <a:close/>
                  <a:moveTo>
                    <a:pt x="822029" y="971188"/>
                  </a:moveTo>
                  <a:cubicBezTo>
                    <a:pt x="815400" y="974502"/>
                    <a:pt x="808770" y="974502"/>
                    <a:pt x="802141" y="974502"/>
                  </a:cubicBezTo>
                  <a:cubicBezTo>
                    <a:pt x="792197" y="974502"/>
                    <a:pt x="788883" y="974502"/>
                    <a:pt x="785568" y="971188"/>
                  </a:cubicBezTo>
                  <a:cubicBezTo>
                    <a:pt x="759051" y="957929"/>
                    <a:pt x="735849" y="944671"/>
                    <a:pt x="715961" y="928097"/>
                  </a:cubicBezTo>
                  <a:cubicBezTo>
                    <a:pt x="709331" y="924783"/>
                    <a:pt x="709331" y="911524"/>
                    <a:pt x="706017" y="901580"/>
                  </a:cubicBezTo>
                  <a:cubicBezTo>
                    <a:pt x="739163" y="914839"/>
                    <a:pt x="782253" y="931412"/>
                    <a:pt x="822029" y="971188"/>
                  </a:cubicBezTo>
                  <a:close/>
                  <a:moveTo>
                    <a:pt x="4149921" y="977817"/>
                  </a:moveTo>
                  <a:lnTo>
                    <a:pt x="4146606" y="991075"/>
                  </a:lnTo>
                  <a:lnTo>
                    <a:pt x="4116774" y="991075"/>
                  </a:lnTo>
                  <a:cubicBezTo>
                    <a:pt x="4113459" y="964558"/>
                    <a:pt x="4093572" y="911524"/>
                    <a:pt x="4093572" y="904895"/>
                  </a:cubicBezTo>
                  <a:cubicBezTo>
                    <a:pt x="4093572" y="894951"/>
                    <a:pt x="4096887" y="888322"/>
                    <a:pt x="4096887" y="881693"/>
                  </a:cubicBezTo>
                  <a:cubicBezTo>
                    <a:pt x="4130033" y="908210"/>
                    <a:pt x="4133347" y="944671"/>
                    <a:pt x="4149921" y="977817"/>
                  </a:cubicBezTo>
                  <a:close/>
                  <a:moveTo>
                    <a:pt x="3980874" y="904895"/>
                  </a:moveTo>
                  <a:cubicBezTo>
                    <a:pt x="3977560" y="908210"/>
                    <a:pt x="3974245" y="908210"/>
                    <a:pt x="3967616" y="908210"/>
                  </a:cubicBezTo>
                  <a:cubicBezTo>
                    <a:pt x="3957672" y="908210"/>
                    <a:pt x="3947728" y="904895"/>
                    <a:pt x="3937784" y="898266"/>
                  </a:cubicBezTo>
                  <a:cubicBezTo>
                    <a:pt x="3934469" y="894951"/>
                    <a:pt x="3931155" y="888322"/>
                    <a:pt x="3931155" y="881693"/>
                  </a:cubicBezTo>
                  <a:cubicBezTo>
                    <a:pt x="3947728" y="888322"/>
                    <a:pt x="3964301" y="894951"/>
                    <a:pt x="3980874" y="904895"/>
                  </a:cubicBezTo>
                  <a:close/>
                  <a:moveTo>
                    <a:pt x="2645077" y="984446"/>
                  </a:moveTo>
                  <a:cubicBezTo>
                    <a:pt x="2638448" y="984446"/>
                    <a:pt x="2608616" y="954614"/>
                    <a:pt x="2592043" y="944671"/>
                  </a:cubicBezTo>
                  <a:cubicBezTo>
                    <a:pt x="2575470" y="931412"/>
                    <a:pt x="2555582" y="924783"/>
                    <a:pt x="2539009" y="918154"/>
                  </a:cubicBezTo>
                  <a:cubicBezTo>
                    <a:pt x="2519121" y="911524"/>
                    <a:pt x="2462772" y="914839"/>
                    <a:pt x="2462772" y="878378"/>
                  </a:cubicBezTo>
                  <a:cubicBezTo>
                    <a:pt x="2462772" y="861805"/>
                    <a:pt x="2548953" y="904895"/>
                    <a:pt x="2592043" y="921468"/>
                  </a:cubicBezTo>
                  <a:cubicBezTo>
                    <a:pt x="2615245" y="941356"/>
                    <a:pt x="2641762" y="957929"/>
                    <a:pt x="2661650" y="981132"/>
                  </a:cubicBezTo>
                  <a:cubicBezTo>
                    <a:pt x="2658336" y="981132"/>
                    <a:pt x="2655021" y="984446"/>
                    <a:pt x="2645077" y="984446"/>
                  </a:cubicBezTo>
                  <a:close/>
                  <a:moveTo>
                    <a:pt x="477307" y="971188"/>
                  </a:moveTo>
                  <a:cubicBezTo>
                    <a:pt x="470678" y="974502"/>
                    <a:pt x="464049" y="974502"/>
                    <a:pt x="457419" y="974502"/>
                  </a:cubicBezTo>
                  <a:cubicBezTo>
                    <a:pt x="430902" y="974502"/>
                    <a:pt x="427588" y="951300"/>
                    <a:pt x="394441" y="931412"/>
                  </a:cubicBezTo>
                  <a:cubicBezTo>
                    <a:pt x="367924" y="914839"/>
                    <a:pt x="338093" y="908210"/>
                    <a:pt x="308261" y="898266"/>
                  </a:cubicBezTo>
                  <a:cubicBezTo>
                    <a:pt x="314890" y="888322"/>
                    <a:pt x="321519" y="871749"/>
                    <a:pt x="331463" y="871749"/>
                  </a:cubicBezTo>
                  <a:cubicBezTo>
                    <a:pt x="367924" y="871749"/>
                    <a:pt x="454105" y="931412"/>
                    <a:pt x="477307" y="971188"/>
                  </a:cubicBezTo>
                  <a:close/>
                  <a:moveTo>
                    <a:pt x="4458181" y="984446"/>
                  </a:moveTo>
                  <a:cubicBezTo>
                    <a:pt x="4451552" y="984446"/>
                    <a:pt x="4444923" y="987761"/>
                    <a:pt x="4434979" y="987761"/>
                  </a:cubicBezTo>
                  <a:cubicBezTo>
                    <a:pt x="4415091" y="987761"/>
                    <a:pt x="4388574" y="951300"/>
                    <a:pt x="4378630" y="941356"/>
                  </a:cubicBezTo>
                  <a:cubicBezTo>
                    <a:pt x="4352113" y="921468"/>
                    <a:pt x="4322281" y="904895"/>
                    <a:pt x="4299079" y="891636"/>
                  </a:cubicBezTo>
                  <a:cubicBezTo>
                    <a:pt x="4289135" y="888322"/>
                    <a:pt x="4275877" y="875063"/>
                    <a:pt x="4275877" y="868434"/>
                  </a:cubicBezTo>
                  <a:lnTo>
                    <a:pt x="4275877" y="858490"/>
                  </a:lnTo>
                  <a:cubicBezTo>
                    <a:pt x="4328911" y="871749"/>
                    <a:pt x="4401833" y="911524"/>
                    <a:pt x="4458181" y="984446"/>
                  </a:cubicBezTo>
                  <a:close/>
                  <a:moveTo>
                    <a:pt x="692758" y="858490"/>
                  </a:moveTo>
                  <a:cubicBezTo>
                    <a:pt x="749107" y="875063"/>
                    <a:pt x="822029" y="914839"/>
                    <a:pt x="878378" y="971188"/>
                  </a:cubicBezTo>
                  <a:cubicBezTo>
                    <a:pt x="871748" y="974502"/>
                    <a:pt x="868434" y="974502"/>
                    <a:pt x="858490" y="974502"/>
                  </a:cubicBezTo>
                  <a:cubicBezTo>
                    <a:pt x="831973" y="974502"/>
                    <a:pt x="795512" y="934727"/>
                    <a:pt x="775624" y="921468"/>
                  </a:cubicBezTo>
                  <a:cubicBezTo>
                    <a:pt x="749107" y="901580"/>
                    <a:pt x="692758" y="891636"/>
                    <a:pt x="682814" y="858490"/>
                  </a:cubicBezTo>
                  <a:lnTo>
                    <a:pt x="692758" y="858490"/>
                  </a:lnTo>
                  <a:close/>
                  <a:moveTo>
                    <a:pt x="3947728" y="851861"/>
                  </a:moveTo>
                  <a:cubicBezTo>
                    <a:pt x="3974245" y="861805"/>
                    <a:pt x="3997447" y="875063"/>
                    <a:pt x="4020650" y="891636"/>
                  </a:cubicBezTo>
                  <a:lnTo>
                    <a:pt x="4020650" y="901580"/>
                  </a:lnTo>
                  <a:cubicBezTo>
                    <a:pt x="4017335" y="901580"/>
                    <a:pt x="4014021" y="904895"/>
                    <a:pt x="4007391" y="904895"/>
                  </a:cubicBezTo>
                  <a:cubicBezTo>
                    <a:pt x="3997447" y="904895"/>
                    <a:pt x="3954357" y="875063"/>
                    <a:pt x="3924525" y="865119"/>
                  </a:cubicBezTo>
                  <a:lnTo>
                    <a:pt x="3924525" y="851861"/>
                  </a:lnTo>
                  <a:lnTo>
                    <a:pt x="3947728" y="851861"/>
                  </a:lnTo>
                  <a:close/>
                  <a:moveTo>
                    <a:pt x="245283" y="851861"/>
                  </a:moveTo>
                  <a:lnTo>
                    <a:pt x="245283" y="861805"/>
                  </a:lnTo>
                  <a:cubicBezTo>
                    <a:pt x="225395" y="888322"/>
                    <a:pt x="192249" y="898266"/>
                    <a:pt x="169046" y="898266"/>
                  </a:cubicBezTo>
                  <a:cubicBezTo>
                    <a:pt x="162417" y="898266"/>
                    <a:pt x="145844" y="894951"/>
                    <a:pt x="135900" y="891636"/>
                  </a:cubicBezTo>
                  <a:cubicBezTo>
                    <a:pt x="165732" y="878378"/>
                    <a:pt x="195563" y="861805"/>
                    <a:pt x="225395" y="851861"/>
                  </a:cubicBezTo>
                  <a:lnTo>
                    <a:pt x="245283" y="851861"/>
                  </a:lnTo>
                  <a:close/>
                  <a:moveTo>
                    <a:pt x="344722" y="838602"/>
                  </a:moveTo>
                  <a:cubicBezTo>
                    <a:pt x="394441" y="851861"/>
                    <a:pt x="490566" y="911524"/>
                    <a:pt x="510453" y="971188"/>
                  </a:cubicBezTo>
                  <a:cubicBezTo>
                    <a:pt x="507139" y="971188"/>
                    <a:pt x="510453" y="974502"/>
                    <a:pt x="500510" y="974502"/>
                  </a:cubicBezTo>
                  <a:cubicBezTo>
                    <a:pt x="490566" y="974502"/>
                    <a:pt x="420958" y="875063"/>
                    <a:pt x="328149" y="858490"/>
                  </a:cubicBezTo>
                  <a:lnTo>
                    <a:pt x="328149" y="838602"/>
                  </a:lnTo>
                  <a:lnTo>
                    <a:pt x="344722" y="838602"/>
                  </a:lnTo>
                  <a:close/>
                  <a:moveTo>
                    <a:pt x="4017335" y="848546"/>
                  </a:moveTo>
                  <a:lnTo>
                    <a:pt x="4017335" y="871749"/>
                  </a:lnTo>
                  <a:lnTo>
                    <a:pt x="3937784" y="831973"/>
                  </a:lnTo>
                  <a:cubicBezTo>
                    <a:pt x="3944413" y="825344"/>
                    <a:pt x="3947728" y="822029"/>
                    <a:pt x="3957672" y="822029"/>
                  </a:cubicBezTo>
                  <a:cubicBezTo>
                    <a:pt x="3964301" y="822029"/>
                    <a:pt x="3997447" y="835288"/>
                    <a:pt x="4017335" y="848546"/>
                  </a:cubicBezTo>
                  <a:close/>
                  <a:moveTo>
                    <a:pt x="2717999" y="981132"/>
                  </a:moveTo>
                  <a:cubicBezTo>
                    <a:pt x="2714684" y="981132"/>
                    <a:pt x="2708055" y="984446"/>
                    <a:pt x="2701426" y="984446"/>
                  </a:cubicBezTo>
                  <a:cubicBezTo>
                    <a:pt x="2691482" y="984446"/>
                    <a:pt x="2688167" y="984446"/>
                    <a:pt x="2684853" y="977817"/>
                  </a:cubicBezTo>
                  <a:cubicBezTo>
                    <a:pt x="2608616" y="908210"/>
                    <a:pt x="2535694" y="878378"/>
                    <a:pt x="2466087" y="858490"/>
                  </a:cubicBezTo>
                  <a:cubicBezTo>
                    <a:pt x="2442885" y="851861"/>
                    <a:pt x="2446199" y="831973"/>
                    <a:pt x="2439570" y="815400"/>
                  </a:cubicBezTo>
                  <a:lnTo>
                    <a:pt x="2452829" y="812085"/>
                  </a:lnTo>
                  <a:cubicBezTo>
                    <a:pt x="2535694" y="825344"/>
                    <a:pt x="2628504" y="918154"/>
                    <a:pt x="2717999" y="981132"/>
                  </a:cubicBezTo>
                  <a:close/>
                  <a:moveTo>
                    <a:pt x="666241" y="812085"/>
                  </a:moveTo>
                  <a:cubicBezTo>
                    <a:pt x="755736" y="835288"/>
                    <a:pt x="851861" y="885007"/>
                    <a:pt x="931412" y="974502"/>
                  </a:cubicBezTo>
                  <a:cubicBezTo>
                    <a:pt x="928097" y="974502"/>
                    <a:pt x="924783" y="977817"/>
                    <a:pt x="914839" y="977817"/>
                  </a:cubicBezTo>
                  <a:cubicBezTo>
                    <a:pt x="908209" y="977817"/>
                    <a:pt x="835288" y="921468"/>
                    <a:pt x="802141" y="894951"/>
                  </a:cubicBezTo>
                  <a:cubicBezTo>
                    <a:pt x="759051" y="865119"/>
                    <a:pt x="686129" y="848546"/>
                    <a:pt x="659612" y="825344"/>
                  </a:cubicBezTo>
                  <a:lnTo>
                    <a:pt x="659612" y="812085"/>
                  </a:lnTo>
                  <a:lnTo>
                    <a:pt x="666241" y="812085"/>
                  </a:lnTo>
                  <a:close/>
                  <a:moveTo>
                    <a:pt x="235339" y="812085"/>
                  </a:moveTo>
                  <a:cubicBezTo>
                    <a:pt x="235339" y="818714"/>
                    <a:pt x="238654" y="822029"/>
                    <a:pt x="238654" y="831973"/>
                  </a:cubicBezTo>
                  <a:cubicBezTo>
                    <a:pt x="238654" y="838602"/>
                    <a:pt x="162417" y="865119"/>
                    <a:pt x="125956" y="885007"/>
                  </a:cubicBezTo>
                  <a:cubicBezTo>
                    <a:pt x="122641" y="878378"/>
                    <a:pt x="112698" y="871749"/>
                    <a:pt x="112698" y="861805"/>
                  </a:cubicBezTo>
                  <a:cubicBezTo>
                    <a:pt x="112698" y="838602"/>
                    <a:pt x="205507" y="815400"/>
                    <a:pt x="225395" y="812085"/>
                  </a:cubicBezTo>
                  <a:lnTo>
                    <a:pt x="235339" y="812085"/>
                  </a:lnTo>
                  <a:close/>
                  <a:moveTo>
                    <a:pt x="4511216" y="984446"/>
                  </a:moveTo>
                  <a:cubicBezTo>
                    <a:pt x="4507901" y="984446"/>
                    <a:pt x="4501272" y="987761"/>
                    <a:pt x="4494642" y="987761"/>
                  </a:cubicBezTo>
                  <a:cubicBezTo>
                    <a:pt x="4471440" y="987761"/>
                    <a:pt x="4411777" y="918154"/>
                    <a:pt x="4401833" y="908210"/>
                  </a:cubicBezTo>
                  <a:cubicBezTo>
                    <a:pt x="4358743" y="875063"/>
                    <a:pt x="4312337" y="855175"/>
                    <a:pt x="4269247" y="838602"/>
                  </a:cubicBezTo>
                  <a:cubicBezTo>
                    <a:pt x="4262618" y="835288"/>
                    <a:pt x="4255989" y="822029"/>
                    <a:pt x="4255989" y="815400"/>
                  </a:cubicBezTo>
                  <a:cubicBezTo>
                    <a:pt x="4255989" y="805456"/>
                    <a:pt x="4255989" y="812085"/>
                    <a:pt x="4259303" y="808771"/>
                  </a:cubicBezTo>
                  <a:cubicBezTo>
                    <a:pt x="4335540" y="828658"/>
                    <a:pt x="4444923" y="891636"/>
                    <a:pt x="4511216" y="984446"/>
                  </a:cubicBezTo>
                  <a:close/>
                  <a:moveTo>
                    <a:pt x="3748850" y="851861"/>
                  </a:moveTo>
                  <a:lnTo>
                    <a:pt x="3742220" y="848546"/>
                  </a:lnTo>
                  <a:cubicBezTo>
                    <a:pt x="3745535" y="841917"/>
                    <a:pt x="3815142" y="798827"/>
                    <a:pt x="3815142" y="812085"/>
                  </a:cubicBezTo>
                  <a:cubicBezTo>
                    <a:pt x="3815142" y="838602"/>
                    <a:pt x="3748850" y="851861"/>
                    <a:pt x="3748850" y="851861"/>
                  </a:cubicBezTo>
                  <a:close/>
                  <a:moveTo>
                    <a:pt x="348036" y="802141"/>
                  </a:moveTo>
                  <a:cubicBezTo>
                    <a:pt x="361295" y="805456"/>
                    <a:pt x="374554" y="808771"/>
                    <a:pt x="387812" y="808771"/>
                  </a:cubicBezTo>
                  <a:cubicBezTo>
                    <a:pt x="454105" y="812085"/>
                    <a:pt x="517083" y="908210"/>
                    <a:pt x="560173" y="967873"/>
                  </a:cubicBezTo>
                  <a:cubicBezTo>
                    <a:pt x="556858" y="971188"/>
                    <a:pt x="553544" y="974502"/>
                    <a:pt x="543600" y="974502"/>
                  </a:cubicBezTo>
                  <a:cubicBezTo>
                    <a:pt x="536971" y="974502"/>
                    <a:pt x="533656" y="971188"/>
                    <a:pt x="530341" y="967873"/>
                  </a:cubicBezTo>
                  <a:cubicBezTo>
                    <a:pt x="510453" y="941356"/>
                    <a:pt x="480622" y="898266"/>
                    <a:pt x="447475" y="871749"/>
                  </a:cubicBezTo>
                  <a:cubicBezTo>
                    <a:pt x="420958" y="851861"/>
                    <a:pt x="391127" y="838602"/>
                    <a:pt x="361295" y="828658"/>
                  </a:cubicBezTo>
                  <a:cubicBezTo>
                    <a:pt x="348036" y="822029"/>
                    <a:pt x="331463" y="822029"/>
                    <a:pt x="321519" y="818714"/>
                  </a:cubicBezTo>
                  <a:cubicBezTo>
                    <a:pt x="311575" y="815400"/>
                    <a:pt x="308261" y="808771"/>
                    <a:pt x="304946" y="802141"/>
                  </a:cubicBezTo>
                  <a:lnTo>
                    <a:pt x="348036" y="802141"/>
                  </a:lnTo>
                  <a:close/>
                  <a:moveTo>
                    <a:pt x="4047167" y="828658"/>
                  </a:moveTo>
                  <a:cubicBezTo>
                    <a:pt x="4040538" y="835288"/>
                    <a:pt x="4037223" y="838602"/>
                    <a:pt x="4027279" y="838602"/>
                  </a:cubicBezTo>
                  <a:cubicBezTo>
                    <a:pt x="4020650" y="838602"/>
                    <a:pt x="3990818" y="818714"/>
                    <a:pt x="3974245" y="812085"/>
                  </a:cubicBezTo>
                  <a:cubicBezTo>
                    <a:pt x="3977560" y="805456"/>
                    <a:pt x="3987503" y="798827"/>
                    <a:pt x="3994133" y="798827"/>
                  </a:cubicBezTo>
                  <a:cubicBezTo>
                    <a:pt x="4004077" y="798827"/>
                    <a:pt x="4030594" y="815400"/>
                    <a:pt x="4047167" y="828658"/>
                  </a:cubicBezTo>
                  <a:close/>
                  <a:moveTo>
                    <a:pt x="3719018" y="848546"/>
                  </a:moveTo>
                  <a:lnTo>
                    <a:pt x="3705760" y="845232"/>
                  </a:lnTo>
                  <a:cubicBezTo>
                    <a:pt x="3735591" y="808771"/>
                    <a:pt x="3765423" y="798827"/>
                    <a:pt x="3808513" y="792197"/>
                  </a:cubicBezTo>
                  <a:cubicBezTo>
                    <a:pt x="3781996" y="808771"/>
                    <a:pt x="3748850" y="828658"/>
                    <a:pt x="3719018" y="848546"/>
                  </a:cubicBezTo>
                  <a:close/>
                  <a:moveTo>
                    <a:pt x="4166494" y="938041"/>
                  </a:moveTo>
                  <a:cubicBezTo>
                    <a:pt x="4173123" y="947985"/>
                    <a:pt x="4176437" y="964558"/>
                    <a:pt x="4183067" y="977817"/>
                  </a:cubicBezTo>
                  <a:lnTo>
                    <a:pt x="4183067" y="987761"/>
                  </a:lnTo>
                  <a:lnTo>
                    <a:pt x="4166494" y="987761"/>
                  </a:lnTo>
                  <a:cubicBezTo>
                    <a:pt x="4153235" y="918154"/>
                    <a:pt x="4083628" y="825344"/>
                    <a:pt x="4007391" y="785568"/>
                  </a:cubicBezTo>
                  <a:cubicBezTo>
                    <a:pt x="4010706" y="778939"/>
                    <a:pt x="4014021" y="772310"/>
                    <a:pt x="4020650" y="772310"/>
                  </a:cubicBezTo>
                  <a:cubicBezTo>
                    <a:pt x="4083628" y="772310"/>
                    <a:pt x="4163179" y="924783"/>
                    <a:pt x="4166494" y="938041"/>
                  </a:cubicBezTo>
                  <a:close/>
                  <a:moveTo>
                    <a:pt x="2777662" y="981132"/>
                  </a:moveTo>
                  <a:cubicBezTo>
                    <a:pt x="2774348" y="981132"/>
                    <a:pt x="2767718" y="984446"/>
                    <a:pt x="2761089" y="984446"/>
                  </a:cubicBezTo>
                  <a:cubicBezTo>
                    <a:pt x="2734572" y="984446"/>
                    <a:pt x="2562211" y="848546"/>
                    <a:pt x="2562211" y="848546"/>
                  </a:cubicBezTo>
                  <a:cubicBezTo>
                    <a:pt x="2542324" y="838602"/>
                    <a:pt x="2519121" y="822029"/>
                    <a:pt x="2495919" y="812085"/>
                  </a:cubicBezTo>
                  <a:cubicBezTo>
                    <a:pt x="2476031" y="802141"/>
                    <a:pt x="2452829" y="798827"/>
                    <a:pt x="2432941" y="795512"/>
                  </a:cubicBezTo>
                  <a:cubicBezTo>
                    <a:pt x="2426311" y="795512"/>
                    <a:pt x="2419682" y="785568"/>
                    <a:pt x="2413053" y="778939"/>
                  </a:cubicBezTo>
                  <a:cubicBezTo>
                    <a:pt x="2422997" y="772310"/>
                    <a:pt x="2432941" y="772310"/>
                    <a:pt x="2442885" y="772310"/>
                  </a:cubicBezTo>
                  <a:cubicBezTo>
                    <a:pt x="2558897" y="772310"/>
                    <a:pt x="2645077" y="894951"/>
                    <a:pt x="2777662" y="981132"/>
                  </a:cubicBezTo>
                  <a:close/>
                  <a:moveTo>
                    <a:pt x="3758794" y="792197"/>
                  </a:moveTo>
                  <a:cubicBezTo>
                    <a:pt x="3735591" y="802141"/>
                    <a:pt x="3709074" y="825344"/>
                    <a:pt x="3685872" y="835288"/>
                  </a:cubicBezTo>
                  <a:cubicBezTo>
                    <a:pt x="3685872" y="835288"/>
                    <a:pt x="3682557" y="831973"/>
                    <a:pt x="3679242" y="831973"/>
                  </a:cubicBezTo>
                  <a:lnTo>
                    <a:pt x="3679242" y="822029"/>
                  </a:lnTo>
                  <a:cubicBezTo>
                    <a:pt x="3705760" y="792197"/>
                    <a:pt x="3732277" y="775624"/>
                    <a:pt x="3758794" y="765680"/>
                  </a:cubicBezTo>
                  <a:lnTo>
                    <a:pt x="3758794" y="792197"/>
                  </a:lnTo>
                  <a:close/>
                  <a:moveTo>
                    <a:pt x="987761" y="974502"/>
                  </a:moveTo>
                  <a:cubicBezTo>
                    <a:pt x="981131" y="974502"/>
                    <a:pt x="974502" y="977817"/>
                    <a:pt x="964558" y="977817"/>
                  </a:cubicBezTo>
                  <a:cubicBezTo>
                    <a:pt x="957929" y="977817"/>
                    <a:pt x="954614" y="974502"/>
                    <a:pt x="951300" y="971188"/>
                  </a:cubicBezTo>
                  <a:cubicBezTo>
                    <a:pt x="924783" y="944671"/>
                    <a:pt x="894951" y="911524"/>
                    <a:pt x="858490" y="888322"/>
                  </a:cubicBezTo>
                  <a:cubicBezTo>
                    <a:pt x="815400" y="858490"/>
                    <a:pt x="755736" y="831973"/>
                    <a:pt x="712646" y="812085"/>
                  </a:cubicBezTo>
                  <a:cubicBezTo>
                    <a:pt x="679500" y="798827"/>
                    <a:pt x="643039" y="805456"/>
                    <a:pt x="616522" y="768995"/>
                  </a:cubicBezTo>
                  <a:lnTo>
                    <a:pt x="639724" y="765680"/>
                  </a:lnTo>
                  <a:cubicBezTo>
                    <a:pt x="749107" y="792197"/>
                    <a:pt x="881692" y="858490"/>
                    <a:pt x="987761" y="974502"/>
                  </a:cubicBezTo>
                  <a:close/>
                  <a:moveTo>
                    <a:pt x="344722" y="768995"/>
                  </a:moveTo>
                  <a:cubicBezTo>
                    <a:pt x="384497" y="778939"/>
                    <a:pt x="424273" y="785568"/>
                    <a:pt x="464049" y="805456"/>
                  </a:cubicBezTo>
                  <a:cubicBezTo>
                    <a:pt x="527027" y="838602"/>
                    <a:pt x="566802" y="911524"/>
                    <a:pt x="596634" y="964558"/>
                  </a:cubicBezTo>
                  <a:lnTo>
                    <a:pt x="596634" y="974502"/>
                  </a:lnTo>
                  <a:lnTo>
                    <a:pt x="580061" y="974502"/>
                  </a:lnTo>
                  <a:cubicBezTo>
                    <a:pt x="563488" y="951300"/>
                    <a:pt x="543600" y="931412"/>
                    <a:pt x="530341" y="908210"/>
                  </a:cubicBezTo>
                  <a:cubicBezTo>
                    <a:pt x="477307" y="815400"/>
                    <a:pt x="384497" y="785568"/>
                    <a:pt x="321519" y="785568"/>
                  </a:cubicBezTo>
                  <a:cubicBezTo>
                    <a:pt x="268485" y="785568"/>
                    <a:pt x="159102" y="808771"/>
                    <a:pt x="122641" y="835288"/>
                  </a:cubicBezTo>
                  <a:cubicBezTo>
                    <a:pt x="129271" y="822029"/>
                    <a:pt x="132585" y="805456"/>
                    <a:pt x="149158" y="795512"/>
                  </a:cubicBezTo>
                  <a:cubicBezTo>
                    <a:pt x="155788" y="788883"/>
                    <a:pt x="255227" y="765680"/>
                    <a:pt x="281744" y="765680"/>
                  </a:cubicBezTo>
                  <a:cubicBezTo>
                    <a:pt x="291688" y="765680"/>
                    <a:pt x="295002" y="768995"/>
                    <a:pt x="344722" y="768995"/>
                  </a:cubicBezTo>
                  <a:close/>
                  <a:moveTo>
                    <a:pt x="4249359" y="762366"/>
                  </a:moveTo>
                  <a:cubicBezTo>
                    <a:pt x="4265933" y="768995"/>
                    <a:pt x="4279191" y="772310"/>
                    <a:pt x="4299079" y="778939"/>
                  </a:cubicBezTo>
                  <a:cubicBezTo>
                    <a:pt x="4381945" y="808771"/>
                    <a:pt x="4488013" y="885007"/>
                    <a:pt x="4567564" y="987761"/>
                  </a:cubicBezTo>
                  <a:lnTo>
                    <a:pt x="4531103" y="987761"/>
                  </a:lnTo>
                  <a:cubicBezTo>
                    <a:pt x="4507901" y="944671"/>
                    <a:pt x="4458181" y="908210"/>
                    <a:pt x="4425035" y="878378"/>
                  </a:cubicBezTo>
                  <a:cubicBezTo>
                    <a:pt x="4381945" y="841917"/>
                    <a:pt x="4342169" y="828658"/>
                    <a:pt x="4305708" y="808771"/>
                  </a:cubicBezTo>
                  <a:cubicBezTo>
                    <a:pt x="4282506" y="795512"/>
                    <a:pt x="4229472" y="802141"/>
                    <a:pt x="4222843" y="762366"/>
                  </a:cubicBezTo>
                  <a:lnTo>
                    <a:pt x="4249359" y="762366"/>
                  </a:lnTo>
                  <a:close/>
                  <a:moveTo>
                    <a:pt x="3443904" y="762366"/>
                  </a:moveTo>
                  <a:cubicBezTo>
                    <a:pt x="3433960" y="785568"/>
                    <a:pt x="3420701" y="828658"/>
                    <a:pt x="3390870" y="855175"/>
                  </a:cubicBezTo>
                  <a:lnTo>
                    <a:pt x="3377611" y="855175"/>
                  </a:lnTo>
                  <a:cubicBezTo>
                    <a:pt x="3377611" y="855175"/>
                    <a:pt x="3374296" y="855175"/>
                    <a:pt x="3374296" y="848546"/>
                  </a:cubicBezTo>
                  <a:cubicBezTo>
                    <a:pt x="3374296" y="838602"/>
                    <a:pt x="3410757" y="785568"/>
                    <a:pt x="3424016" y="755736"/>
                  </a:cubicBezTo>
                  <a:cubicBezTo>
                    <a:pt x="3430645" y="755736"/>
                    <a:pt x="3437274" y="759051"/>
                    <a:pt x="3443904" y="762366"/>
                  </a:cubicBezTo>
                  <a:close/>
                  <a:moveTo>
                    <a:pt x="3931155" y="755736"/>
                  </a:moveTo>
                  <a:cubicBezTo>
                    <a:pt x="3924525" y="765680"/>
                    <a:pt x="3914582" y="778939"/>
                    <a:pt x="3901323" y="788883"/>
                  </a:cubicBezTo>
                  <a:cubicBezTo>
                    <a:pt x="3894694" y="782253"/>
                    <a:pt x="3888064" y="772310"/>
                    <a:pt x="3884750" y="765680"/>
                  </a:cubicBezTo>
                  <a:lnTo>
                    <a:pt x="3884750" y="755736"/>
                  </a:lnTo>
                  <a:cubicBezTo>
                    <a:pt x="3894694" y="752422"/>
                    <a:pt x="3904638" y="749107"/>
                    <a:pt x="3914582" y="749107"/>
                  </a:cubicBezTo>
                  <a:cubicBezTo>
                    <a:pt x="3921211" y="749107"/>
                    <a:pt x="3924525" y="752422"/>
                    <a:pt x="3931155" y="755736"/>
                  </a:cubicBezTo>
                  <a:close/>
                  <a:moveTo>
                    <a:pt x="3546657" y="762366"/>
                  </a:moveTo>
                  <a:cubicBezTo>
                    <a:pt x="3546657" y="765680"/>
                    <a:pt x="3533399" y="795512"/>
                    <a:pt x="3526769" y="805456"/>
                  </a:cubicBezTo>
                  <a:cubicBezTo>
                    <a:pt x="3530084" y="788883"/>
                    <a:pt x="3536713" y="768995"/>
                    <a:pt x="3543343" y="749107"/>
                  </a:cubicBezTo>
                  <a:cubicBezTo>
                    <a:pt x="3546657" y="752422"/>
                    <a:pt x="3546657" y="752422"/>
                    <a:pt x="3546657" y="762366"/>
                  </a:cubicBezTo>
                  <a:close/>
                  <a:moveTo>
                    <a:pt x="1952319" y="768995"/>
                  </a:moveTo>
                  <a:cubicBezTo>
                    <a:pt x="1952319" y="775624"/>
                    <a:pt x="1955634" y="782253"/>
                    <a:pt x="1958948" y="785568"/>
                  </a:cubicBezTo>
                  <a:cubicBezTo>
                    <a:pt x="1968892" y="782253"/>
                    <a:pt x="2011982" y="782253"/>
                    <a:pt x="2011982" y="815400"/>
                  </a:cubicBezTo>
                  <a:cubicBezTo>
                    <a:pt x="2011982" y="855175"/>
                    <a:pt x="1945690" y="861805"/>
                    <a:pt x="1935746" y="861805"/>
                  </a:cubicBezTo>
                  <a:cubicBezTo>
                    <a:pt x="1919173" y="861805"/>
                    <a:pt x="1859509" y="855175"/>
                    <a:pt x="1859509" y="822029"/>
                  </a:cubicBezTo>
                  <a:cubicBezTo>
                    <a:pt x="1859509" y="805456"/>
                    <a:pt x="1945690" y="752422"/>
                    <a:pt x="1955634" y="749107"/>
                  </a:cubicBezTo>
                  <a:cubicBezTo>
                    <a:pt x="1958948" y="752422"/>
                    <a:pt x="1952319" y="759051"/>
                    <a:pt x="1952319" y="768995"/>
                  </a:cubicBezTo>
                  <a:close/>
                  <a:moveTo>
                    <a:pt x="1726924" y="772310"/>
                  </a:moveTo>
                  <a:cubicBezTo>
                    <a:pt x="1716980" y="808771"/>
                    <a:pt x="1687148" y="845232"/>
                    <a:pt x="1647373" y="845232"/>
                  </a:cubicBezTo>
                  <a:cubicBezTo>
                    <a:pt x="1654002" y="835288"/>
                    <a:pt x="1667260" y="822029"/>
                    <a:pt x="1673890" y="812085"/>
                  </a:cubicBezTo>
                  <a:cubicBezTo>
                    <a:pt x="1693777" y="785568"/>
                    <a:pt x="1703721" y="762366"/>
                    <a:pt x="1726924" y="745793"/>
                  </a:cubicBezTo>
                  <a:lnTo>
                    <a:pt x="1726924" y="772310"/>
                  </a:lnTo>
                  <a:close/>
                  <a:moveTo>
                    <a:pt x="4156550" y="845232"/>
                  </a:moveTo>
                  <a:cubicBezTo>
                    <a:pt x="4169808" y="861805"/>
                    <a:pt x="4183067" y="888322"/>
                    <a:pt x="4189696" y="911524"/>
                  </a:cubicBezTo>
                  <a:cubicBezTo>
                    <a:pt x="4196325" y="928097"/>
                    <a:pt x="4216213" y="964558"/>
                    <a:pt x="4216213" y="974502"/>
                  </a:cubicBezTo>
                  <a:lnTo>
                    <a:pt x="4216213" y="987761"/>
                  </a:lnTo>
                  <a:cubicBezTo>
                    <a:pt x="4216213" y="987761"/>
                    <a:pt x="4216213" y="991075"/>
                    <a:pt x="4209584" y="991075"/>
                  </a:cubicBezTo>
                  <a:cubicBezTo>
                    <a:pt x="4199640" y="991075"/>
                    <a:pt x="4199640" y="987761"/>
                    <a:pt x="4196325" y="984446"/>
                  </a:cubicBezTo>
                  <a:cubicBezTo>
                    <a:pt x="4189696" y="961244"/>
                    <a:pt x="4173123" y="938041"/>
                    <a:pt x="4166494" y="914839"/>
                  </a:cubicBezTo>
                  <a:cubicBezTo>
                    <a:pt x="4120089" y="788883"/>
                    <a:pt x="4030594" y="768995"/>
                    <a:pt x="4030594" y="752422"/>
                  </a:cubicBezTo>
                  <a:cubicBezTo>
                    <a:pt x="4030594" y="745793"/>
                    <a:pt x="4030594" y="739163"/>
                    <a:pt x="4040538" y="739163"/>
                  </a:cubicBezTo>
                  <a:cubicBezTo>
                    <a:pt x="4067055" y="739163"/>
                    <a:pt x="4146606" y="828658"/>
                    <a:pt x="4156550" y="845232"/>
                  </a:cubicBezTo>
                  <a:close/>
                  <a:moveTo>
                    <a:pt x="3102496" y="745793"/>
                  </a:moveTo>
                  <a:lnTo>
                    <a:pt x="3102496" y="752422"/>
                  </a:lnTo>
                  <a:cubicBezTo>
                    <a:pt x="3092553" y="765680"/>
                    <a:pt x="3092553" y="768995"/>
                    <a:pt x="3082609" y="768995"/>
                  </a:cubicBezTo>
                  <a:cubicBezTo>
                    <a:pt x="3069350" y="768995"/>
                    <a:pt x="3026260" y="755736"/>
                    <a:pt x="3016316" y="749107"/>
                  </a:cubicBezTo>
                  <a:cubicBezTo>
                    <a:pt x="3022945" y="745793"/>
                    <a:pt x="3032889" y="745793"/>
                    <a:pt x="3042833" y="739163"/>
                  </a:cubicBezTo>
                  <a:cubicBezTo>
                    <a:pt x="3046148" y="739163"/>
                    <a:pt x="3049462" y="729219"/>
                    <a:pt x="3056092" y="729219"/>
                  </a:cubicBezTo>
                  <a:cubicBezTo>
                    <a:pt x="3066036" y="729219"/>
                    <a:pt x="3089238" y="742478"/>
                    <a:pt x="3102496" y="745793"/>
                  </a:cubicBezTo>
                  <a:close/>
                  <a:moveTo>
                    <a:pt x="636410" y="729219"/>
                  </a:moveTo>
                  <a:cubicBezTo>
                    <a:pt x="778939" y="739163"/>
                    <a:pt x="921468" y="841917"/>
                    <a:pt x="1054053" y="974502"/>
                  </a:cubicBezTo>
                  <a:cubicBezTo>
                    <a:pt x="1047424" y="974502"/>
                    <a:pt x="1040795" y="977817"/>
                    <a:pt x="1034165" y="977817"/>
                  </a:cubicBezTo>
                  <a:cubicBezTo>
                    <a:pt x="1024222" y="977817"/>
                    <a:pt x="1014278" y="974502"/>
                    <a:pt x="1010963" y="971188"/>
                  </a:cubicBezTo>
                  <a:cubicBezTo>
                    <a:pt x="908209" y="878378"/>
                    <a:pt x="795512" y="795512"/>
                    <a:pt x="689444" y="765680"/>
                  </a:cubicBezTo>
                  <a:cubicBezTo>
                    <a:pt x="656297" y="755736"/>
                    <a:pt x="623151" y="752422"/>
                    <a:pt x="590005" y="745793"/>
                  </a:cubicBezTo>
                  <a:cubicBezTo>
                    <a:pt x="586690" y="742478"/>
                    <a:pt x="580061" y="735849"/>
                    <a:pt x="576746" y="729219"/>
                  </a:cubicBezTo>
                  <a:lnTo>
                    <a:pt x="636410" y="729219"/>
                  </a:lnTo>
                  <a:close/>
                  <a:moveTo>
                    <a:pt x="629780" y="971188"/>
                  </a:moveTo>
                  <a:cubicBezTo>
                    <a:pt x="626466" y="971188"/>
                    <a:pt x="626466" y="974502"/>
                    <a:pt x="619836" y="974502"/>
                  </a:cubicBezTo>
                  <a:cubicBezTo>
                    <a:pt x="609892" y="974502"/>
                    <a:pt x="616522" y="974502"/>
                    <a:pt x="613207" y="971188"/>
                  </a:cubicBezTo>
                  <a:cubicBezTo>
                    <a:pt x="596634" y="924783"/>
                    <a:pt x="566802" y="885007"/>
                    <a:pt x="530341" y="841917"/>
                  </a:cubicBezTo>
                  <a:cubicBezTo>
                    <a:pt x="483936" y="782253"/>
                    <a:pt x="414329" y="762366"/>
                    <a:pt x="357980" y="755736"/>
                  </a:cubicBezTo>
                  <a:cubicBezTo>
                    <a:pt x="295002" y="745793"/>
                    <a:pt x="291688" y="752422"/>
                    <a:pt x="281744" y="752422"/>
                  </a:cubicBezTo>
                  <a:cubicBezTo>
                    <a:pt x="275115" y="752422"/>
                    <a:pt x="222080" y="762366"/>
                    <a:pt x="182305" y="765680"/>
                  </a:cubicBezTo>
                  <a:cubicBezTo>
                    <a:pt x="185619" y="759051"/>
                    <a:pt x="192249" y="752422"/>
                    <a:pt x="198878" y="745793"/>
                  </a:cubicBezTo>
                  <a:cubicBezTo>
                    <a:pt x="202193" y="745793"/>
                    <a:pt x="208822" y="749107"/>
                    <a:pt x="212137" y="745793"/>
                  </a:cubicBezTo>
                  <a:cubicBezTo>
                    <a:pt x="235339" y="739163"/>
                    <a:pt x="278429" y="729219"/>
                    <a:pt x="304946" y="729219"/>
                  </a:cubicBezTo>
                  <a:cubicBezTo>
                    <a:pt x="417644" y="729219"/>
                    <a:pt x="573432" y="802141"/>
                    <a:pt x="629780" y="971188"/>
                  </a:cubicBezTo>
                  <a:close/>
                  <a:moveTo>
                    <a:pt x="2830697" y="981132"/>
                  </a:moveTo>
                  <a:cubicBezTo>
                    <a:pt x="2827382" y="984446"/>
                    <a:pt x="2824067" y="984446"/>
                    <a:pt x="2817438" y="984446"/>
                  </a:cubicBezTo>
                  <a:cubicBezTo>
                    <a:pt x="2800865" y="984446"/>
                    <a:pt x="2807494" y="974502"/>
                    <a:pt x="2790921" y="967873"/>
                  </a:cubicBezTo>
                  <a:cubicBezTo>
                    <a:pt x="2721314" y="938041"/>
                    <a:pt x="2645077" y="861805"/>
                    <a:pt x="2582099" y="812085"/>
                  </a:cubicBezTo>
                  <a:cubicBezTo>
                    <a:pt x="2552267" y="788883"/>
                    <a:pt x="2505863" y="765680"/>
                    <a:pt x="2479346" y="762366"/>
                  </a:cubicBezTo>
                  <a:cubicBezTo>
                    <a:pt x="2456143" y="759051"/>
                    <a:pt x="2429626" y="762366"/>
                    <a:pt x="2403109" y="759051"/>
                  </a:cubicBezTo>
                  <a:cubicBezTo>
                    <a:pt x="2396480" y="759051"/>
                    <a:pt x="2393165" y="752422"/>
                    <a:pt x="2386536" y="745793"/>
                  </a:cubicBezTo>
                  <a:lnTo>
                    <a:pt x="2386536" y="725905"/>
                  </a:lnTo>
                  <a:cubicBezTo>
                    <a:pt x="2409738" y="729219"/>
                    <a:pt x="2446199" y="725905"/>
                    <a:pt x="2452829" y="725905"/>
                  </a:cubicBezTo>
                  <a:cubicBezTo>
                    <a:pt x="2582099" y="725905"/>
                    <a:pt x="2698111" y="891636"/>
                    <a:pt x="2830697" y="981132"/>
                  </a:cubicBezTo>
                  <a:close/>
                  <a:moveTo>
                    <a:pt x="2320243" y="805456"/>
                  </a:moveTo>
                  <a:cubicBezTo>
                    <a:pt x="2330187" y="812085"/>
                    <a:pt x="2406424" y="941356"/>
                    <a:pt x="2406424" y="957929"/>
                  </a:cubicBezTo>
                  <a:lnTo>
                    <a:pt x="2406424" y="981132"/>
                  </a:lnTo>
                  <a:lnTo>
                    <a:pt x="2071646" y="981132"/>
                  </a:lnTo>
                  <a:cubicBezTo>
                    <a:pt x="2081590" y="957929"/>
                    <a:pt x="2098163" y="957929"/>
                    <a:pt x="2121365" y="957929"/>
                  </a:cubicBezTo>
                  <a:cubicBezTo>
                    <a:pt x="2127994" y="957929"/>
                    <a:pt x="2181029" y="967873"/>
                    <a:pt x="2190972" y="967873"/>
                  </a:cubicBezTo>
                  <a:cubicBezTo>
                    <a:pt x="2273838" y="967873"/>
                    <a:pt x="2287097" y="921468"/>
                    <a:pt x="2287097" y="861805"/>
                  </a:cubicBezTo>
                  <a:cubicBezTo>
                    <a:pt x="2287097" y="838602"/>
                    <a:pt x="2263894" y="825344"/>
                    <a:pt x="2247321" y="825344"/>
                  </a:cubicBezTo>
                  <a:cubicBezTo>
                    <a:pt x="2227433" y="825344"/>
                    <a:pt x="2214175" y="838602"/>
                    <a:pt x="2214175" y="855175"/>
                  </a:cubicBezTo>
                  <a:cubicBezTo>
                    <a:pt x="2214175" y="865119"/>
                    <a:pt x="2227433" y="868434"/>
                    <a:pt x="2227433" y="875063"/>
                  </a:cubicBezTo>
                  <a:cubicBezTo>
                    <a:pt x="2227433" y="908210"/>
                    <a:pt x="2174399" y="911524"/>
                    <a:pt x="2167770" y="911524"/>
                  </a:cubicBezTo>
                  <a:cubicBezTo>
                    <a:pt x="2137938" y="911524"/>
                    <a:pt x="2121365" y="904895"/>
                    <a:pt x="2121365" y="878378"/>
                  </a:cubicBezTo>
                  <a:cubicBezTo>
                    <a:pt x="2121365" y="775624"/>
                    <a:pt x="2207546" y="822029"/>
                    <a:pt x="2230748" y="722590"/>
                  </a:cubicBezTo>
                  <a:cubicBezTo>
                    <a:pt x="2260580" y="745793"/>
                    <a:pt x="2293726" y="772310"/>
                    <a:pt x="2320243" y="805456"/>
                  </a:cubicBezTo>
                  <a:close/>
                  <a:moveTo>
                    <a:pt x="4262618" y="722590"/>
                  </a:moveTo>
                  <a:cubicBezTo>
                    <a:pt x="4365372" y="725905"/>
                    <a:pt x="4501272" y="831973"/>
                    <a:pt x="4594082" y="944671"/>
                  </a:cubicBezTo>
                  <a:cubicBezTo>
                    <a:pt x="4604025" y="957929"/>
                    <a:pt x="4623913" y="971188"/>
                    <a:pt x="4633857" y="984446"/>
                  </a:cubicBezTo>
                  <a:cubicBezTo>
                    <a:pt x="4627228" y="987761"/>
                    <a:pt x="4617284" y="987761"/>
                    <a:pt x="4610654" y="987761"/>
                  </a:cubicBezTo>
                  <a:cubicBezTo>
                    <a:pt x="4600711" y="987761"/>
                    <a:pt x="4597396" y="987761"/>
                    <a:pt x="4590767" y="984446"/>
                  </a:cubicBezTo>
                  <a:cubicBezTo>
                    <a:pt x="4504586" y="881693"/>
                    <a:pt x="4378630" y="778939"/>
                    <a:pt x="4279191" y="755736"/>
                  </a:cubicBezTo>
                  <a:cubicBezTo>
                    <a:pt x="4252674" y="749107"/>
                    <a:pt x="4226157" y="745793"/>
                    <a:pt x="4199640" y="739163"/>
                  </a:cubicBezTo>
                  <a:cubicBezTo>
                    <a:pt x="4193011" y="732534"/>
                    <a:pt x="4186381" y="729219"/>
                    <a:pt x="4189696" y="719275"/>
                  </a:cubicBezTo>
                  <a:lnTo>
                    <a:pt x="4229472" y="719275"/>
                  </a:lnTo>
                  <a:cubicBezTo>
                    <a:pt x="4239416" y="719275"/>
                    <a:pt x="4252674" y="722590"/>
                    <a:pt x="4262618" y="722590"/>
                  </a:cubicBezTo>
                  <a:close/>
                  <a:moveTo>
                    <a:pt x="3944413" y="719275"/>
                  </a:moveTo>
                  <a:cubicBezTo>
                    <a:pt x="3947728" y="722590"/>
                    <a:pt x="3947728" y="719275"/>
                    <a:pt x="3947728" y="725905"/>
                  </a:cubicBezTo>
                  <a:cubicBezTo>
                    <a:pt x="3947728" y="735849"/>
                    <a:pt x="3944413" y="735849"/>
                    <a:pt x="3941098" y="735849"/>
                  </a:cubicBezTo>
                  <a:cubicBezTo>
                    <a:pt x="3921211" y="739163"/>
                    <a:pt x="3884750" y="742478"/>
                    <a:pt x="3874806" y="742478"/>
                  </a:cubicBezTo>
                  <a:cubicBezTo>
                    <a:pt x="3868176" y="742478"/>
                    <a:pt x="3864862" y="732534"/>
                    <a:pt x="3861547" y="725905"/>
                  </a:cubicBezTo>
                  <a:cubicBezTo>
                    <a:pt x="3874806" y="725905"/>
                    <a:pt x="3888064" y="722590"/>
                    <a:pt x="3901323" y="719275"/>
                  </a:cubicBezTo>
                  <a:lnTo>
                    <a:pt x="3944413" y="719275"/>
                  </a:lnTo>
                  <a:close/>
                  <a:moveTo>
                    <a:pt x="3530084" y="735849"/>
                  </a:moveTo>
                  <a:cubicBezTo>
                    <a:pt x="3530084" y="762366"/>
                    <a:pt x="3510196" y="812085"/>
                    <a:pt x="3496938" y="825344"/>
                  </a:cubicBezTo>
                  <a:cubicBezTo>
                    <a:pt x="3493623" y="831973"/>
                    <a:pt x="3486994" y="835288"/>
                    <a:pt x="3480365" y="838602"/>
                  </a:cubicBezTo>
                  <a:lnTo>
                    <a:pt x="3467106" y="838602"/>
                  </a:lnTo>
                  <a:cubicBezTo>
                    <a:pt x="3486994" y="802141"/>
                    <a:pt x="3510196" y="749107"/>
                    <a:pt x="3520140" y="715961"/>
                  </a:cubicBezTo>
                  <a:cubicBezTo>
                    <a:pt x="3526769" y="722590"/>
                    <a:pt x="3530084" y="729219"/>
                    <a:pt x="3530084" y="735849"/>
                  </a:cubicBezTo>
                  <a:close/>
                  <a:moveTo>
                    <a:pt x="1617541" y="765680"/>
                  </a:moveTo>
                  <a:cubicBezTo>
                    <a:pt x="1647373" y="765680"/>
                    <a:pt x="1650687" y="752422"/>
                    <a:pt x="1657316" y="725905"/>
                  </a:cubicBezTo>
                  <a:lnTo>
                    <a:pt x="1677204" y="715961"/>
                  </a:lnTo>
                  <a:lnTo>
                    <a:pt x="1677204" y="722590"/>
                  </a:lnTo>
                  <a:cubicBezTo>
                    <a:pt x="1657316" y="759051"/>
                    <a:pt x="1587709" y="855175"/>
                    <a:pt x="1574451" y="855175"/>
                  </a:cubicBezTo>
                  <a:cubicBezTo>
                    <a:pt x="1567821" y="855175"/>
                    <a:pt x="1561192" y="851861"/>
                    <a:pt x="1554563" y="848546"/>
                  </a:cubicBezTo>
                  <a:lnTo>
                    <a:pt x="1554563" y="838602"/>
                  </a:lnTo>
                  <a:cubicBezTo>
                    <a:pt x="1571136" y="818714"/>
                    <a:pt x="1587709" y="798827"/>
                    <a:pt x="1600968" y="778939"/>
                  </a:cubicBezTo>
                  <a:lnTo>
                    <a:pt x="1597653" y="765680"/>
                  </a:lnTo>
                  <a:cubicBezTo>
                    <a:pt x="1591024" y="768995"/>
                    <a:pt x="1541304" y="838602"/>
                    <a:pt x="1531360" y="838602"/>
                  </a:cubicBezTo>
                  <a:cubicBezTo>
                    <a:pt x="1524731" y="838602"/>
                    <a:pt x="1508158" y="831973"/>
                    <a:pt x="1508158" y="822029"/>
                  </a:cubicBezTo>
                  <a:cubicBezTo>
                    <a:pt x="1508158" y="812085"/>
                    <a:pt x="1554563" y="752422"/>
                    <a:pt x="1574451" y="715961"/>
                  </a:cubicBezTo>
                  <a:cubicBezTo>
                    <a:pt x="1584395" y="752422"/>
                    <a:pt x="1591024" y="765680"/>
                    <a:pt x="1617541" y="765680"/>
                  </a:cubicBezTo>
                  <a:close/>
                  <a:moveTo>
                    <a:pt x="3500252" y="712646"/>
                  </a:moveTo>
                  <a:lnTo>
                    <a:pt x="3500252" y="732534"/>
                  </a:lnTo>
                  <a:cubicBezTo>
                    <a:pt x="3486994" y="762366"/>
                    <a:pt x="3453848" y="855175"/>
                    <a:pt x="3427331" y="855175"/>
                  </a:cubicBezTo>
                  <a:lnTo>
                    <a:pt x="3414072" y="855175"/>
                  </a:lnTo>
                  <a:cubicBezTo>
                    <a:pt x="3424016" y="835288"/>
                    <a:pt x="3440589" y="812085"/>
                    <a:pt x="3447218" y="792197"/>
                  </a:cubicBezTo>
                  <a:cubicBezTo>
                    <a:pt x="3457162" y="765680"/>
                    <a:pt x="3457162" y="729219"/>
                    <a:pt x="3486994" y="712646"/>
                  </a:cubicBezTo>
                  <a:lnTo>
                    <a:pt x="3500252" y="712646"/>
                  </a:lnTo>
                  <a:close/>
                  <a:moveTo>
                    <a:pt x="1852880" y="719275"/>
                  </a:moveTo>
                  <a:cubicBezTo>
                    <a:pt x="1852880" y="725905"/>
                    <a:pt x="1842936" y="729219"/>
                    <a:pt x="1836307" y="732534"/>
                  </a:cubicBezTo>
                  <a:cubicBezTo>
                    <a:pt x="1832992" y="729219"/>
                    <a:pt x="1832992" y="709332"/>
                    <a:pt x="1849565" y="709332"/>
                  </a:cubicBezTo>
                  <a:cubicBezTo>
                    <a:pt x="1849565" y="712646"/>
                    <a:pt x="1852880" y="709332"/>
                    <a:pt x="1852880" y="719275"/>
                  </a:cubicBezTo>
                  <a:close/>
                  <a:moveTo>
                    <a:pt x="1713665" y="722590"/>
                  </a:moveTo>
                  <a:cubicBezTo>
                    <a:pt x="1713665" y="755736"/>
                    <a:pt x="1634114" y="838602"/>
                    <a:pt x="1614226" y="855175"/>
                  </a:cubicBezTo>
                  <a:lnTo>
                    <a:pt x="1600968" y="855175"/>
                  </a:lnTo>
                  <a:lnTo>
                    <a:pt x="1600968" y="845232"/>
                  </a:lnTo>
                  <a:cubicBezTo>
                    <a:pt x="1640743" y="802141"/>
                    <a:pt x="1677204" y="752422"/>
                    <a:pt x="1700407" y="709332"/>
                  </a:cubicBezTo>
                  <a:cubicBezTo>
                    <a:pt x="1707036" y="712646"/>
                    <a:pt x="1713665" y="715961"/>
                    <a:pt x="1713665" y="722590"/>
                  </a:cubicBezTo>
                  <a:close/>
                  <a:moveTo>
                    <a:pt x="1305965" y="729219"/>
                  </a:moveTo>
                  <a:cubicBezTo>
                    <a:pt x="1305965" y="739163"/>
                    <a:pt x="1292707" y="752422"/>
                    <a:pt x="1279448" y="752422"/>
                  </a:cubicBezTo>
                  <a:cubicBezTo>
                    <a:pt x="1272819" y="752422"/>
                    <a:pt x="1242987" y="742478"/>
                    <a:pt x="1242987" y="735849"/>
                  </a:cubicBezTo>
                  <a:cubicBezTo>
                    <a:pt x="1242987" y="729219"/>
                    <a:pt x="1249617" y="719275"/>
                    <a:pt x="1249617" y="709332"/>
                  </a:cubicBezTo>
                  <a:cubicBezTo>
                    <a:pt x="1266190" y="715961"/>
                    <a:pt x="1286078" y="725905"/>
                    <a:pt x="1305965" y="729219"/>
                  </a:cubicBezTo>
                  <a:close/>
                  <a:moveTo>
                    <a:pt x="4090257" y="725905"/>
                  </a:moveTo>
                  <a:cubicBezTo>
                    <a:pt x="4169808" y="778939"/>
                    <a:pt x="4202955" y="858490"/>
                    <a:pt x="4222843" y="928097"/>
                  </a:cubicBezTo>
                  <a:cubicBezTo>
                    <a:pt x="4226157" y="947985"/>
                    <a:pt x="4239416" y="964558"/>
                    <a:pt x="4239416" y="991075"/>
                  </a:cubicBezTo>
                  <a:cubicBezTo>
                    <a:pt x="4209584" y="951300"/>
                    <a:pt x="4202955" y="904895"/>
                    <a:pt x="4183067" y="865119"/>
                  </a:cubicBezTo>
                  <a:cubicBezTo>
                    <a:pt x="4169808" y="831973"/>
                    <a:pt x="4136662" y="788883"/>
                    <a:pt x="4103516" y="762366"/>
                  </a:cubicBezTo>
                  <a:cubicBezTo>
                    <a:pt x="4083628" y="745793"/>
                    <a:pt x="4063740" y="735849"/>
                    <a:pt x="4043852" y="725905"/>
                  </a:cubicBezTo>
                  <a:cubicBezTo>
                    <a:pt x="4040538" y="725905"/>
                    <a:pt x="4037223" y="725905"/>
                    <a:pt x="4037223" y="715961"/>
                  </a:cubicBezTo>
                  <a:cubicBezTo>
                    <a:pt x="4037223" y="709332"/>
                    <a:pt x="4037223" y="702702"/>
                    <a:pt x="4047167" y="702702"/>
                  </a:cubicBezTo>
                  <a:cubicBezTo>
                    <a:pt x="4053796" y="702702"/>
                    <a:pt x="4076999" y="719275"/>
                    <a:pt x="4090257" y="725905"/>
                  </a:cubicBezTo>
                  <a:close/>
                  <a:moveTo>
                    <a:pt x="2157826" y="706017"/>
                  </a:moveTo>
                  <a:cubicBezTo>
                    <a:pt x="2161141" y="712646"/>
                    <a:pt x="2164455" y="715961"/>
                    <a:pt x="2164455" y="725905"/>
                  </a:cubicBezTo>
                  <a:cubicBezTo>
                    <a:pt x="2164455" y="768995"/>
                    <a:pt x="2131309" y="745793"/>
                    <a:pt x="2094848" y="782253"/>
                  </a:cubicBezTo>
                  <a:cubicBezTo>
                    <a:pt x="2058387" y="768995"/>
                    <a:pt x="2094848" y="729219"/>
                    <a:pt x="2051758" y="712646"/>
                  </a:cubicBezTo>
                  <a:cubicBezTo>
                    <a:pt x="2065016" y="696073"/>
                    <a:pt x="2088219" y="699388"/>
                    <a:pt x="2108107" y="699388"/>
                  </a:cubicBezTo>
                  <a:cubicBezTo>
                    <a:pt x="2114736" y="699388"/>
                    <a:pt x="2144568" y="702702"/>
                    <a:pt x="2157826" y="706017"/>
                  </a:cubicBezTo>
                  <a:close/>
                  <a:moveTo>
                    <a:pt x="659612" y="967873"/>
                  </a:moveTo>
                  <a:lnTo>
                    <a:pt x="652983" y="974502"/>
                  </a:lnTo>
                  <a:lnTo>
                    <a:pt x="646353" y="967873"/>
                  </a:lnTo>
                  <a:cubicBezTo>
                    <a:pt x="570117" y="785568"/>
                    <a:pt x="434217" y="719275"/>
                    <a:pt x="301632" y="719275"/>
                  </a:cubicBezTo>
                  <a:cubicBezTo>
                    <a:pt x="295002" y="719275"/>
                    <a:pt x="251912" y="722590"/>
                    <a:pt x="212137" y="729219"/>
                  </a:cubicBezTo>
                  <a:cubicBezTo>
                    <a:pt x="215451" y="692758"/>
                    <a:pt x="278429" y="699388"/>
                    <a:pt x="295002" y="699388"/>
                  </a:cubicBezTo>
                  <a:cubicBezTo>
                    <a:pt x="447475" y="699388"/>
                    <a:pt x="570117" y="762366"/>
                    <a:pt x="659612" y="967873"/>
                  </a:cubicBezTo>
                  <a:close/>
                  <a:moveTo>
                    <a:pt x="2674909" y="805456"/>
                  </a:moveTo>
                  <a:cubicBezTo>
                    <a:pt x="2678223" y="805456"/>
                    <a:pt x="2684853" y="808771"/>
                    <a:pt x="2691482" y="812085"/>
                  </a:cubicBezTo>
                  <a:cubicBezTo>
                    <a:pt x="2731258" y="848546"/>
                    <a:pt x="2771033" y="894951"/>
                    <a:pt x="2814123" y="924783"/>
                  </a:cubicBezTo>
                  <a:cubicBezTo>
                    <a:pt x="2840640" y="947985"/>
                    <a:pt x="2877102" y="964558"/>
                    <a:pt x="2906933" y="981132"/>
                  </a:cubicBezTo>
                  <a:cubicBezTo>
                    <a:pt x="2900304" y="984446"/>
                    <a:pt x="2893675" y="984446"/>
                    <a:pt x="2887045" y="984446"/>
                  </a:cubicBezTo>
                  <a:cubicBezTo>
                    <a:pt x="2834011" y="984446"/>
                    <a:pt x="2674909" y="831973"/>
                    <a:pt x="2641762" y="802141"/>
                  </a:cubicBezTo>
                  <a:cubicBezTo>
                    <a:pt x="2611931" y="775624"/>
                    <a:pt x="2572155" y="749107"/>
                    <a:pt x="2539009" y="732534"/>
                  </a:cubicBezTo>
                  <a:cubicBezTo>
                    <a:pt x="2485975" y="709332"/>
                    <a:pt x="2479346" y="715961"/>
                    <a:pt x="2439570" y="715961"/>
                  </a:cubicBezTo>
                  <a:cubicBezTo>
                    <a:pt x="2432941" y="715961"/>
                    <a:pt x="2383221" y="722590"/>
                    <a:pt x="2373277" y="722590"/>
                  </a:cubicBezTo>
                  <a:cubicBezTo>
                    <a:pt x="2366648" y="722590"/>
                    <a:pt x="2356704" y="712646"/>
                    <a:pt x="2353389" y="706017"/>
                  </a:cubicBezTo>
                  <a:cubicBezTo>
                    <a:pt x="2373277" y="689444"/>
                    <a:pt x="2399794" y="689444"/>
                    <a:pt x="2419682" y="689444"/>
                  </a:cubicBezTo>
                  <a:cubicBezTo>
                    <a:pt x="2502548" y="689444"/>
                    <a:pt x="2608616" y="722590"/>
                    <a:pt x="2674909" y="805456"/>
                  </a:cubicBezTo>
                  <a:close/>
                  <a:moveTo>
                    <a:pt x="3957672" y="692758"/>
                  </a:moveTo>
                  <a:lnTo>
                    <a:pt x="3957672" y="702702"/>
                  </a:lnTo>
                  <a:cubicBezTo>
                    <a:pt x="3947728" y="706017"/>
                    <a:pt x="3937784" y="706017"/>
                    <a:pt x="3927840" y="706017"/>
                  </a:cubicBezTo>
                  <a:cubicBezTo>
                    <a:pt x="3838345" y="706017"/>
                    <a:pt x="3755479" y="735849"/>
                    <a:pt x="3665984" y="815400"/>
                  </a:cubicBezTo>
                  <a:cubicBezTo>
                    <a:pt x="3659355" y="812085"/>
                    <a:pt x="3652726" y="808771"/>
                    <a:pt x="3652726" y="798827"/>
                  </a:cubicBezTo>
                  <a:cubicBezTo>
                    <a:pt x="3652726" y="792197"/>
                    <a:pt x="3689186" y="772310"/>
                    <a:pt x="3705760" y="759051"/>
                  </a:cubicBezTo>
                  <a:cubicBezTo>
                    <a:pt x="3762108" y="715961"/>
                    <a:pt x="3864862" y="682814"/>
                    <a:pt x="3924525" y="682814"/>
                  </a:cubicBezTo>
                  <a:cubicBezTo>
                    <a:pt x="3934469" y="682814"/>
                    <a:pt x="3947728" y="686129"/>
                    <a:pt x="3957672" y="692758"/>
                  </a:cubicBezTo>
                  <a:close/>
                  <a:moveTo>
                    <a:pt x="3685872" y="696073"/>
                  </a:moveTo>
                  <a:cubicBezTo>
                    <a:pt x="3682557" y="692758"/>
                    <a:pt x="3669299" y="686129"/>
                    <a:pt x="3682557" y="682814"/>
                  </a:cubicBezTo>
                  <a:cubicBezTo>
                    <a:pt x="3682557" y="686129"/>
                    <a:pt x="3685872" y="692758"/>
                    <a:pt x="3685872" y="696073"/>
                  </a:cubicBezTo>
                  <a:close/>
                  <a:moveTo>
                    <a:pt x="1876082" y="702702"/>
                  </a:moveTo>
                  <a:lnTo>
                    <a:pt x="1869453" y="709332"/>
                  </a:lnTo>
                  <a:cubicBezTo>
                    <a:pt x="1866138" y="709332"/>
                    <a:pt x="1856194" y="702702"/>
                    <a:pt x="1856194" y="696073"/>
                  </a:cubicBezTo>
                  <a:cubicBezTo>
                    <a:pt x="1856194" y="686129"/>
                    <a:pt x="1862824" y="686129"/>
                    <a:pt x="1866138" y="682814"/>
                  </a:cubicBezTo>
                  <a:cubicBezTo>
                    <a:pt x="1872768" y="689444"/>
                    <a:pt x="1876082" y="696073"/>
                    <a:pt x="1876082" y="702702"/>
                  </a:cubicBezTo>
                  <a:close/>
                  <a:moveTo>
                    <a:pt x="676185" y="689444"/>
                  </a:moveTo>
                  <a:cubicBezTo>
                    <a:pt x="706017" y="692758"/>
                    <a:pt x="755736" y="702702"/>
                    <a:pt x="788883" y="719275"/>
                  </a:cubicBezTo>
                  <a:cubicBezTo>
                    <a:pt x="914839" y="778939"/>
                    <a:pt x="1050739" y="964558"/>
                    <a:pt x="1183324" y="974502"/>
                  </a:cubicBezTo>
                  <a:cubicBezTo>
                    <a:pt x="1166751" y="977817"/>
                    <a:pt x="1143548" y="977817"/>
                    <a:pt x="1133605" y="977817"/>
                  </a:cubicBezTo>
                  <a:cubicBezTo>
                    <a:pt x="1126975" y="977817"/>
                    <a:pt x="1093829" y="977817"/>
                    <a:pt x="1080570" y="971188"/>
                  </a:cubicBezTo>
                  <a:cubicBezTo>
                    <a:pt x="1060683" y="961244"/>
                    <a:pt x="1040795" y="944671"/>
                    <a:pt x="1024222" y="928097"/>
                  </a:cubicBezTo>
                  <a:cubicBezTo>
                    <a:pt x="1004334" y="914839"/>
                    <a:pt x="991075" y="891636"/>
                    <a:pt x="974502" y="878378"/>
                  </a:cubicBezTo>
                  <a:cubicBezTo>
                    <a:pt x="855175" y="785568"/>
                    <a:pt x="725905" y="712646"/>
                    <a:pt x="606578" y="712646"/>
                  </a:cubicBezTo>
                  <a:cubicBezTo>
                    <a:pt x="599949" y="712646"/>
                    <a:pt x="576746" y="719275"/>
                    <a:pt x="566802" y="719275"/>
                  </a:cubicBezTo>
                  <a:cubicBezTo>
                    <a:pt x="560173" y="719275"/>
                    <a:pt x="550229" y="712646"/>
                    <a:pt x="540285" y="706017"/>
                  </a:cubicBezTo>
                  <a:cubicBezTo>
                    <a:pt x="543600" y="699388"/>
                    <a:pt x="553544" y="689444"/>
                    <a:pt x="560173" y="689444"/>
                  </a:cubicBezTo>
                  <a:cubicBezTo>
                    <a:pt x="580061" y="682814"/>
                    <a:pt x="616522" y="682814"/>
                    <a:pt x="626466" y="682814"/>
                  </a:cubicBezTo>
                  <a:cubicBezTo>
                    <a:pt x="633095" y="682814"/>
                    <a:pt x="659612" y="689444"/>
                    <a:pt x="676185" y="689444"/>
                  </a:cubicBezTo>
                  <a:close/>
                  <a:moveTo>
                    <a:pt x="3135643" y="715961"/>
                  </a:moveTo>
                  <a:cubicBezTo>
                    <a:pt x="3125699" y="725905"/>
                    <a:pt x="3109126" y="732534"/>
                    <a:pt x="3105811" y="732534"/>
                  </a:cubicBezTo>
                  <a:cubicBezTo>
                    <a:pt x="3099182" y="732534"/>
                    <a:pt x="3069350" y="719275"/>
                    <a:pt x="3056092" y="712646"/>
                  </a:cubicBezTo>
                  <a:cubicBezTo>
                    <a:pt x="3052777" y="712646"/>
                    <a:pt x="3036204" y="692758"/>
                    <a:pt x="3026260" y="692758"/>
                  </a:cubicBezTo>
                  <a:cubicBezTo>
                    <a:pt x="3029575" y="679500"/>
                    <a:pt x="3042833" y="679500"/>
                    <a:pt x="3049462" y="679500"/>
                  </a:cubicBezTo>
                  <a:cubicBezTo>
                    <a:pt x="3056092" y="679500"/>
                    <a:pt x="3122384" y="702702"/>
                    <a:pt x="3135643" y="715961"/>
                  </a:cubicBezTo>
                  <a:close/>
                  <a:moveTo>
                    <a:pt x="1296021" y="692758"/>
                  </a:moveTo>
                  <a:cubicBezTo>
                    <a:pt x="1309280" y="699388"/>
                    <a:pt x="1329168" y="699388"/>
                    <a:pt x="1345741" y="706017"/>
                  </a:cubicBezTo>
                  <a:lnTo>
                    <a:pt x="1345741" y="715961"/>
                  </a:lnTo>
                  <a:cubicBezTo>
                    <a:pt x="1339112" y="715961"/>
                    <a:pt x="1325853" y="719275"/>
                    <a:pt x="1319224" y="719275"/>
                  </a:cubicBezTo>
                  <a:cubicBezTo>
                    <a:pt x="1286078" y="719275"/>
                    <a:pt x="1276134" y="709332"/>
                    <a:pt x="1239673" y="686129"/>
                  </a:cubicBezTo>
                  <a:cubicBezTo>
                    <a:pt x="1246302" y="672871"/>
                    <a:pt x="1252931" y="676185"/>
                    <a:pt x="1256246" y="676185"/>
                  </a:cubicBezTo>
                  <a:cubicBezTo>
                    <a:pt x="1269504" y="676185"/>
                    <a:pt x="1276134" y="686129"/>
                    <a:pt x="1296021" y="692758"/>
                  </a:cubicBezTo>
                  <a:close/>
                  <a:moveTo>
                    <a:pt x="4279191" y="676185"/>
                  </a:moveTo>
                  <a:cubicBezTo>
                    <a:pt x="4325596" y="679500"/>
                    <a:pt x="4385259" y="692758"/>
                    <a:pt x="4434979" y="729219"/>
                  </a:cubicBezTo>
                  <a:cubicBezTo>
                    <a:pt x="4517845" y="795512"/>
                    <a:pt x="4630542" y="954614"/>
                    <a:pt x="4726667" y="974502"/>
                  </a:cubicBezTo>
                  <a:cubicBezTo>
                    <a:pt x="4733296" y="974502"/>
                    <a:pt x="4749869" y="984446"/>
                    <a:pt x="4759813" y="987761"/>
                  </a:cubicBezTo>
                  <a:cubicBezTo>
                    <a:pt x="4743240" y="987761"/>
                    <a:pt x="4716723" y="991075"/>
                    <a:pt x="4710094" y="991075"/>
                  </a:cubicBezTo>
                  <a:cubicBezTo>
                    <a:pt x="4700150" y="991075"/>
                    <a:pt x="4670318" y="991075"/>
                    <a:pt x="4657060" y="981132"/>
                  </a:cubicBezTo>
                  <a:cubicBezTo>
                    <a:pt x="4630542" y="964558"/>
                    <a:pt x="4600711" y="934727"/>
                    <a:pt x="4580823" y="904895"/>
                  </a:cubicBezTo>
                  <a:cubicBezTo>
                    <a:pt x="4494642" y="795512"/>
                    <a:pt x="4332225" y="702702"/>
                    <a:pt x="4219528" y="702702"/>
                  </a:cubicBezTo>
                  <a:cubicBezTo>
                    <a:pt x="4209584" y="702702"/>
                    <a:pt x="4186381" y="709332"/>
                    <a:pt x="4179752" y="709332"/>
                  </a:cubicBezTo>
                  <a:cubicBezTo>
                    <a:pt x="4169808" y="709332"/>
                    <a:pt x="4163179" y="706017"/>
                    <a:pt x="4153235" y="696073"/>
                  </a:cubicBezTo>
                  <a:cubicBezTo>
                    <a:pt x="4159865" y="686129"/>
                    <a:pt x="4166494" y="676185"/>
                    <a:pt x="4179752" y="676185"/>
                  </a:cubicBezTo>
                  <a:cubicBezTo>
                    <a:pt x="4196325" y="672871"/>
                    <a:pt x="4232787" y="669556"/>
                    <a:pt x="4242730" y="669556"/>
                  </a:cubicBezTo>
                  <a:cubicBezTo>
                    <a:pt x="4249359" y="669556"/>
                    <a:pt x="4265933" y="676185"/>
                    <a:pt x="4279191" y="676185"/>
                  </a:cubicBezTo>
                  <a:close/>
                  <a:moveTo>
                    <a:pt x="1392146" y="679500"/>
                  </a:moveTo>
                  <a:lnTo>
                    <a:pt x="1372258" y="682814"/>
                  </a:lnTo>
                  <a:cubicBezTo>
                    <a:pt x="1372258" y="679500"/>
                    <a:pt x="1375573" y="672871"/>
                    <a:pt x="1382202" y="669556"/>
                  </a:cubicBezTo>
                  <a:lnTo>
                    <a:pt x="1392146" y="679500"/>
                  </a:lnTo>
                  <a:close/>
                  <a:moveTo>
                    <a:pt x="3944413" y="669556"/>
                  </a:moveTo>
                  <a:cubicBezTo>
                    <a:pt x="3937784" y="672871"/>
                    <a:pt x="3914582" y="669556"/>
                    <a:pt x="3907952" y="669556"/>
                  </a:cubicBezTo>
                  <a:cubicBezTo>
                    <a:pt x="3914582" y="662927"/>
                    <a:pt x="3921211" y="659612"/>
                    <a:pt x="3927840" y="659612"/>
                  </a:cubicBezTo>
                  <a:cubicBezTo>
                    <a:pt x="3937784" y="659612"/>
                    <a:pt x="3941098" y="662927"/>
                    <a:pt x="3944413" y="669556"/>
                  </a:cubicBezTo>
                  <a:close/>
                  <a:moveTo>
                    <a:pt x="3719018" y="676185"/>
                  </a:moveTo>
                  <a:cubicBezTo>
                    <a:pt x="3715704" y="679500"/>
                    <a:pt x="3709074" y="686129"/>
                    <a:pt x="3702445" y="686129"/>
                  </a:cubicBezTo>
                  <a:cubicBezTo>
                    <a:pt x="3692501" y="686129"/>
                    <a:pt x="3689186" y="676185"/>
                    <a:pt x="3689186" y="666241"/>
                  </a:cubicBezTo>
                  <a:cubicBezTo>
                    <a:pt x="3689186" y="659612"/>
                    <a:pt x="3695816" y="662927"/>
                    <a:pt x="3695816" y="659612"/>
                  </a:cubicBezTo>
                  <a:cubicBezTo>
                    <a:pt x="3702445" y="662927"/>
                    <a:pt x="3712389" y="669556"/>
                    <a:pt x="3719018" y="676185"/>
                  </a:cubicBezTo>
                  <a:close/>
                  <a:moveTo>
                    <a:pt x="2575470" y="676185"/>
                  </a:moveTo>
                  <a:cubicBezTo>
                    <a:pt x="2595358" y="682814"/>
                    <a:pt x="2618560" y="699388"/>
                    <a:pt x="2641762" y="715961"/>
                  </a:cubicBezTo>
                  <a:cubicBezTo>
                    <a:pt x="2684853" y="755736"/>
                    <a:pt x="2724628" y="805456"/>
                    <a:pt x="2771033" y="851861"/>
                  </a:cubicBezTo>
                  <a:cubicBezTo>
                    <a:pt x="2827382" y="908210"/>
                    <a:pt x="2903619" y="954614"/>
                    <a:pt x="2963282" y="981132"/>
                  </a:cubicBezTo>
                  <a:cubicBezTo>
                    <a:pt x="2959967" y="981132"/>
                    <a:pt x="2959967" y="984446"/>
                    <a:pt x="2953338" y="984446"/>
                  </a:cubicBezTo>
                  <a:cubicBezTo>
                    <a:pt x="2943394" y="984446"/>
                    <a:pt x="2910248" y="957929"/>
                    <a:pt x="2887045" y="951300"/>
                  </a:cubicBezTo>
                  <a:cubicBezTo>
                    <a:pt x="2820753" y="928097"/>
                    <a:pt x="2764404" y="858490"/>
                    <a:pt x="2727943" y="828658"/>
                  </a:cubicBezTo>
                  <a:cubicBezTo>
                    <a:pt x="2691482" y="798827"/>
                    <a:pt x="2648392" y="755736"/>
                    <a:pt x="2615245" y="729219"/>
                  </a:cubicBezTo>
                  <a:cubicBezTo>
                    <a:pt x="2585414" y="706017"/>
                    <a:pt x="2466087" y="676185"/>
                    <a:pt x="2422997" y="676185"/>
                  </a:cubicBezTo>
                  <a:cubicBezTo>
                    <a:pt x="2413053" y="676185"/>
                    <a:pt x="2366648" y="682814"/>
                    <a:pt x="2333502" y="689444"/>
                  </a:cubicBezTo>
                  <a:lnTo>
                    <a:pt x="2326872" y="682814"/>
                  </a:lnTo>
                  <a:cubicBezTo>
                    <a:pt x="2389850" y="646354"/>
                    <a:pt x="2389850" y="652983"/>
                    <a:pt x="2439570" y="652983"/>
                  </a:cubicBezTo>
                  <a:cubicBezTo>
                    <a:pt x="2485975" y="652983"/>
                    <a:pt x="2525750" y="656297"/>
                    <a:pt x="2575470" y="676185"/>
                  </a:cubicBezTo>
                  <a:close/>
                  <a:moveTo>
                    <a:pt x="1902599" y="686129"/>
                  </a:moveTo>
                  <a:cubicBezTo>
                    <a:pt x="1899285" y="689444"/>
                    <a:pt x="1902599" y="689444"/>
                    <a:pt x="1892655" y="689444"/>
                  </a:cubicBezTo>
                  <a:cubicBezTo>
                    <a:pt x="1886026" y="689444"/>
                    <a:pt x="1872768" y="669556"/>
                    <a:pt x="1866138" y="656297"/>
                  </a:cubicBezTo>
                  <a:lnTo>
                    <a:pt x="1882712" y="652983"/>
                  </a:lnTo>
                  <a:cubicBezTo>
                    <a:pt x="1892655" y="662927"/>
                    <a:pt x="1899285" y="676185"/>
                    <a:pt x="1902599" y="686129"/>
                  </a:cubicBezTo>
                  <a:close/>
                  <a:moveTo>
                    <a:pt x="4272562" y="918154"/>
                  </a:moveTo>
                  <a:cubicBezTo>
                    <a:pt x="4275877" y="931412"/>
                    <a:pt x="4285821" y="947985"/>
                    <a:pt x="4285821" y="957929"/>
                  </a:cubicBezTo>
                  <a:lnTo>
                    <a:pt x="4285821" y="991075"/>
                  </a:lnTo>
                  <a:lnTo>
                    <a:pt x="4262618" y="991075"/>
                  </a:lnTo>
                  <a:cubicBezTo>
                    <a:pt x="4226157" y="894951"/>
                    <a:pt x="4186381" y="752422"/>
                    <a:pt x="4053796" y="692758"/>
                  </a:cubicBezTo>
                  <a:lnTo>
                    <a:pt x="4053796" y="649668"/>
                  </a:lnTo>
                  <a:cubicBezTo>
                    <a:pt x="4149921" y="692758"/>
                    <a:pt x="4252674" y="828658"/>
                    <a:pt x="4272562" y="918154"/>
                  </a:cubicBezTo>
                  <a:close/>
                  <a:moveTo>
                    <a:pt x="2244007" y="649668"/>
                  </a:moveTo>
                  <a:cubicBezTo>
                    <a:pt x="2263894" y="659612"/>
                    <a:pt x="2277153" y="669556"/>
                    <a:pt x="2297041" y="679500"/>
                  </a:cubicBezTo>
                  <a:cubicBezTo>
                    <a:pt x="2336816" y="706017"/>
                    <a:pt x="2386536" y="762366"/>
                    <a:pt x="2413053" y="802141"/>
                  </a:cubicBezTo>
                  <a:cubicBezTo>
                    <a:pt x="2419682" y="812085"/>
                    <a:pt x="2466087" y="921468"/>
                    <a:pt x="2466087" y="951300"/>
                  </a:cubicBezTo>
                  <a:lnTo>
                    <a:pt x="2466087" y="984446"/>
                  </a:lnTo>
                  <a:lnTo>
                    <a:pt x="2429626" y="984446"/>
                  </a:lnTo>
                  <a:cubicBezTo>
                    <a:pt x="2403109" y="894951"/>
                    <a:pt x="2330187" y="772310"/>
                    <a:pt x="2227433" y="706017"/>
                  </a:cubicBezTo>
                  <a:cubicBezTo>
                    <a:pt x="2227433" y="689444"/>
                    <a:pt x="2240692" y="666241"/>
                    <a:pt x="2237377" y="649668"/>
                  </a:cubicBezTo>
                  <a:lnTo>
                    <a:pt x="2244007" y="649668"/>
                  </a:lnTo>
                  <a:close/>
                  <a:moveTo>
                    <a:pt x="2078275" y="636410"/>
                  </a:moveTo>
                  <a:cubicBezTo>
                    <a:pt x="2078275" y="643039"/>
                    <a:pt x="2074960" y="649668"/>
                    <a:pt x="2074960" y="656297"/>
                  </a:cubicBezTo>
                  <a:cubicBezTo>
                    <a:pt x="2074960" y="666241"/>
                    <a:pt x="2081590" y="679500"/>
                    <a:pt x="2088219" y="679500"/>
                  </a:cubicBezTo>
                  <a:cubicBezTo>
                    <a:pt x="2094848" y="679500"/>
                    <a:pt x="2104792" y="666241"/>
                    <a:pt x="2114736" y="666241"/>
                  </a:cubicBezTo>
                  <a:cubicBezTo>
                    <a:pt x="2121365" y="666241"/>
                    <a:pt x="2144568" y="679500"/>
                    <a:pt x="2151197" y="689444"/>
                  </a:cubicBezTo>
                  <a:cubicBezTo>
                    <a:pt x="2151197" y="689444"/>
                    <a:pt x="2151197" y="692758"/>
                    <a:pt x="2144568" y="692758"/>
                  </a:cubicBezTo>
                  <a:cubicBezTo>
                    <a:pt x="2134624" y="692758"/>
                    <a:pt x="2111421" y="686129"/>
                    <a:pt x="2101477" y="686129"/>
                  </a:cubicBezTo>
                  <a:cubicBezTo>
                    <a:pt x="2038499" y="686129"/>
                    <a:pt x="1889341" y="762366"/>
                    <a:pt x="1849565" y="805456"/>
                  </a:cubicBezTo>
                  <a:cubicBezTo>
                    <a:pt x="1842936" y="798827"/>
                    <a:pt x="1836307" y="765680"/>
                    <a:pt x="1836307" y="765680"/>
                  </a:cubicBezTo>
                  <a:cubicBezTo>
                    <a:pt x="1836307" y="732534"/>
                    <a:pt x="1902599" y="696073"/>
                    <a:pt x="1919173" y="689444"/>
                  </a:cubicBezTo>
                  <a:cubicBezTo>
                    <a:pt x="1962263" y="666241"/>
                    <a:pt x="2011982" y="652983"/>
                    <a:pt x="2058387" y="636410"/>
                  </a:cubicBezTo>
                  <a:lnTo>
                    <a:pt x="2078275" y="636410"/>
                  </a:lnTo>
                  <a:close/>
                  <a:moveTo>
                    <a:pt x="444161" y="659612"/>
                  </a:moveTo>
                  <a:cubicBezTo>
                    <a:pt x="533656" y="702702"/>
                    <a:pt x="643039" y="802141"/>
                    <a:pt x="682814" y="894951"/>
                  </a:cubicBezTo>
                  <a:cubicBezTo>
                    <a:pt x="692758" y="918154"/>
                    <a:pt x="706017" y="944671"/>
                    <a:pt x="712646" y="967873"/>
                  </a:cubicBezTo>
                  <a:cubicBezTo>
                    <a:pt x="706017" y="974502"/>
                    <a:pt x="699388" y="974502"/>
                    <a:pt x="689444" y="974502"/>
                  </a:cubicBezTo>
                  <a:cubicBezTo>
                    <a:pt x="682814" y="974502"/>
                    <a:pt x="679500" y="974502"/>
                    <a:pt x="676185" y="971188"/>
                  </a:cubicBezTo>
                  <a:cubicBezTo>
                    <a:pt x="662927" y="947985"/>
                    <a:pt x="646353" y="918154"/>
                    <a:pt x="633095" y="891636"/>
                  </a:cubicBezTo>
                  <a:cubicBezTo>
                    <a:pt x="573432" y="759051"/>
                    <a:pt x="437532" y="686129"/>
                    <a:pt x="328149" y="686129"/>
                  </a:cubicBezTo>
                  <a:lnTo>
                    <a:pt x="245283" y="686129"/>
                  </a:lnTo>
                  <a:cubicBezTo>
                    <a:pt x="238654" y="643039"/>
                    <a:pt x="301632" y="636410"/>
                    <a:pt x="328149" y="636410"/>
                  </a:cubicBezTo>
                  <a:cubicBezTo>
                    <a:pt x="364610" y="636410"/>
                    <a:pt x="411014" y="643039"/>
                    <a:pt x="444161" y="659612"/>
                  </a:cubicBezTo>
                  <a:close/>
                  <a:moveTo>
                    <a:pt x="1929116" y="669556"/>
                  </a:moveTo>
                  <a:cubicBezTo>
                    <a:pt x="1925802" y="672871"/>
                    <a:pt x="1929116" y="672871"/>
                    <a:pt x="1919173" y="672871"/>
                  </a:cubicBezTo>
                  <a:cubicBezTo>
                    <a:pt x="1912543" y="672871"/>
                    <a:pt x="1902599" y="659612"/>
                    <a:pt x="1902599" y="649668"/>
                  </a:cubicBezTo>
                  <a:cubicBezTo>
                    <a:pt x="1902599" y="643039"/>
                    <a:pt x="1909229" y="639724"/>
                    <a:pt x="1912543" y="633095"/>
                  </a:cubicBezTo>
                  <a:cubicBezTo>
                    <a:pt x="1922487" y="639724"/>
                    <a:pt x="1922487" y="656297"/>
                    <a:pt x="1929116" y="669556"/>
                  </a:cubicBezTo>
                  <a:close/>
                  <a:moveTo>
                    <a:pt x="3891379" y="629780"/>
                  </a:moveTo>
                  <a:cubicBezTo>
                    <a:pt x="3874806" y="643039"/>
                    <a:pt x="3884750" y="666241"/>
                    <a:pt x="3874806" y="672871"/>
                  </a:cubicBezTo>
                  <a:cubicBezTo>
                    <a:pt x="3861547" y="679500"/>
                    <a:pt x="3841660" y="679500"/>
                    <a:pt x="3831716" y="682814"/>
                  </a:cubicBezTo>
                  <a:cubicBezTo>
                    <a:pt x="3805198" y="689444"/>
                    <a:pt x="3778682" y="702702"/>
                    <a:pt x="3758794" y="712646"/>
                  </a:cubicBezTo>
                  <a:cubicBezTo>
                    <a:pt x="3722333" y="725905"/>
                    <a:pt x="3675928" y="768995"/>
                    <a:pt x="3646096" y="778939"/>
                  </a:cubicBezTo>
                  <a:lnTo>
                    <a:pt x="3646096" y="739163"/>
                  </a:lnTo>
                  <a:cubicBezTo>
                    <a:pt x="3715704" y="686129"/>
                    <a:pt x="3805198" y="643039"/>
                    <a:pt x="3878120" y="629780"/>
                  </a:cubicBezTo>
                  <a:lnTo>
                    <a:pt x="3891379" y="629780"/>
                  </a:lnTo>
                  <a:close/>
                  <a:moveTo>
                    <a:pt x="3748850" y="656297"/>
                  </a:moveTo>
                  <a:cubicBezTo>
                    <a:pt x="3748850" y="662927"/>
                    <a:pt x="3742220" y="666241"/>
                    <a:pt x="3735591" y="666241"/>
                  </a:cubicBezTo>
                  <a:cubicBezTo>
                    <a:pt x="3722333" y="666241"/>
                    <a:pt x="3712389" y="649668"/>
                    <a:pt x="3712389" y="646354"/>
                  </a:cubicBezTo>
                  <a:cubicBezTo>
                    <a:pt x="3712389" y="639724"/>
                    <a:pt x="3719018" y="633095"/>
                    <a:pt x="3722333" y="626466"/>
                  </a:cubicBezTo>
                  <a:cubicBezTo>
                    <a:pt x="3732277" y="636410"/>
                    <a:pt x="3748850" y="646354"/>
                    <a:pt x="3748850" y="656297"/>
                  </a:cubicBezTo>
                  <a:close/>
                  <a:moveTo>
                    <a:pt x="308261" y="623151"/>
                  </a:moveTo>
                  <a:cubicBezTo>
                    <a:pt x="308261" y="619836"/>
                    <a:pt x="304946" y="613207"/>
                    <a:pt x="304946" y="603263"/>
                  </a:cubicBezTo>
                  <a:cubicBezTo>
                    <a:pt x="304946" y="603263"/>
                    <a:pt x="318205" y="603263"/>
                    <a:pt x="328149" y="623151"/>
                  </a:cubicBezTo>
                  <a:lnTo>
                    <a:pt x="308261" y="623151"/>
                  </a:lnTo>
                  <a:close/>
                  <a:moveTo>
                    <a:pt x="3407443" y="599949"/>
                  </a:moveTo>
                  <a:lnTo>
                    <a:pt x="3407443" y="609893"/>
                  </a:lnTo>
                  <a:cubicBezTo>
                    <a:pt x="3380926" y="686129"/>
                    <a:pt x="3367667" y="782253"/>
                    <a:pt x="3311318" y="825344"/>
                  </a:cubicBezTo>
                  <a:cubicBezTo>
                    <a:pt x="3308004" y="822029"/>
                    <a:pt x="3308004" y="822029"/>
                    <a:pt x="3308004" y="815400"/>
                  </a:cubicBezTo>
                  <a:cubicBezTo>
                    <a:pt x="3308004" y="802141"/>
                    <a:pt x="3321262" y="785568"/>
                    <a:pt x="3331206" y="768995"/>
                  </a:cubicBezTo>
                  <a:cubicBezTo>
                    <a:pt x="3364353" y="722590"/>
                    <a:pt x="3374296" y="676185"/>
                    <a:pt x="3380926" y="629780"/>
                  </a:cubicBezTo>
                  <a:cubicBezTo>
                    <a:pt x="3384240" y="619836"/>
                    <a:pt x="3380926" y="609893"/>
                    <a:pt x="3394184" y="599949"/>
                  </a:cubicBezTo>
                  <a:lnTo>
                    <a:pt x="3407443" y="599949"/>
                  </a:lnTo>
                  <a:close/>
                  <a:moveTo>
                    <a:pt x="295002" y="623151"/>
                  </a:moveTo>
                  <a:lnTo>
                    <a:pt x="271800" y="626466"/>
                  </a:lnTo>
                  <a:lnTo>
                    <a:pt x="271800" y="616522"/>
                  </a:lnTo>
                  <a:cubicBezTo>
                    <a:pt x="275115" y="613207"/>
                    <a:pt x="278429" y="606578"/>
                    <a:pt x="281744" y="599949"/>
                  </a:cubicBezTo>
                  <a:cubicBezTo>
                    <a:pt x="288373" y="606578"/>
                    <a:pt x="291688" y="616522"/>
                    <a:pt x="295002" y="623151"/>
                  </a:cubicBezTo>
                  <a:close/>
                  <a:moveTo>
                    <a:pt x="3370982" y="609893"/>
                  </a:moveTo>
                  <a:cubicBezTo>
                    <a:pt x="3370982" y="652983"/>
                    <a:pt x="3331206" y="755736"/>
                    <a:pt x="3304689" y="778939"/>
                  </a:cubicBezTo>
                  <a:cubicBezTo>
                    <a:pt x="3304689" y="775624"/>
                    <a:pt x="3301374" y="772310"/>
                    <a:pt x="3301374" y="765680"/>
                  </a:cubicBezTo>
                  <a:cubicBezTo>
                    <a:pt x="3301374" y="755736"/>
                    <a:pt x="3314633" y="732534"/>
                    <a:pt x="3321262" y="715961"/>
                  </a:cubicBezTo>
                  <a:cubicBezTo>
                    <a:pt x="3334521" y="686129"/>
                    <a:pt x="3341150" y="656297"/>
                    <a:pt x="3344465" y="626466"/>
                  </a:cubicBezTo>
                  <a:cubicBezTo>
                    <a:pt x="3347779" y="613207"/>
                    <a:pt x="3351094" y="596634"/>
                    <a:pt x="3351094" y="583376"/>
                  </a:cubicBezTo>
                  <a:cubicBezTo>
                    <a:pt x="3361038" y="593319"/>
                    <a:pt x="3370982" y="603263"/>
                    <a:pt x="3370982" y="609893"/>
                  </a:cubicBezTo>
                  <a:close/>
                  <a:moveTo>
                    <a:pt x="1770014" y="583376"/>
                  </a:moveTo>
                  <a:cubicBezTo>
                    <a:pt x="1770014" y="586690"/>
                    <a:pt x="1773329" y="586690"/>
                    <a:pt x="1776643" y="590005"/>
                  </a:cubicBezTo>
                  <a:cubicBezTo>
                    <a:pt x="1773329" y="593319"/>
                    <a:pt x="1766699" y="596634"/>
                    <a:pt x="1756755" y="596634"/>
                  </a:cubicBezTo>
                  <a:cubicBezTo>
                    <a:pt x="1756755" y="593319"/>
                    <a:pt x="1753441" y="586690"/>
                    <a:pt x="1753441" y="583376"/>
                  </a:cubicBezTo>
                  <a:lnTo>
                    <a:pt x="1770014" y="583376"/>
                  </a:lnTo>
                  <a:close/>
                  <a:moveTo>
                    <a:pt x="1587709" y="609893"/>
                  </a:moveTo>
                  <a:cubicBezTo>
                    <a:pt x="1587709" y="662927"/>
                    <a:pt x="1554563" y="739163"/>
                    <a:pt x="1514787" y="788883"/>
                  </a:cubicBezTo>
                  <a:cubicBezTo>
                    <a:pt x="1508158" y="785568"/>
                    <a:pt x="1501529" y="772310"/>
                    <a:pt x="1501529" y="765680"/>
                  </a:cubicBezTo>
                  <a:cubicBezTo>
                    <a:pt x="1501529" y="752422"/>
                    <a:pt x="1557878" y="692758"/>
                    <a:pt x="1561192" y="623151"/>
                  </a:cubicBezTo>
                  <a:cubicBezTo>
                    <a:pt x="1561192" y="609893"/>
                    <a:pt x="1561192" y="596634"/>
                    <a:pt x="1564507" y="583376"/>
                  </a:cubicBezTo>
                  <a:cubicBezTo>
                    <a:pt x="1591024" y="586690"/>
                    <a:pt x="1587709" y="599949"/>
                    <a:pt x="1587709" y="609893"/>
                  </a:cubicBezTo>
                  <a:close/>
                  <a:moveTo>
                    <a:pt x="3132328" y="593319"/>
                  </a:moveTo>
                  <a:cubicBezTo>
                    <a:pt x="3129013" y="593319"/>
                    <a:pt x="3122384" y="596634"/>
                    <a:pt x="3119070" y="596634"/>
                  </a:cubicBezTo>
                  <a:lnTo>
                    <a:pt x="3112440" y="590005"/>
                  </a:lnTo>
                  <a:lnTo>
                    <a:pt x="3122384" y="580061"/>
                  </a:lnTo>
                  <a:cubicBezTo>
                    <a:pt x="3129013" y="583376"/>
                    <a:pt x="3132328" y="586690"/>
                    <a:pt x="3132328" y="593319"/>
                  </a:cubicBezTo>
                  <a:close/>
                  <a:moveTo>
                    <a:pt x="4007391" y="573432"/>
                  </a:moveTo>
                  <a:cubicBezTo>
                    <a:pt x="4017335" y="576746"/>
                    <a:pt x="4023964" y="583376"/>
                    <a:pt x="4030594" y="586690"/>
                  </a:cubicBezTo>
                  <a:lnTo>
                    <a:pt x="4023964" y="593319"/>
                  </a:lnTo>
                  <a:cubicBezTo>
                    <a:pt x="4017335" y="586690"/>
                    <a:pt x="4000762" y="580061"/>
                    <a:pt x="4000762" y="573432"/>
                  </a:cubicBezTo>
                  <a:lnTo>
                    <a:pt x="4007391" y="573432"/>
                  </a:lnTo>
                  <a:close/>
                  <a:moveTo>
                    <a:pt x="3994133" y="590005"/>
                  </a:moveTo>
                  <a:cubicBezTo>
                    <a:pt x="3987503" y="593319"/>
                    <a:pt x="3980874" y="593319"/>
                    <a:pt x="3974245" y="596634"/>
                  </a:cubicBezTo>
                  <a:cubicBezTo>
                    <a:pt x="3970930" y="593319"/>
                    <a:pt x="3970930" y="596634"/>
                    <a:pt x="3970930" y="586690"/>
                  </a:cubicBezTo>
                  <a:cubicBezTo>
                    <a:pt x="3970930" y="580061"/>
                    <a:pt x="3974245" y="576746"/>
                    <a:pt x="3977560" y="570117"/>
                  </a:cubicBezTo>
                  <a:cubicBezTo>
                    <a:pt x="3984189" y="573432"/>
                    <a:pt x="3990818" y="583376"/>
                    <a:pt x="3994133" y="590005"/>
                  </a:cubicBezTo>
                  <a:close/>
                  <a:moveTo>
                    <a:pt x="792197" y="570117"/>
                  </a:moveTo>
                  <a:lnTo>
                    <a:pt x="792197" y="580061"/>
                  </a:lnTo>
                  <a:cubicBezTo>
                    <a:pt x="788883" y="580061"/>
                    <a:pt x="782253" y="576746"/>
                    <a:pt x="775624" y="570117"/>
                  </a:cubicBezTo>
                  <a:lnTo>
                    <a:pt x="792197" y="570117"/>
                  </a:lnTo>
                  <a:close/>
                  <a:moveTo>
                    <a:pt x="3589748" y="570117"/>
                  </a:moveTo>
                  <a:cubicBezTo>
                    <a:pt x="3589748" y="573432"/>
                    <a:pt x="3583118" y="580061"/>
                    <a:pt x="3579804" y="583376"/>
                  </a:cubicBezTo>
                  <a:cubicBezTo>
                    <a:pt x="3576489" y="583376"/>
                    <a:pt x="3573174" y="583376"/>
                    <a:pt x="3569860" y="580061"/>
                  </a:cubicBezTo>
                  <a:lnTo>
                    <a:pt x="3573174" y="566802"/>
                  </a:lnTo>
                  <a:cubicBezTo>
                    <a:pt x="3576489" y="566802"/>
                    <a:pt x="3583118" y="570117"/>
                    <a:pt x="3589748" y="570117"/>
                  </a:cubicBezTo>
                  <a:close/>
                  <a:moveTo>
                    <a:pt x="3480365" y="603263"/>
                  </a:moveTo>
                  <a:cubicBezTo>
                    <a:pt x="3480365" y="609893"/>
                    <a:pt x="3467106" y="636410"/>
                    <a:pt x="3457162" y="646354"/>
                  </a:cubicBezTo>
                  <a:cubicBezTo>
                    <a:pt x="3447218" y="580061"/>
                    <a:pt x="3457162" y="590005"/>
                    <a:pt x="3457162" y="566802"/>
                  </a:cubicBezTo>
                  <a:cubicBezTo>
                    <a:pt x="3470421" y="570117"/>
                    <a:pt x="3480365" y="596634"/>
                    <a:pt x="3480365" y="603263"/>
                  </a:cubicBezTo>
                  <a:close/>
                  <a:moveTo>
                    <a:pt x="1627485" y="599949"/>
                  </a:moveTo>
                  <a:cubicBezTo>
                    <a:pt x="1627485" y="629780"/>
                    <a:pt x="1627485" y="643039"/>
                    <a:pt x="1591024" y="676185"/>
                  </a:cubicBezTo>
                  <a:cubicBezTo>
                    <a:pt x="1597653" y="652983"/>
                    <a:pt x="1600968" y="636410"/>
                    <a:pt x="1600968" y="619836"/>
                  </a:cubicBezTo>
                  <a:cubicBezTo>
                    <a:pt x="1597653" y="606578"/>
                    <a:pt x="1600968" y="576746"/>
                    <a:pt x="1624170" y="566802"/>
                  </a:cubicBezTo>
                  <a:cubicBezTo>
                    <a:pt x="1627485" y="576746"/>
                    <a:pt x="1627485" y="590005"/>
                    <a:pt x="1627485" y="599949"/>
                  </a:cubicBezTo>
                  <a:close/>
                  <a:moveTo>
                    <a:pt x="1644058" y="560173"/>
                  </a:moveTo>
                  <a:cubicBezTo>
                    <a:pt x="1670575" y="566802"/>
                    <a:pt x="1677204" y="583376"/>
                    <a:pt x="1677204" y="596634"/>
                  </a:cubicBezTo>
                  <a:cubicBezTo>
                    <a:pt x="1677204" y="603263"/>
                    <a:pt x="1670575" y="629780"/>
                    <a:pt x="1650687" y="629780"/>
                  </a:cubicBezTo>
                  <a:lnTo>
                    <a:pt x="1637429" y="629780"/>
                  </a:lnTo>
                  <a:cubicBezTo>
                    <a:pt x="1640743" y="570117"/>
                    <a:pt x="1640743" y="560173"/>
                    <a:pt x="1637429" y="560173"/>
                  </a:cubicBezTo>
                  <a:lnTo>
                    <a:pt x="1644058" y="560173"/>
                  </a:lnTo>
                  <a:close/>
                  <a:moveTo>
                    <a:pt x="3443904" y="570117"/>
                  </a:moveTo>
                  <a:cubicBezTo>
                    <a:pt x="3443904" y="580061"/>
                    <a:pt x="3437274" y="636410"/>
                    <a:pt x="3427331" y="669556"/>
                  </a:cubicBezTo>
                  <a:cubicBezTo>
                    <a:pt x="3424016" y="679500"/>
                    <a:pt x="3414072" y="692758"/>
                    <a:pt x="3414072" y="706017"/>
                  </a:cubicBezTo>
                  <a:cubicBezTo>
                    <a:pt x="3410757" y="719275"/>
                    <a:pt x="3414072" y="732534"/>
                    <a:pt x="3410757" y="745793"/>
                  </a:cubicBezTo>
                  <a:cubicBezTo>
                    <a:pt x="3407443" y="765680"/>
                    <a:pt x="3374296" y="845232"/>
                    <a:pt x="3347779" y="845232"/>
                  </a:cubicBezTo>
                  <a:cubicBezTo>
                    <a:pt x="3337835" y="845232"/>
                    <a:pt x="3331206" y="845232"/>
                    <a:pt x="3331206" y="835288"/>
                  </a:cubicBezTo>
                  <a:cubicBezTo>
                    <a:pt x="3331206" y="828658"/>
                    <a:pt x="3367667" y="778939"/>
                    <a:pt x="3377611" y="752422"/>
                  </a:cubicBezTo>
                  <a:cubicBezTo>
                    <a:pt x="3390870" y="715961"/>
                    <a:pt x="3420701" y="639724"/>
                    <a:pt x="3420701" y="596634"/>
                  </a:cubicBezTo>
                  <a:cubicBezTo>
                    <a:pt x="3420701" y="590005"/>
                    <a:pt x="3420701" y="580061"/>
                    <a:pt x="3414072" y="570117"/>
                  </a:cubicBezTo>
                  <a:cubicBezTo>
                    <a:pt x="3420701" y="563488"/>
                    <a:pt x="3427331" y="556858"/>
                    <a:pt x="3433960" y="556858"/>
                  </a:cubicBezTo>
                  <a:cubicBezTo>
                    <a:pt x="3443904" y="556858"/>
                    <a:pt x="3443904" y="563488"/>
                    <a:pt x="3443904" y="570117"/>
                  </a:cubicBezTo>
                  <a:close/>
                  <a:moveTo>
                    <a:pt x="3165474" y="593319"/>
                  </a:moveTo>
                  <a:cubicBezTo>
                    <a:pt x="3165474" y="606578"/>
                    <a:pt x="3148901" y="643039"/>
                    <a:pt x="3135643" y="643039"/>
                  </a:cubicBezTo>
                  <a:cubicBezTo>
                    <a:pt x="3125699" y="643039"/>
                    <a:pt x="3122384" y="639724"/>
                    <a:pt x="3122384" y="633095"/>
                  </a:cubicBezTo>
                  <a:cubicBezTo>
                    <a:pt x="3122384" y="629780"/>
                    <a:pt x="3145587" y="606578"/>
                    <a:pt x="3145587" y="593319"/>
                  </a:cubicBezTo>
                  <a:cubicBezTo>
                    <a:pt x="3145587" y="580061"/>
                    <a:pt x="3132328" y="563488"/>
                    <a:pt x="3122384" y="563488"/>
                  </a:cubicBezTo>
                  <a:cubicBezTo>
                    <a:pt x="3102496" y="563488"/>
                    <a:pt x="3095867" y="586690"/>
                    <a:pt x="3095867" y="593319"/>
                  </a:cubicBezTo>
                  <a:cubicBezTo>
                    <a:pt x="3095867" y="599949"/>
                    <a:pt x="3112440" y="613207"/>
                    <a:pt x="3119070" y="616522"/>
                  </a:cubicBezTo>
                  <a:cubicBezTo>
                    <a:pt x="3115755" y="616522"/>
                    <a:pt x="3109126" y="619836"/>
                    <a:pt x="3102496" y="619836"/>
                  </a:cubicBezTo>
                  <a:cubicBezTo>
                    <a:pt x="3082609" y="619836"/>
                    <a:pt x="3085923" y="599949"/>
                    <a:pt x="3085923" y="593319"/>
                  </a:cubicBezTo>
                  <a:cubicBezTo>
                    <a:pt x="3085923" y="573432"/>
                    <a:pt x="3099182" y="553544"/>
                    <a:pt x="3122384" y="553544"/>
                  </a:cubicBezTo>
                  <a:cubicBezTo>
                    <a:pt x="3152216" y="553544"/>
                    <a:pt x="3165474" y="576746"/>
                    <a:pt x="3165474" y="593319"/>
                  </a:cubicBezTo>
                  <a:close/>
                  <a:moveTo>
                    <a:pt x="1809790" y="563488"/>
                  </a:moveTo>
                  <a:cubicBezTo>
                    <a:pt x="1803160" y="570117"/>
                    <a:pt x="1796531" y="576746"/>
                    <a:pt x="1786587" y="576746"/>
                  </a:cubicBezTo>
                  <a:cubicBezTo>
                    <a:pt x="1779958" y="576746"/>
                    <a:pt x="1756755" y="570117"/>
                    <a:pt x="1740182" y="566802"/>
                  </a:cubicBezTo>
                  <a:cubicBezTo>
                    <a:pt x="1736868" y="563488"/>
                    <a:pt x="1736868" y="560173"/>
                    <a:pt x="1736868" y="556858"/>
                  </a:cubicBezTo>
                  <a:cubicBezTo>
                    <a:pt x="1756755" y="553544"/>
                    <a:pt x="1779958" y="553544"/>
                    <a:pt x="1803160" y="556858"/>
                  </a:cubicBezTo>
                  <a:cubicBezTo>
                    <a:pt x="1803160" y="560173"/>
                    <a:pt x="1806475" y="560173"/>
                    <a:pt x="1809790" y="563488"/>
                  </a:cubicBezTo>
                  <a:close/>
                  <a:moveTo>
                    <a:pt x="367924" y="623151"/>
                  </a:moveTo>
                  <a:cubicBezTo>
                    <a:pt x="357980" y="623151"/>
                    <a:pt x="308261" y="593319"/>
                    <a:pt x="285058" y="576746"/>
                  </a:cubicBezTo>
                  <a:cubicBezTo>
                    <a:pt x="275115" y="573432"/>
                    <a:pt x="275115" y="563488"/>
                    <a:pt x="275115" y="556858"/>
                  </a:cubicBezTo>
                  <a:lnTo>
                    <a:pt x="278429" y="550229"/>
                  </a:lnTo>
                  <a:cubicBezTo>
                    <a:pt x="304946" y="556858"/>
                    <a:pt x="354666" y="586690"/>
                    <a:pt x="377868" y="613207"/>
                  </a:cubicBezTo>
                  <a:cubicBezTo>
                    <a:pt x="374554" y="623151"/>
                    <a:pt x="374554" y="623151"/>
                    <a:pt x="367924" y="623151"/>
                  </a:cubicBezTo>
                  <a:close/>
                  <a:moveTo>
                    <a:pt x="2638448" y="586690"/>
                  </a:moveTo>
                  <a:cubicBezTo>
                    <a:pt x="2628504" y="583376"/>
                    <a:pt x="2615245" y="576746"/>
                    <a:pt x="2605302" y="570117"/>
                  </a:cubicBezTo>
                  <a:cubicBezTo>
                    <a:pt x="2615245" y="563488"/>
                    <a:pt x="2628504" y="553544"/>
                    <a:pt x="2638448" y="546915"/>
                  </a:cubicBezTo>
                  <a:lnTo>
                    <a:pt x="2638448" y="586690"/>
                  </a:lnTo>
                  <a:close/>
                  <a:moveTo>
                    <a:pt x="825344" y="596634"/>
                  </a:moveTo>
                  <a:cubicBezTo>
                    <a:pt x="812085" y="586690"/>
                    <a:pt x="808770" y="580061"/>
                    <a:pt x="808770" y="573432"/>
                  </a:cubicBezTo>
                  <a:cubicBezTo>
                    <a:pt x="808770" y="563488"/>
                    <a:pt x="808770" y="550229"/>
                    <a:pt x="825344" y="546915"/>
                  </a:cubicBezTo>
                  <a:lnTo>
                    <a:pt x="825344" y="596634"/>
                  </a:lnTo>
                  <a:close/>
                  <a:moveTo>
                    <a:pt x="1362314" y="603263"/>
                  </a:moveTo>
                  <a:cubicBezTo>
                    <a:pt x="1362314" y="609893"/>
                    <a:pt x="1355685" y="643039"/>
                    <a:pt x="1335797" y="643039"/>
                  </a:cubicBezTo>
                  <a:lnTo>
                    <a:pt x="1319224" y="643039"/>
                  </a:lnTo>
                  <a:cubicBezTo>
                    <a:pt x="1319224" y="639724"/>
                    <a:pt x="1315909" y="639724"/>
                    <a:pt x="1312595" y="636410"/>
                  </a:cubicBezTo>
                  <a:cubicBezTo>
                    <a:pt x="1332483" y="619836"/>
                    <a:pt x="1339112" y="613207"/>
                    <a:pt x="1339112" y="599949"/>
                  </a:cubicBezTo>
                  <a:cubicBezTo>
                    <a:pt x="1339112" y="580061"/>
                    <a:pt x="1319224" y="573432"/>
                    <a:pt x="1312595" y="573432"/>
                  </a:cubicBezTo>
                  <a:cubicBezTo>
                    <a:pt x="1302651" y="573432"/>
                    <a:pt x="1296021" y="580061"/>
                    <a:pt x="1289392" y="586690"/>
                  </a:cubicBezTo>
                  <a:lnTo>
                    <a:pt x="1289392" y="596634"/>
                  </a:lnTo>
                  <a:cubicBezTo>
                    <a:pt x="1289392" y="596634"/>
                    <a:pt x="1286078" y="599949"/>
                    <a:pt x="1296021" y="599949"/>
                  </a:cubicBezTo>
                  <a:cubicBezTo>
                    <a:pt x="1302651" y="599949"/>
                    <a:pt x="1305965" y="586690"/>
                    <a:pt x="1312595" y="586690"/>
                  </a:cubicBezTo>
                  <a:cubicBezTo>
                    <a:pt x="1322539" y="586690"/>
                    <a:pt x="1325853" y="590005"/>
                    <a:pt x="1325853" y="596634"/>
                  </a:cubicBezTo>
                  <a:cubicBezTo>
                    <a:pt x="1325853" y="613207"/>
                    <a:pt x="1312595" y="623151"/>
                    <a:pt x="1302651" y="623151"/>
                  </a:cubicBezTo>
                  <a:cubicBezTo>
                    <a:pt x="1282763" y="623151"/>
                    <a:pt x="1279448" y="590005"/>
                    <a:pt x="1279448" y="586690"/>
                  </a:cubicBezTo>
                  <a:cubicBezTo>
                    <a:pt x="1279448" y="563488"/>
                    <a:pt x="1292707" y="543600"/>
                    <a:pt x="1319224" y="543600"/>
                  </a:cubicBezTo>
                  <a:cubicBezTo>
                    <a:pt x="1355685" y="543600"/>
                    <a:pt x="1362314" y="583376"/>
                    <a:pt x="1362314" y="603263"/>
                  </a:cubicBezTo>
                  <a:close/>
                  <a:moveTo>
                    <a:pt x="3785311" y="643039"/>
                  </a:moveTo>
                  <a:cubicBezTo>
                    <a:pt x="3781996" y="646354"/>
                    <a:pt x="3778682" y="652983"/>
                    <a:pt x="3768738" y="652983"/>
                  </a:cubicBezTo>
                  <a:cubicBezTo>
                    <a:pt x="3748850" y="652983"/>
                    <a:pt x="3705760" y="573432"/>
                    <a:pt x="3669299" y="560173"/>
                  </a:cubicBezTo>
                  <a:cubicBezTo>
                    <a:pt x="3646096" y="550229"/>
                    <a:pt x="3606321" y="556858"/>
                    <a:pt x="3596377" y="556858"/>
                  </a:cubicBezTo>
                  <a:lnTo>
                    <a:pt x="3536713" y="556858"/>
                  </a:lnTo>
                  <a:lnTo>
                    <a:pt x="3516826" y="546915"/>
                  </a:lnTo>
                  <a:cubicBezTo>
                    <a:pt x="3526769" y="530341"/>
                    <a:pt x="3559916" y="530341"/>
                    <a:pt x="3576489" y="530341"/>
                  </a:cubicBezTo>
                  <a:cubicBezTo>
                    <a:pt x="3629523" y="530341"/>
                    <a:pt x="3758794" y="563488"/>
                    <a:pt x="3785311" y="643039"/>
                  </a:cubicBezTo>
                  <a:close/>
                  <a:moveTo>
                    <a:pt x="3195306" y="603263"/>
                  </a:moveTo>
                  <a:cubicBezTo>
                    <a:pt x="3195306" y="623151"/>
                    <a:pt x="3175418" y="652983"/>
                    <a:pt x="3148901" y="666241"/>
                  </a:cubicBezTo>
                  <a:cubicBezTo>
                    <a:pt x="3148901" y="662927"/>
                    <a:pt x="3145587" y="662927"/>
                    <a:pt x="3145587" y="656297"/>
                  </a:cubicBezTo>
                  <a:cubicBezTo>
                    <a:pt x="3145587" y="649668"/>
                    <a:pt x="3178733" y="626466"/>
                    <a:pt x="3178733" y="599949"/>
                  </a:cubicBezTo>
                  <a:cubicBezTo>
                    <a:pt x="3178733" y="563488"/>
                    <a:pt x="3152216" y="540285"/>
                    <a:pt x="3122384" y="540285"/>
                  </a:cubicBezTo>
                  <a:cubicBezTo>
                    <a:pt x="3085923" y="540285"/>
                    <a:pt x="3062721" y="580061"/>
                    <a:pt x="3069350" y="613207"/>
                  </a:cubicBezTo>
                  <a:lnTo>
                    <a:pt x="3052777" y="613207"/>
                  </a:lnTo>
                  <a:lnTo>
                    <a:pt x="3052777" y="586690"/>
                  </a:lnTo>
                  <a:cubicBezTo>
                    <a:pt x="3066036" y="540285"/>
                    <a:pt x="3095867" y="523712"/>
                    <a:pt x="3129013" y="523712"/>
                  </a:cubicBezTo>
                  <a:cubicBezTo>
                    <a:pt x="3178733" y="523712"/>
                    <a:pt x="3195306" y="583376"/>
                    <a:pt x="3195306" y="603263"/>
                  </a:cubicBezTo>
                  <a:close/>
                  <a:moveTo>
                    <a:pt x="4060425" y="566802"/>
                  </a:moveTo>
                  <a:cubicBezTo>
                    <a:pt x="4057111" y="570117"/>
                    <a:pt x="4050481" y="576746"/>
                    <a:pt x="4043852" y="576746"/>
                  </a:cubicBezTo>
                  <a:cubicBezTo>
                    <a:pt x="4033908" y="576746"/>
                    <a:pt x="3997447" y="556858"/>
                    <a:pt x="3977560" y="543600"/>
                  </a:cubicBezTo>
                  <a:cubicBezTo>
                    <a:pt x="3970930" y="540285"/>
                    <a:pt x="3967616" y="533656"/>
                    <a:pt x="3967616" y="527027"/>
                  </a:cubicBezTo>
                  <a:lnTo>
                    <a:pt x="3967616" y="517083"/>
                  </a:lnTo>
                  <a:cubicBezTo>
                    <a:pt x="3990818" y="520397"/>
                    <a:pt x="4033908" y="543600"/>
                    <a:pt x="4060425" y="566802"/>
                  </a:cubicBezTo>
                  <a:close/>
                  <a:moveTo>
                    <a:pt x="1939060" y="606578"/>
                  </a:moveTo>
                  <a:cubicBezTo>
                    <a:pt x="1945690" y="619836"/>
                    <a:pt x="1962263" y="639724"/>
                    <a:pt x="1962263" y="646354"/>
                  </a:cubicBezTo>
                  <a:cubicBezTo>
                    <a:pt x="1962263" y="656297"/>
                    <a:pt x="1955634" y="659612"/>
                    <a:pt x="1949004" y="662927"/>
                  </a:cubicBezTo>
                  <a:cubicBezTo>
                    <a:pt x="1929116" y="633095"/>
                    <a:pt x="1909229" y="586690"/>
                    <a:pt x="1879397" y="563488"/>
                  </a:cubicBezTo>
                  <a:cubicBezTo>
                    <a:pt x="1842936" y="540285"/>
                    <a:pt x="1766699" y="540285"/>
                    <a:pt x="1760070" y="540285"/>
                  </a:cubicBezTo>
                  <a:cubicBezTo>
                    <a:pt x="1750126" y="540285"/>
                    <a:pt x="1733553" y="543600"/>
                    <a:pt x="1720294" y="550229"/>
                  </a:cubicBezTo>
                  <a:cubicBezTo>
                    <a:pt x="1716980" y="546915"/>
                    <a:pt x="1716980" y="546915"/>
                    <a:pt x="1716980" y="540285"/>
                  </a:cubicBezTo>
                  <a:cubicBezTo>
                    <a:pt x="1716980" y="523712"/>
                    <a:pt x="1760070" y="517083"/>
                    <a:pt x="1770014" y="517083"/>
                  </a:cubicBezTo>
                  <a:cubicBezTo>
                    <a:pt x="1819733" y="517083"/>
                    <a:pt x="1905914" y="546915"/>
                    <a:pt x="1939060" y="606578"/>
                  </a:cubicBezTo>
                  <a:close/>
                  <a:moveTo>
                    <a:pt x="1359000" y="527027"/>
                  </a:moveTo>
                  <a:cubicBezTo>
                    <a:pt x="1362314" y="530341"/>
                    <a:pt x="1372258" y="527027"/>
                    <a:pt x="1375573" y="536971"/>
                  </a:cubicBezTo>
                  <a:cubicBezTo>
                    <a:pt x="1378887" y="536971"/>
                    <a:pt x="1392146" y="593319"/>
                    <a:pt x="1392146" y="603263"/>
                  </a:cubicBezTo>
                  <a:cubicBezTo>
                    <a:pt x="1392146" y="623151"/>
                    <a:pt x="1382202" y="662927"/>
                    <a:pt x="1352370" y="672871"/>
                  </a:cubicBezTo>
                  <a:lnTo>
                    <a:pt x="1342426" y="662927"/>
                  </a:lnTo>
                  <a:cubicBezTo>
                    <a:pt x="1352370" y="646354"/>
                    <a:pt x="1378887" y="616522"/>
                    <a:pt x="1378887" y="603263"/>
                  </a:cubicBezTo>
                  <a:cubicBezTo>
                    <a:pt x="1378887" y="563488"/>
                    <a:pt x="1345741" y="533656"/>
                    <a:pt x="1315909" y="533656"/>
                  </a:cubicBezTo>
                  <a:cubicBezTo>
                    <a:pt x="1282763" y="533656"/>
                    <a:pt x="1262875" y="566802"/>
                    <a:pt x="1262875" y="590005"/>
                  </a:cubicBezTo>
                  <a:cubicBezTo>
                    <a:pt x="1262875" y="596634"/>
                    <a:pt x="1269504" y="603263"/>
                    <a:pt x="1269504" y="609893"/>
                  </a:cubicBezTo>
                  <a:cubicBezTo>
                    <a:pt x="1269504" y="619836"/>
                    <a:pt x="1269504" y="616522"/>
                    <a:pt x="1266190" y="619836"/>
                  </a:cubicBezTo>
                  <a:cubicBezTo>
                    <a:pt x="1246302" y="613207"/>
                    <a:pt x="1249617" y="593319"/>
                    <a:pt x="1249617" y="583376"/>
                  </a:cubicBezTo>
                  <a:cubicBezTo>
                    <a:pt x="1249617" y="540285"/>
                    <a:pt x="1286078" y="507139"/>
                    <a:pt x="1325853" y="507139"/>
                  </a:cubicBezTo>
                  <a:cubicBezTo>
                    <a:pt x="1335797" y="507139"/>
                    <a:pt x="1345741" y="510454"/>
                    <a:pt x="1359000" y="527027"/>
                  </a:cubicBezTo>
                  <a:close/>
                  <a:moveTo>
                    <a:pt x="3493623" y="530341"/>
                  </a:moveTo>
                  <a:cubicBezTo>
                    <a:pt x="3500252" y="536971"/>
                    <a:pt x="3503567" y="550229"/>
                    <a:pt x="3503567" y="560173"/>
                  </a:cubicBezTo>
                  <a:cubicBezTo>
                    <a:pt x="3516826" y="563488"/>
                    <a:pt x="3540028" y="560173"/>
                    <a:pt x="3556601" y="583376"/>
                  </a:cubicBezTo>
                  <a:cubicBezTo>
                    <a:pt x="3559916" y="593319"/>
                    <a:pt x="3546657" y="603263"/>
                    <a:pt x="3566545" y="613207"/>
                  </a:cubicBezTo>
                  <a:cubicBezTo>
                    <a:pt x="3589748" y="596634"/>
                    <a:pt x="3609635" y="570117"/>
                    <a:pt x="3639467" y="570117"/>
                  </a:cubicBezTo>
                  <a:cubicBezTo>
                    <a:pt x="3665984" y="570117"/>
                    <a:pt x="3705760" y="586690"/>
                    <a:pt x="3705760" y="623151"/>
                  </a:cubicBezTo>
                  <a:cubicBezTo>
                    <a:pt x="3705760" y="636410"/>
                    <a:pt x="3682557" y="659612"/>
                    <a:pt x="3662670" y="656297"/>
                  </a:cubicBezTo>
                  <a:cubicBezTo>
                    <a:pt x="3662670" y="662927"/>
                    <a:pt x="3662670" y="669556"/>
                    <a:pt x="3659355" y="676185"/>
                  </a:cubicBezTo>
                  <a:cubicBezTo>
                    <a:pt x="3656040" y="686129"/>
                    <a:pt x="3646096" y="692758"/>
                    <a:pt x="3639467" y="706017"/>
                  </a:cubicBezTo>
                  <a:cubicBezTo>
                    <a:pt x="3629523" y="719275"/>
                    <a:pt x="3629523" y="745793"/>
                    <a:pt x="3629523" y="755736"/>
                  </a:cubicBezTo>
                  <a:cubicBezTo>
                    <a:pt x="3629523" y="808771"/>
                    <a:pt x="3672614" y="868434"/>
                    <a:pt x="3732277" y="868434"/>
                  </a:cubicBezTo>
                  <a:cubicBezTo>
                    <a:pt x="3748850" y="868434"/>
                    <a:pt x="3831716" y="855175"/>
                    <a:pt x="3831716" y="812085"/>
                  </a:cubicBezTo>
                  <a:cubicBezTo>
                    <a:pt x="3831716" y="805456"/>
                    <a:pt x="3815142" y="775624"/>
                    <a:pt x="3808513" y="775624"/>
                  </a:cubicBezTo>
                  <a:cubicBezTo>
                    <a:pt x="3801884" y="775624"/>
                    <a:pt x="3791940" y="778939"/>
                    <a:pt x="3781996" y="782253"/>
                  </a:cubicBezTo>
                  <a:cubicBezTo>
                    <a:pt x="3781996" y="782253"/>
                    <a:pt x="3772052" y="788883"/>
                    <a:pt x="3772052" y="778939"/>
                  </a:cubicBezTo>
                  <a:cubicBezTo>
                    <a:pt x="3772052" y="752422"/>
                    <a:pt x="3815142" y="735849"/>
                    <a:pt x="3821772" y="735849"/>
                  </a:cubicBezTo>
                  <a:cubicBezTo>
                    <a:pt x="3858233" y="735849"/>
                    <a:pt x="3878120" y="768995"/>
                    <a:pt x="3878120" y="788883"/>
                  </a:cubicBezTo>
                  <a:cubicBezTo>
                    <a:pt x="3878120" y="798827"/>
                    <a:pt x="3874806" y="802141"/>
                    <a:pt x="3864862" y="812085"/>
                  </a:cubicBezTo>
                  <a:lnTo>
                    <a:pt x="3864862" y="822029"/>
                  </a:lnTo>
                  <a:cubicBezTo>
                    <a:pt x="3868176" y="825344"/>
                    <a:pt x="3864862" y="825344"/>
                    <a:pt x="3871491" y="825344"/>
                  </a:cubicBezTo>
                  <a:cubicBezTo>
                    <a:pt x="3884750" y="825344"/>
                    <a:pt x="3951042" y="752422"/>
                    <a:pt x="3957672" y="739163"/>
                  </a:cubicBezTo>
                  <a:cubicBezTo>
                    <a:pt x="3964301" y="725905"/>
                    <a:pt x="3970930" y="702702"/>
                    <a:pt x="3970930" y="696073"/>
                  </a:cubicBezTo>
                  <a:cubicBezTo>
                    <a:pt x="3970930" y="689444"/>
                    <a:pt x="3954357" y="649668"/>
                    <a:pt x="3944413" y="649668"/>
                  </a:cubicBezTo>
                  <a:cubicBezTo>
                    <a:pt x="3931155" y="646354"/>
                    <a:pt x="3914582" y="652983"/>
                    <a:pt x="3898008" y="652983"/>
                  </a:cubicBezTo>
                  <a:lnTo>
                    <a:pt x="3898008" y="643039"/>
                  </a:lnTo>
                  <a:cubicBezTo>
                    <a:pt x="3914582" y="619836"/>
                    <a:pt x="3941098" y="603263"/>
                    <a:pt x="3960986" y="603263"/>
                  </a:cubicBezTo>
                  <a:cubicBezTo>
                    <a:pt x="3970930" y="603263"/>
                    <a:pt x="3997447" y="616522"/>
                    <a:pt x="4014021" y="619836"/>
                  </a:cubicBezTo>
                  <a:cubicBezTo>
                    <a:pt x="4063740" y="556858"/>
                    <a:pt x="4186381" y="536971"/>
                    <a:pt x="4252674" y="536971"/>
                  </a:cubicBezTo>
                  <a:cubicBezTo>
                    <a:pt x="4580823" y="536971"/>
                    <a:pt x="4577508" y="904895"/>
                    <a:pt x="4869196" y="904895"/>
                  </a:cubicBezTo>
                  <a:cubicBezTo>
                    <a:pt x="4908972" y="904895"/>
                    <a:pt x="5051501" y="894951"/>
                    <a:pt x="5051501" y="818714"/>
                  </a:cubicBezTo>
                  <a:cubicBezTo>
                    <a:pt x="5051501" y="782253"/>
                    <a:pt x="5034928" y="745793"/>
                    <a:pt x="4995152" y="745793"/>
                  </a:cubicBezTo>
                  <a:cubicBezTo>
                    <a:pt x="4935488" y="745793"/>
                    <a:pt x="4942118" y="792197"/>
                    <a:pt x="4925545" y="792197"/>
                  </a:cubicBezTo>
                  <a:cubicBezTo>
                    <a:pt x="4905657" y="792197"/>
                    <a:pt x="4905657" y="778939"/>
                    <a:pt x="4905657" y="772310"/>
                  </a:cubicBezTo>
                  <a:cubicBezTo>
                    <a:pt x="4905657" y="715961"/>
                    <a:pt x="4981893" y="722590"/>
                    <a:pt x="4981893" y="706017"/>
                  </a:cubicBezTo>
                  <a:cubicBezTo>
                    <a:pt x="4981893" y="696073"/>
                    <a:pt x="4971950" y="686129"/>
                    <a:pt x="4965320" y="679500"/>
                  </a:cubicBezTo>
                  <a:cubicBezTo>
                    <a:pt x="4952062" y="672871"/>
                    <a:pt x="4932174" y="672871"/>
                    <a:pt x="4918915" y="669556"/>
                  </a:cubicBezTo>
                  <a:cubicBezTo>
                    <a:pt x="4902342" y="666241"/>
                    <a:pt x="4885769" y="649668"/>
                    <a:pt x="4872510" y="649668"/>
                  </a:cubicBezTo>
                  <a:cubicBezTo>
                    <a:pt x="4855937" y="649668"/>
                    <a:pt x="4822791" y="659612"/>
                    <a:pt x="4822791" y="679500"/>
                  </a:cubicBezTo>
                  <a:cubicBezTo>
                    <a:pt x="4822791" y="689444"/>
                    <a:pt x="4845994" y="702702"/>
                    <a:pt x="4845994" y="709332"/>
                  </a:cubicBezTo>
                  <a:cubicBezTo>
                    <a:pt x="4845994" y="725905"/>
                    <a:pt x="4812847" y="729219"/>
                    <a:pt x="4812847" y="729219"/>
                  </a:cubicBezTo>
                  <a:cubicBezTo>
                    <a:pt x="4786330" y="729219"/>
                    <a:pt x="4789645" y="712646"/>
                    <a:pt x="4786330" y="696073"/>
                  </a:cubicBezTo>
                  <a:cubicBezTo>
                    <a:pt x="4783016" y="692758"/>
                    <a:pt x="4776386" y="686129"/>
                    <a:pt x="4776386" y="676185"/>
                  </a:cubicBezTo>
                  <a:lnTo>
                    <a:pt x="4776386" y="669556"/>
                  </a:lnTo>
                  <a:cubicBezTo>
                    <a:pt x="4786330" y="662927"/>
                    <a:pt x="4799588" y="659612"/>
                    <a:pt x="4809532" y="646354"/>
                  </a:cubicBezTo>
                  <a:cubicBezTo>
                    <a:pt x="4812847" y="646354"/>
                    <a:pt x="4816162" y="649668"/>
                    <a:pt x="4819476" y="646354"/>
                  </a:cubicBezTo>
                  <a:cubicBezTo>
                    <a:pt x="4842679" y="626466"/>
                    <a:pt x="4865881" y="616522"/>
                    <a:pt x="4879140" y="616522"/>
                  </a:cubicBezTo>
                  <a:cubicBezTo>
                    <a:pt x="4942118" y="616522"/>
                    <a:pt x="4935488" y="689444"/>
                    <a:pt x="4998467" y="689444"/>
                  </a:cubicBezTo>
                  <a:cubicBezTo>
                    <a:pt x="5015040" y="689444"/>
                    <a:pt x="5024984" y="676185"/>
                    <a:pt x="5024984" y="669556"/>
                  </a:cubicBezTo>
                  <a:cubicBezTo>
                    <a:pt x="5024984" y="662927"/>
                    <a:pt x="5018354" y="656297"/>
                    <a:pt x="5018354" y="649668"/>
                  </a:cubicBezTo>
                  <a:cubicBezTo>
                    <a:pt x="5018354" y="636410"/>
                    <a:pt x="5028298" y="636410"/>
                    <a:pt x="5038242" y="636410"/>
                  </a:cubicBezTo>
                  <a:cubicBezTo>
                    <a:pt x="5064759" y="636410"/>
                    <a:pt x="5071389" y="649668"/>
                    <a:pt x="5071389" y="666241"/>
                  </a:cubicBezTo>
                  <a:cubicBezTo>
                    <a:pt x="5071389" y="676185"/>
                    <a:pt x="5058130" y="692758"/>
                    <a:pt x="5054815" y="706017"/>
                  </a:cubicBezTo>
                  <a:cubicBezTo>
                    <a:pt x="5054815" y="706017"/>
                    <a:pt x="5051501" y="709332"/>
                    <a:pt x="5061445" y="709332"/>
                  </a:cubicBezTo>
                  <a:cubicBezTo>
                    <a:pt x="5068074" y="709332"/>
                    <a:pt x="5078018" y="692758"/>
                    <a:pt x="5087962" y="686129"/>
                  </a:cubicBezTo>
                  <a:cubicBezTo>
                    <a:pt x="5087962" y="689444"/>
                    <a:pt x="5091277" y="692758"/>
                    <a:pt x="5091277" y="702702"/>
                  </a:cubicBezTo>
                  <a:cubicBezTo>
                    <a:pt x="5091277" y="719275"/>
                    <a:pt x="5068074" y="732534"/>
                    <a:pt x="5068074" y="739163"/>
                  </a:cubicBezTo>
                  <a:cubicBezTo>
                    <a:pt x="5068074" y="749107"/>
                    <a:pt x="5074703" y="765680"/>
                    <a:pt x="5078018" y="778939"/>
                  </a:cubicBezTo>
                  <a:cubicBezTo>
                    <a:pt x="5084647" y="795512"/>
                    <a:pt x="5087962" y="835288"/>
                    <a:pt x="5087962" y="845232"/>
                  </a:cubicBezTo>
                  <a:cubicBezTo>
                    <a:pt x="5087962" y="894951"/>
                    <a:pt x="5071389" y="957929"/>
                    <a:pt x="4991837" y="981132"/>
                  </a:cubicBezTo>
                  <a:cubicBezTo>
                    <a:pt x="4981893" y="984446"/>
                    <a:pt x="4962006" y="991075"/>
                    <a:pt x="4952062" y="991075"/>
                  </a:cubicBezTo>
                  <a:lnTo>
                    <a:pt x="4779701" y="991075"/>
                  </a:lnTo>
                  <a:cubicBezTo>
                    <a:pt x="4769757" y="991075"/>
                    <a:pt x="4779701" y="981132"/>
                    <a:pt x="4776386" y="974502"/>
                  </a:cubicBezTo>
                  <a:cubicBezTo>
                    <a:pt x="4743240" y="964558"/>
                    <a:pt x="4706779" y="954614"/>
                    <a:pt x="4676947" y="938041"/>
                  </a:cubicBezTo>
                  <a:cubicBezTo>
                    <a:pt x="4564250" y="878378"/>
                    <a:pt x="4497957" y="729219"/>
                    <a:pt x="4388574" y="689444"/>
                  </a:cubicBezTo>
                  <a:cubicBezTo>
                    <a:pt x="4368686" y="682814"/>
                    <a:pt x="4352113" y="672871"/>
                    <a:pt x="4332225" y="669556"/>
                  </a:cubicBezTo>
                  <a:cubicBezTo>
                    <a:pt x="4299079" y="662927"/>
                    <a:pt x="4236101" y="656297"/>
                    <a:pt x="4226157" y="656297"/>
                  </a:cubicBezTo>
                  <a:cubicBezTo>
                    <a:pt x="4219528" y="656297"/>
                    <a:pt x="4193011" y="656297"/>
                    <a:pt x="4183067" y="659612"/>
                  </a:cubicBezTo>
                  <a:cubicBezTo>
                    <a:pt x="4166494" y="662927"/>
                    <a:pt x="4146606" y="679500"/>
                    <a:pt x="4139977" y="679500"/>
                  </a:cubicBezTo>
                  <a:cubicBezTo>
                    <a:pt x="4130033" y="679500"/>
                    <a:pt x="4123403" y="669556"/>
                    <a:pt x="4120089" y="662927"/>
                  </a:cubicBezTo>
                  <a:cubicBezTo>
                    <a:pt x="4143291" y="646354"/>
                    <a:pt x="4239416" y="633095"/>
                    <a:pt x="4279191" y="633095"/>
                  </a:cubicBezTo>
                  <a:cubicBezTo>
                    <a:pt x="4531103" y="633095"/>
                    <a:pt x="4587452" y="971188"/>
                    <a:pt x="4832735" y="971188"/>
                  </a:cubicBezTo>
                  <a:cubicBezTo>
                    <a:pt x="4899028" y="971188"/>
                    <a:pt x="4962006" y="954614"/>
                    <a:pt x="5034928" y="914839"/>
                  </a:cubicBezTo>
                  <a:cubicBezTo>
                    <a:pt x="5034928" y="911524"/>
                    <a:pt x="5038242" y="904895"/>
                    <a:pt x="5028298" y="904895"/>
                  </a:cubicBezTo>
                  <a:cubicBezTo>
                    <a:pt x="5021669" y="904895"/>
                    <a:pt x="4962006" y="934727"/>
                    <a:pt x="4928859" y="944671"/>
                  </a:cubicBezTo>
                  <a:cubicBezTo>
                    <a:pt x="4892398" y="954614"/>
                    <a:pt x="4865881" y="957929"/>
                    <a:pt x="4836050" y="957929"/>
                  </a:cubicBezTo>
                  <a:cubicBezTo>
                    <a:pt x="4733296" y="957929"/>
                    <a:pt x="4653745" y="888322"/>
                    <a:pt x="4547676" y="768995"/>
                  </a:cubicBezTo>
                  <a:cubicBezTo>
                    <a:pt x="4488013" y="699388"/>
                    <a:pt x="4405147" y="636410"/>
                    <a:pt x="4335540" y="623151"/>
                  </a:cubicBezTo>
                  <a:cubicBezTo>
                    <a:pt x="4318967" y="619836"/>
                    <a:pt x="4292450" y="619836"/>
                    <a:pt x="4282506" y="619836"/>
                  </a:cubicBezTo>
                  <a:cubicBezTo>
                    <a:pt x="4275877" y="619836"/>
                    <a:pt x="4193011" y="623151"/>
                    <a:pt x="4153235" y="633095"/>
                  </a:cubicBezTo>
                  <a:cubicBezTo>
                    <a:pt x="4133347" y="636410"/>
                    <a:pt x="4110145" y="652983"/>
                    <a:pt x="4103516" y="652983"/>
                  </a:cubicBezTo>
                  <a:cubicBezTo>
                    <a:pt x="4076999" y="652983"/>
                    <a:pt x="4053796" y="623151"/>
                    <a:pt x="4020650" y="623151"/>
                  </a:cubicBezTo>
                  <a:cubicBezTo>
                    <a:pt x="4030594" y="639724"/>
                    <a:pt x="4040538" y="662927"/>
                    <a:pt x="4040538" y="672871"/>
                  </a:cubicBezTo>
                  <a:cubicBezTo>
                    <a:pt x="4040538" y="679500"/>
                    <a:pt x="4020650" y="699388"/>
                    <a:pt x="4020650" y="715961"/>
                  </a:cubicBezTo>
                  <a:cubicBezTo>
                    <a:pt x="4017335" y="818714"/>
                    <a:pt x="3907952" y="792197"/>
                    <a:pt x="3907952" y="865119"/>
                  </a:cubicBezTo>
                  <a:cubicBezTo>
                    <a:pt x="3907952" y="904895"/>
                    <a:pt x="3941098" y="924783"/>
                    <a:pt x="3964301" y="924783"/>
                  </a:cubicBezTo>
                  <a:cubicBezTo>
                    <a:pt x="3984189" y="924783"/>
                    <a:pt x="4047167" y="918154"/>
                    <a:pt x="4047167" y="888322"/>
                  </a:cubicBezTo>
                  <a:cubicBezTo>
                    <a:pt x="4047167" y="881693"/>
                    <a:pt x="4030594" y="868434"/>
                    <a:pt x="4030594" y="861805"/>
                  </a:cubicBezTo>
                  <a:cubicBezTo>
                    <a:pt x="4030594" y="851861"/>
                    <a:pt x="4040538" y="845232"/>
                    <a:pt x="4050481" y="845232"/>
                  </a:cubicBezTo>
                  <a:cubicBezTo>
                    <a:pt x="4067055" y="845232"/>
                    <a:pt x="4083628" y="851861"/>
                    <a:pt x="4083628" y="868434"/>
                  </a:cubicBezTo>
                  <a:cubicBezTo>
                    <a:pt x="4083628" y="878378"/>
                    <a:pt x="4076999" y="885007"/>
                    <a:pt x="4073684" y="898266"/>
                  </a:cubicBezTo>
                  <a:cubicBezTo>
                    <a:pt x="4070369" y="901580"/>
                    <a:pt x="4073684" y="914839"/>
                    <a:pt x="4073684" y="921468"/>
                  </a:cubicBezTo>
                  <a:cubicBezTo>
                    <a:pt x="4073684" y="934727"/>
                    <a:pt x="4033908" y="947985"/>
                    <a:pt x="4023964" y="947985"/>
                  </a:cubicBezTo>
                  <a:cubicBezTo>
                    <a:pt x="4014021" y="947985"/>
                    <a:pt x="3987503" y="941356"/>
                    <a:pt x="3977560" y="941356"/>
                  </a:cubicBezTo>
                  <a:cubicBezTo>
                    <a:pt x="3970930" y="941356"/>
                    <a:pt x="3917896" y="944671"/>
                    <a:pt x="3894694" y="954614"/>
                  </a:cubicBezTo>
                  <a:cubicBezTo>
                    <a:pt x="3874806" y="961244"/>
                    <a:pt x="3848289" y="991075"/>
                    <a:pt x="3841660" y="991075"/>
                  </a:cubicBezTo>
                  <a:cubicBezTo>
                    <a:pt x="3831716" y="991075"/>
                    <a:pt x="3835030" y="987761"/>
                    <a:pt x="3831716" y="987761"/>
                  </a:cubicBezTo>
                  <a:cubicBezTo>
                    <a:pt x="3841660" y="971188"/>
                    <a:pt x="3858233" y="951300"/>
                    <a:pt x="3871491" y="931412"/>
                  </a:cubicBezTo>
                  <a:cubicBezTo>
                    <a:pt x="3871491" y="931412"/>
                    <a:pt x="3871491" y="928097"/>
                    <a:pt x="3864862" y="928097"/>
                  </a:cubicBezTo>
                  <a:cubicBezTo>
                    <a:pt x="3854918" y="928097"/>
                    <a:pt x="3815142" y="987761"/>
                    <a:pt x="3795255" y="987761"/>
                  </a:cubicBezTo>
                  <a:lnTo>
                    <a:pt x="3775367" y="987761"/>
                  </a:lnTo>
                  <a:cubicBezTo>
                    <a:pt x="3798569" y="961244"/>
                    <a:pt x="3825086" y="931412"/>
                    <a:pt x="3848289" y="904895"/>
                  </a:cubicBezTo>
                  <a:lnTo>
                    <a:pt x="3844974" y="891636"/>
                  </a:lnTo>
                  <a:cubicBezTo>
                    <a:pt x="3818457" y="921468"/>
                    <a:pt x="3755479" y="987761"/>
                    <a:pt x="3745535" y="987761"/>
                  </a:cubicBezTo>
                  <a:lnTo>
                    <a:pt x="3722333" y="987761"/>
                  </a:lnTo>
                  <a:cubicBezTo>
                    <a:pt x="3735591" y="957929"/>
                    <a:pt x="3798569" y="911524"/>
                    <a:pt x="3795255" y="888322"/>
                  </a:cubicBezTo>
                  <a:cubicBezTo>
                    <a:pt x="3762108" y="921468"/>
                    <a:pt x="3728962" y="957929"/>
                    <a:pt x="3692501" y="987761"/>
                  </a:cubicBezTo>
                  <a:lnTo>
                    <a:pt x="3665984" y="987761"/>
                  </a:lnTo>
                  <a:cubicBezTo>
                    <a:pt x="3685872" y="964558"/>
                    <a:pt x="3709074" y="938041"/>
                    <a:pt x="3728962" y="911524"/>
                  </a:cubicBezTo>
                  <a:cubicBezTo>
                    <a:pt x="3728962" y="908210"/>
                    <a:pt x="3728962" y="904895"/>
                    <a:pt x="3725648" y="901580"/>
                  </a:cubicBezTo>
                  <a:cubicBezTo>
                    <a:pt x="3705760" y="914839"/>
                    <a:pt x="3656040" y="987761"/>
                    <a:pt x="3626208" y="987761"/>
                  </a:cubicBezTo>
                  <a:cubicBezTo>
                    <a:pt x="3619579" y="987761"/>
                    <a:pt x="3616265" y="987761"/>
                    <a:pt x="3612950" y="984446"/>
                  </a:cubicBezTo>
                  <a:cubicBezTo>
                    <a:pt x="3632838" y="957929"/>
                    <a:pt x="3669299" y="941356"/>
                    <a:pt x="3672614" y="908210"/>
                  </a:cubicBezTo>
                  <a:cubicBezTo>
                    <a:pt x="3649411" y="931412"/>
                    <a:pt x="3619579" y="961244"/>
                    <a:pt x="3589748" y="987761"/>
                  </a:cubicBezTo>
                  <a:cubicBezTo>
                    <a:pt x="3569860" y="987761"/>
                    <a:pt x="3566545" y="984446"/>
                    <a:pt x="3563230" y="984446"/>
                  </a:cubicBezTo>
                  <a:cubicBezTo>
                    <a:pt x="3566545" y="977817"/>
                    <a:pt x="3576489" y="971188"/>
                    <a:pt x="3586433" y="961244"/>
                  </a:cubicBezTo>
                  <a:cubicBezTo>
                    <a:pt x="3596377" y="947985"/>
                    <a:pt x="3629523" y="921468"/>
                    <a:pt x="3629523" y="894951"/>
                  </a:cubicBezTo>
                  <a:cubicBezTo>
                    <a:pt x="3606321" y="918154"/>
                    <a:pt x="3563230" y="974502"/>
                    <a:pt x="3530084" y="987761"/>
                  </a:cubicBezTo>
                  <a:lnTo>
                    <a:pt x="3503567" y="984446"/>
                  </a:lnTo>
                  <a:cubicBezTo>
                    <a:pt x="3546657" y="944671"/>
                    <a:pt x="3596377" y="901580"/>
                    <a:pt x="3606321" y="858490"/>
                  </a:cubicBezTo>
                  <a:cubicBezTo>
                    <a:pt x="3599692" y="861805"/>
                    <a:pt x="3593062" y="871749"/>
                    <a:pt x="3586433" y="881693"/>
                  </a:cubicBezTo>
                  <a:cubicBezTo>
                    <a:pt x="3563230" y="918154"/>
                    <a:pt x="3520140" y="954614"/>
                    <a:pt x="3480365" y="987761"/>
                  </a:cubicBezTo>
                  <a:cubicBezTo>
                    <a:pt x="3437274" y="987761"/>
                    <a:pt x="3433960" y="984446"/>
                    <a:pt x="3430645" y="984446"/>
                  </a:cubicBezTo>
                  <a:cubicBezTo>
                    <a:pt x="3467106" y="951300"/>
                    <a:pt x="3513511" y="914839"/>
                    <a:pt x="3543343" y="875063"/>
                  </a:cubicBezTo>
                  <a:cubicBezTo>
                    <a:pt x="3546657" y="871749"/>
                    <a:pt x="3549972" y="868434"/>
                    <a:pt x="3546657" y="861805"/>
                  </a:cubicBezTo>
                  <a:cubicBezTo>
                    <a:pt x="3506882" y="891636"/>
                    <a:pt x="3427331" y="987761"/>
                    <a:pt x="3380926" y="987761"/>
                  </a:cubicBezTo>
                  <a:cubicBezTo>
                    <a:pt x="3374296" y="987761"/>
                    <a:pt x="3370982" y="984446"/>
                    <a:pt x="3367667" y="984446"/>
                  </a:cubicBezTo>
                  <a:cubicBezTo>
                    <a:pt x="3390870" y="964558"/>
                    <a:pt x="3420701" y="944671"/>
                    <a:pt x="3447218" y="921468"/>
                  </a:cubicBezTo>
                  <a:cubicBezTo>
                    <a:pt x="3447218" y="921468"/>
                    <a:pt x="3447218" y="911524"/>
                    <a:pt x="3440589" y="911524"/>
                  </a:cubicBezTo>
                  <a:cubicBezTo>
                    <a:pt x="3437274" y="911524"/>
                    <a:pt x="3347779" y="987761"/>
                    <a:pt x="3317948" y="987761"/>
                  </a:cubicBezTo>
                  <a:cubicBezTo>
                    <a:pt x="3308004" y="987761"/>
                    <a:pt x="3308004" y="984446"/>
                    <a:pt x="3301374" y="984446"/>
                  </a:cubicBezTo>
                  <a:cubicBezTo>
                    <a:pt x="3317948" y="957929"/>
                    <a:pt x="3370982" y="947985"/>
                    <a:pt x="3384240" y="918154"/>
                  </a:cubicBezTo>
                  <a:cubicBezTo>
                    <a:pt x="3384240" y="918154"/>
                    <a:pt x="3384240" y="914839"/>
                    <a:pt x="3380926" y="911524"/>
                  </a:cubicBezTo>
                  <a:cubicBezTo>
                    <a:pt x="3361038" y="924783"/>
                    <a:pt x="3274857" y="987761"/>
                    <a:pt x="3248340" y="987761"/>
                  </a:cubicBezTo>
                  <a:cubicBezTo>
                    <a:pt x="3238396" y="987761"/>
                    <a:pt x="3235082" y="984446"/>
                    <a:pt x="3228452" y="984446"/>
                  </a:cubicBezTo>
                  <a:cubicBezTo>
                    <a:pt x="3248340" y="961244"/>
                    <a:pt x="3304689" y="947985"/>
                    <a:pt x="3321262" y="908210"/>
                  </a:cubicBezTo>
                  <a:lnTo>
                    <a:pt x="3317948" y="904895"/>
                  </a:lnTo>
                  <a:cubicBezTo>
                    <a:pt x="3284801" y="934727"/>
                    <a:pt x="3195306" y="987761"/>
                    <a:pt x="3162160" y="987761"/>
                  </a:cubicBezTo>
                  <a:cubicBezTo>
                    <a:pt x="3155531" y="987761"/>
                    <a:pt x="3152216" y="984446"/>
                    <a:pt x="3039518" y="984446"/>
                  </a:cubicBezTo>
                  <a:cubicBezTo>
                    <a:pt x="3009687" y="974502"/>
                    <a:pt x="2973226" y="971188"/>
                    <a:pt x="2943394" y="954614"/>
                  </a:cubicBezTo>
                  <a:cubicBezTo>
                    <a:pt x="2916877" y="941356"/>
                    <a:pt x="2883731" y="924783"/>
                    <a:pt x="2860528" y="908210"/>
                  </a:cubicBezTo>
                  <a:cubicBezTo>
                    <a:pt x="2780977" y="858490"/>
                    <a:pt x="2717999" y="768995"/>
                    <a:pt x="2645077" y="702702"/>
                  </a:cubicBezTo>
                  <a:cubicBezTo>
                    <a:pt x="2588728" y="652983"/>
                    <a:pt x="2509177" y="639724"/>
                    <a:pt x="2452829" y="639724"/>
                  </a:cubicBezTo>
                  <a:cubicBezTo>
                    <a:pt x="2419682" y="639724"/>
                    <a:pt x="2376592" y="639724"/>
                    <a:pt x="2350075" y="652983"/>
                  </a:cubicBezTo>
                  <a:cubicBezTo>
                    <a:pt x="2336816" y="656297"/>
                    <a:pt x="2316928" y="672871"/>
                    <a:pt x="2310299" y="672871"/>
                  </a:cubicBezTo>
                  <a:cubicBezTo>
                    <a:pt x="2300355" y="672871"/>
                    <a:pt x="2297041" y="669556"/>
                    <a:pt x="2297041" y="662927"/>
                  </a:cubicBezTo>
                  <a:cubicBezTo>
                    <a:pt x="2297041" y="652983"/>
                    <a:pt x="2316928" y="649668"/>
                    <a:pt x="2330187" y="643039"/>
                  </a:cubicBezTo>
                  <a:cubicBezTo>
                    <a:pt x="2356704" y="626466"/>
                    <a:pt x="2429626" y="616522"/>
                    <a:pt x="2459458" y="616522"/>
                  </a:cubicBezTo>
                  <a:cubicBezTo>
                    <a:pt x="2502548" y="616522"/>
                    <a:pt x="2515807" y="623151"/>
                    <a:pt x="2562211" y="636410"/>
                  </a:cubicBezTo>
                  <a:cubicBezTo>
                    <a:pt x="2592043" y="646354"/>
                    <a:pt x="2628504" y="666241"/>
                    <a:pt x="2661650" y="692758"/>
                  </a:cubicBezTo>
                  <a:cubicBezTo>
                    <a:pt x="2717999" y="742478"/>
                    <a:pt x="2767718" y="808771"/>
                    <a:pt x="2824067" y="858490"/>
                  </a:cubicBezTo>
                  <a:cubicBezTo>
                    <a:pt x="2903619" y="938041"/>
                    <a:pt x="2979855" y="971188"/>
                    <a:pt x="3069350" y="971188"/>
                  </a:cubicBezTo>
                  <a:cubicBezTo>
                    <a:pt x="3122384" y="971188"/>
                    <a:pt x="3225138" y="951300"/>
                    <a:pt x="3274857" y="894951"/>
                  </a:cubicBezTo>
                  <a:lnTo>
                    <a:pt x="3268228" y="888322"/>
                  </a:lnTo>
                  <a:cubicBezTo>
                    <a:pt x="3221823" y="931412"/>
                    <a:pt x="3122384" y="961244"/>
                    <a:pt x="3069350" y="961244"/>
                  </a:cubicBezTo>
                  <a:cubicBezTo>
                    <a:pt x="3062721" y="961244"/>
                    <a:pt x="3019631" y="947985"/>
                    <a:pt x="2996428" y="944671"/>
                  </a:cubicBezTo>
                  <a:cubicBezTo>
                    <a:pt x="2976540" y="941356"/>
                    <a:pt x="2940080" y="924783"/>
                    <a:pt x="2923506" y="914839"/>
                  </a:cubicBezTo>
                  <a:cubicBezTo>
                    <a:pt x="2840640" y="868434"/>
                    <a:pt x="2771033" y="778939"/>
                    <a:pt x="2691482" y="702702"/>
                  </a:cubicBezTo>
                  <a:cubicBezTo>
                    <a:pt x="2625189" y="639724"/>
                    <a:pt x="2532380" y="603263"/>
                    <a:pt x="2462772" y="603263"/>
                  </a:cubicBezTo>
                  <a:cubicBezTo>
                    <a:pt x="2353389" y="603263"/>
                    <a:pt x="2313614" y="649668"/>
                    <a:pt x="2280467" y="649668"/>
                  </a:cubicBezTo>
                  <a:cubicBezTo>
                    <a:pt x="2273838" y="649668"/>
                    <a:pt x="2240692" y="636410"/>
                    <a:pt x="2227433" y="626466"/>
                  </a:cubicBezTo>
                  <a:cubicBezTo>
                    <a:pt x="2217489" y="623151"/>
                    <a:pt x="2214175" y="609893"/>
                    <a:pt x="2204231" y="603263"/>
                  </a:cubicBezTo>
                  <a:cubicBezTo>
                    <a:pt x="2187658" y="590005"/>
                    <a:pt x="2167770" y="583376"/>
                    <a:pt x="2154511" y="576746"/>
                  </a:cubicBezTo>
                  <a:cubicBezTo>
                    <a:pt x="2144568" y="573432"/>
                    <a:pt x="2144568" y="566802"/>
                    <a:pt x="2141253" y="560173"/>
                  </a:cubicBezTo>
                  <a:lnTo>
                    <a:pt x="2141253" y="550229"/>
                  </a:lnTo>
                  <a:lnTo>
                    <a:pt x="2147882" y="550229"/>
                  </a:lnTo>
                  <a:cubicBezTo>
                    <a:pt x="2181029" y="570117"/>
                    <a:pt x="2210860" y="593319"/>
                    <a:pt x="2224119" y="623151"/>
                  </a:cubicBezTo>
                  <a:cubicBezTo>
                    <a:pt x="2227433" y="623151"/>
                    <a:pt x="2234063" y="619836"/>
                    <a:pt x="2237377" y="616522"/>
                  </a:cubicBezTo>
                  <a:cubicBezTo>
                    <a:pt x="2306984" y="560173"/>
                    <a:pt x="2383221" y="553544"/>
                    <a:pt x="2452829" y="553544"/>
                  </a:cubicBezTo>
                  <a:cubicBezTo>
                    <a:pt x="2767718" y="553544"/>
                    <a:pt x="2790921" y="901580"/>
                    <a:pt x="3059406" y="901580"/>
                  </a:cubicBezTo>
                  <a:cubicBezTo>
                    <a:pt x="3082609" y="901580"/>
                    <a:pt x="3251655" y="888322"/>
                    <a:pt x="3251655" y="828658"/>
                  </a:cubicBezTo>
                  <a:cubicBezTo>
                    <a:pt x="3251655" y="792197"/>
                    <a:pt x="3218509" y="762366"/>
                    <a:pt x="3188677" y="762366"/>
                  </a:cubicBezTo>
                  <a:cubicBezTo>
                    <a:pt x="3142272" y="762366"/>
                    <a:pt x="3148901" y="808771"/>
                    <a:pt x="3135643" y="808771"/>
                  </a:cubicBezTo>
                  <a:cubicBezTo>
                    <a:pt x="3112440" y="808771"/>
                    <a:pt x="3112440" y="782253"/>
                    <a:pt x="3112440" y="775624"/>
                  </a:cubicBezTo>
                  <a:cubicBezTo>
                    <a:pt x="3112440" y="739163"/>
                    <a:pt x="3132328" y="732534"/>
                    <a:pt x="3178733" y="732534"/>
                  </a:cubicBezTo>
                  <a:cubicBezTo>
                    <a:pt x="3172104" y="715961"/>
                    <a:pt x="3158845" y="719275"/>
                    <a:pt x="3152216" y="712646"/>
                  </a:cubicBezTo>
                  <a:cubicBezTo>
                    <a:pt x="3145587" y="709332"/>
                    <a:pt x="3145587" y="699388"/>
                    <a:pt x="3138957" y="696073"/>
                  </a:cubicBezTo>
                  <a:cubicBezTo>
                    <a:pt x="3112440" y="682814"/>
                    <a:pt x="3062721" y="666241"/>
                    <a:pt x="3056092" y="666241"/>
                  </a:cubicBezTo>
                  <a:cubicBezTo>
                    <a:pt x="3036204" y="666241"/>
                    <a:pt x="3009687" y="672871"/>
                    <a:pt x="3003058" y="702702"/>
                  </a:cubicBezTo>
                  <a:cubicBezTo>
                    <a:pt x="3013001" y="709332"/>
                    <a:pt x="3003058" y="712646"/>
                    <a:pt x="3036204" y="709332"/>
                  </a:cubicBezTo>
                  <a:cubicBezTo>
                    <a:pt x="3036204" y="712646"/>
                    <a:pt x="3039518" y="709332"/>
                    <a:pt x="3039518" y="719275"/>
                  </a:cubicBezTo>
                  <a:cubicBezTo>
                    <a:pt x="3039518" y="735849"/>
                    <a:pt x="3019631" y="732534"/>
                    <a:pt x="3013001" y="732534"/>
                  </a:cubicBezTo>
                  <a:cubicBezTo>
                    <a:pt x="3006372" y="732534"/>
                    <a:pt x="2996428" y="732534"/>
                    <a:pt x="2989799" y="725905"/>
                  </a:cubicBezTo>
                  <a:cubicBezTo>
                    <a:pt x="2986484" y="725905"/>
                    <a:pt x="2986484" y="719275"/>
                    <a:pt x="2983170" y="715961"/>
                  </a:cubicBezTo>
                  <a:cubicBezTo>
                    <a:pt x="2979855" y="712646"/>
                    <a:pt x="2969911" y="706017"/>
                    <a:pt x="2963282" y="702702"/>
                  </a:cubicBezTo>
                  <a:lnTo>
                    <a:pt x="2963282" y="692758"/>
                  </a:lnTo>
                  <a:cubicBezTo>
                    <a:pt x="2963282" y="686129"/>
                    <a:pt x="2966597" y="669556"/>
                    <a:pt x="2976540" y="662927"/>
                  </a:cubicBezTo>
                  <a:cubicBezTo>
                    <a:pt x="2979855" y="656297"/>
                    <a:pt x="2993114" y="659612"/>
                    <a:pt x="2999743" y="656297"/>
                  </a:cubicBezTo>
                  <a:cubicBezTo>
                    <a:pt x="3006372" y="626466"/>
                    <a:pt x="3046148" y="629780"/>
                    <a:pt x="3056092" y="629780"/>
                  </a:cubicBezTo>
                  <a:cubicBezTo>
                    <a:pt x="3145587" y="629780"/>
                    <a:pt x="3135643" y="709332"/>
                    <a:pt x="3165474" y="709332"/>
                  </a:cubicBezTo>
                  <a:cubicBezTo>
                    <a:pt x="3175418" y="709332"/>
                    <a:pt x="3178733" y="699388"/>
                    <a:pt x="3188677" y="699388"/>
                  </a:cubicBezTo>
                  <a:cubicBezTo>
                    <a:pt x="3198621" y="696073"/>
                    <a:pt x="3208565" y="702702"/>
                    <a:pt x="3218509" y="702702"/>
                  </a:cubicBezTo>
                  <a:cubicBezTo>
                    <a:pt x="3221823" y="692758"/>
                    <a:pt x="3215194" y="682814"/>
                    <a:pt x="3218509" y="672871"/>
                  </a:cubicBezTo>
                  <a:cubicBezTo>
                    <a:pt x="3218509" y="659612"/>
                    <a:pt x="3238396" y="649668"/>
                    <a:pt x="3245026" y="649668"/>
                  </a:cubicBezTo>
                  <a:cubicBezTo>
                    <a:pt x="3258284" y="649668"/>
                    <a:pt x="3271543" y="666241"/>
                    <a:pt x="3271543" y="676185"/>
                  </a:cubicBezTo>
                  <a:cubicBezTo>
                    <a:pt x="3271543" y="682814"/>
                    <a:pt x="3264913" y="689444"/>
                    <a:pt x="3264913" y="696073"/>
                  </a:cubicBezTo>
                  <a:cubicBezTo>
                    <a:pt x="3268228" y="699388"/>
                    <a:pt x="3268228" y="699388"/>
                    <a:pt x="3278172" y="699388"/>
                  </a:cubicBezTo>
                  <a:cubicBezTo>
                    <a:pt x="3284801" y="699388"/>
                    <a:pt x="3291431" y="709332"/>
                    <a:pt x="3291431" y="715961"/>
                  </a:cubicBezTo>
                  <a:cubicBezTo>
                    <a:pt x="3291431" y="735849"/>
                    <a:pt x="3278172" y="742478"/>
                    <a:pt x="3268228" y="749107"/>
                  </a:cubicBezTo>
                  <a:cubicBezTo>
                    <a:pt x="3274857" y="759051"/>
                    <a:pt x="3284801" y="768995"/>
                    <a:pt x="3288116" y="782253"/>
                  </a:cubicBezTo>
                  <a:cubicBezTo>
                    <a:pt x="3291431" y="792197"/>
                    <a:pt x="3288116" y="812085"/>
                    <a:pt x="3291431" y="828658"/>
                  </a:cubicBezTo>
                  <a:cubicBezTo>
                    <a:pt x="3294745" y="851861"/>
                    <a:pt x="3377611" y="871749"/>
                    <a:pt x="3404128" y="871749"/>
                  </a:cubicBezTo>
                  <a:cubicBezTo>
                    <a:pt x="3440589" y="871749"/>
                    <a:pt x="3559916" y="835288"/>
                    <a:pt x="3559916" y="768995"/>
                  </a:cubicBezTo>
                  <a:cubicBezTo>
                    <a:pt x="3559916" y="735849"/>
                    <a:pt x="3536713" y="699388"/>
                    <a:pt x="3496938" y="699388"/>
                  </a:cubicBezTo>
                  <a:cubicBezTo>
                    <a:pt x="3473735" y="699388"/>
                    <a:pt x="3457162" y="709332"/>
                    <a:pt x="3447218" y="745793"/>
                  </a:cubicBezTo>
                  <a:lnTo>
                    <a:pt x="3437274" y="745793"/>
                  </a:lnTo>
                  <a:cubicBezTo>
                    <a:pt x="3433960" y="739163"/>
                    <a:pt x="3427331" y="729219"/>
                    <a:pt x="3427331" y="722590"/>
                  </a:cubicBezTo>
                  <a:cubicBezTo>
                    <a:pt x="3427331" y="712646"/>
                    <a:pt x="3430645" y="706017"/>
                    <a:pt x="3430645" y="699388"/>
                  </a:cubicBezTo>
                  <a:cubicBezTo>
                    <a:pt x="3437274" y="686129"/>
                    <a:pt x="3443904" y="666241"/>
                    <a:pt x="3460477" y="656297"/>
                  </a:cubicBezTo>
                  <a:cubicBezTo>
                    <a:pt x="3460477" y="652983"/>
                    <a:pt x="3470421" y="652983"/>
                    <a:pt x="3477050" y="649668"/>
                  </a:cubicBezTo>
                  <a:cubicBezTo>
                    <a:pt x="3480365" y="646354"/>
                    <a:pt x="3480365" y="636410"/>
                    <a:pt x="3486994" y="633095"/>
                  </a:cubicBezTo>
                  <a:cubicBezTo>
                    <a:pt x="3490309" y="626466"/>
                    <a:pt x="3503567" y="626466"/>
                    <a:pt x="3513511" y="626466"/>
                  </a:cubicBezTo>
                  <a:cubicBezTo>
                    <a:pt x="3526769" y="626466"/>
                    <a:pt x="3549972" y="633095"/>
                    <a:pt x="3549972" y="652983"/>
                  </a:cubicBezTo>
                  <a:cubicBezTo>
                    <a:pt x="3549972" y="659612"/>
                    <a:pt x="3546657" y="662927"/>
                    <a:pt x="3543343" y="669556"/>
                  </a:cubicBezTo>
                  <a:cubicBezTo>
                    <a:pt x="3546657" y="672871"/>
                    <a:pt x="3553287" y="676185"/>
                    <a:pt x="3556601" y="676185"/>
                  </a:cubicBezTo>
                  <a:cubicBezTo>
                    <a:pt x="3559916" y="669556"/>
                    <a:pt x="3566545" y="662927"/>
                    <a:pt x="3566545" y="656297"/>
                  </a:cubicBezTo>
                  <a:cubicBezTo>
                    <a:pt x="3566545" y="639724"/>
                    <a:pt x="3556601" y="619836"/>
                    <a:pt x="3530084" y="613207"/>
                  </a:cubicBezTo>
                  <a:cubicBezTo>
                    <a:pt x="3520140" y="609893"/>
                    <a:pt x="3510196" y="609893"/>
                    <a:pt x="3500252" y="613207"/>
                  </a:cubicBezTo>
                  <a:cubicBezTo>
                    <a:pt x="3486994" y="570117"/>
                    <a:pt x="3470421" y="543600"/>
                    <a:pt x="3437274" y="543600"/>
                  </a:cubicBezTo>
                  <a:cubicBezTo>
                    <a:pt x="3420701" y="543600"/>
                    <a:pt x="3400814" y="553544"/>
                    <a:pt x="3387555" y="583376"/>
                  </a:cubicBezTo>
                  <a:cubicBezTo>
                    <a:pt x="3387555" y="586690"/>
                    <a:pt x="3390870" y="586690"/>
                    <a:pt x="3380926" y="586690"/>
                  </a:cubicBezTo>
                  <a:cubicBezTo>
                    <a:pt x="3364353" y="586690"/>
                    <a:pt x="3364353" y="573432"/>
                    <a:pt x="3364353" y="566802"/>
                  </a:cubicBezTo>
                  <a:lnTo>
                    <a:pt x="3364353" y="556858"/>
                  </a:lnTo>
                  <a:cubicBezTo>
                    <a:pt x="3374296" y="543600"/>
                    <a:pt x="3380926" y="530341"/>
                    <a:pt x="3394184" y="517083"/>
                  </a:cubicBezTo>
                  <a:cubicBezTo>
                    <a:pt x="3397499" y="517083"/>
                    <a:pt x="3404128" y="517083"/>
                    <a:pt x="3407443" y="513768"/>
                  </a:cubicBezTo>
                  <a:cubicBezTo>
                    <a:pt x="3414072" y="510454"/>
                    <a:pt x="3424016" y="503824"/>
                    <a:pt x="3430645" y="503824"/>
                  </a:cubicBezTo>
                  <a:cubicBezTo>
                    <a:pt x="3450533" y="503824"/>
                    <a:pt x="3483679" y="513768"/>
                    <a:pt x="3493623" y="530341"/>
                  </a:cubicBezTo>
                  <a:close/>
                  <a:moveTo>
                    <a:pt x="414329" y="596634"/>
                  </a:moveTo>
                  <a:cubicBezTo>
                    <a:pt x="411014" y="599949"/>
                    <a:pt x="404385" y="606578"/>
                    <a:pt x="397756" y="606578"/>
                  </a:cubicBezTo>
                  <a:cubicBezTo>
                    <a:pt x="387812" y="606578"/>
                    <a:pt x="354666" y="573432"/>
                    <a:pt x="331463" y="560173"/>
                  </a:cubicBezTo>
                  <a:cubicBezTo>
                    <a:pt x="308261" y="546915"/>
                    <a:pt x="281744" y="540285"/>
                    <a:pt x="255227" y="527027"/>
                  </a:cubicBezTo>
                  <a:lnTo>
                    <a:pt x="255227" y="503824"/>
                  </a:lnTo>
                  <a:cubicBezTo>
                    <a:pt x="301632" y="510454"/>
                    <a:pt x="371239" y="536971"/>
                    <a:pt x="414329" y="596634"/>
                  </a:cubicBezTo>
                  <a:close/>
                  <a:moveTo>
                    <a:pt x="2247321" y="596634"/>
                  </a:moveTo>
                  <a:cubicBezTo>
                    <a:pt x="2244007" y="596634"/>
                    <a:pt x="2244007" y="599949"/>
                    <a:pt x="2234063" y="599949"/>
                  </a:cubicBezTo>
                  <a:cubicBezTo>
                    <a:pt x="2227433" y="599949"/>
                    <a:pt x="2207546" y="573432"/>
                    <a:pt x="2194287" y="563488"/>
                  </a:cubicBezTo>
                  <a:cubicBezTo>
                    <a:pt x="2174399" y="546915"/>
                    <a:pt x="2147882" y="536971"/>
                    <a:pt x="2131309" y="527027"/>
                  </a:cubicBezTo>
                  <a:cubicBezTo>
                    <a:pt x="2121365" y="523712"/>
                    <a:pt x="2118051" y="510454"/>
                    <a:pt x="2118051" y="503824"/>
                  </a:cubicBezTo>
                  <a:lnTo>
                    <a:pt x="2118051" y="493880"/>
                  </a:lnTo>
                  <a:cubicBezTo>
                    <a:pt x="2154511" y="517083"/>
                    <a:pt x="2214175" y="533656"/>
                    <a:pt x="2247321" y="596634"/>
                  </a:cubicBezTo>
                  <a:close/>
                  <a:moveTo>
                    <a:pt x="3225138" y="613207"/>
                  </a:moveTo>
                  <a:cubicBezTo>
                    <a:pt x="3225138" y="649668"/>
                    <a:pt x="3221823" y="633095"/>
                    <a:pt x="3198621" y="676185"/>
                  </a:cubicBezTo>
                  <a:cubicBezTo>
                    <a:pt x="3191991" y="682814"/>
                    <a:pt x="3178733" y="689444"/>
                    <a:pt x="3165474" y="692758"/>
                  </a:cubicBezTo>
                  <a:cubicBezTo>
                    <a:pt x="3162160" y="689444"/>
                    <a:pt x="3162160" y="692758"/>
                    <a:pt x="3162160" y="682814"/>
                  </a:cubicBezTo>
                  <a:cubicBezTo>
                    <a:pt x="3162160" y="679500"/>
                    <a:pt x="3208565" y="636410"/>
                    <a:pt x="3208565" y="603263"/>
                  </a:cubicBezTo>
                  <a:cubicBezTo>
                    <a:pt x="3208565" y="573432"/>
                    <a:pt x="3182048" y="510454"/>
                    <a:pt x="3135643" y="510454"/>
                  </a:cubicBezTo>
                  <a:cubicBezTo>
                    <a:pt x="3099182" y="510454"/>
                    <a:pt x="3079294" y="513768"/>
                    <a:pt x="3049462" y="560173"/>
                  </a:cubicBezTo>
                  <a:cubicBezTo>
                    <a:pt x="3039518" y="573432"/>
                    <a:pt x="3039518" y="596634"/>
                    <a:pt x="3036204" y="613207"/>
                  </a:cubicBezTo>
                  <a:cubicBezTo>
                    <a:pt x="3036204" y="616522"/>
                    <a:pt x="3032889" y="619836"/>
                    <a:pt x="3022945" y="619836"/>
                  </a:cubicBezTo>
                  <a:cubicBezTo>
                    <a:pt x="3006372" y="619836"/>
                    <a:pt x="3009687" y="586690"/>
                    <a:pt x="3009687" y="580061"/>
                  </a:cubicBezTo>
                  <a:cubicBezTo>
                    <a:pt x="3009687" y="510454"/>
                    <a:pt x="3052777" y="490566"/>
                    <a:pt x="3109126" y="490566"/>
                  </a:cubicBezTo>
                  <a:cubicBezTo>
                    <a:pt x="3188677" y="490566"/>
                    <a:pt x="3225138" y="546915"/>
                    <a:pt x="3225138" y="613207"/>
                  </a:cubicBezTo>
                  <a:close/>
                  <a:moveTo>
                    <a:pt x="3821772" y="626466"/>
                  </a:moveTo>
                  <a:cubicBezTo>
                    <a:pt x="3818457" y="633095"/>
                    <a:pt x="3811828" y="639724"/>
                    <a:pt x="3801884" y="639724"/>
                  </a:cubicBezTo>
                  <a:cubicBezTo>
                    <a:pt x="3795255" y="639724"/>
                    <a:pt x="3762108" y="586690"/>
                    <a:pt x="3738906" y="570117"/>
                  </a:cubicBezTo>
                  <a:cubicBezTo>
                    <a:pt x="3679242" y="527027"/>
                    <a:pt x="3619579" y="520397"/>
                    <a:pt x="3566545" y="520397"/>
                  </a:cubicBezTo>
                  <a:cubicBezTo>
                    <a:pt x="3559916" y="520397"/>
                    <a:pt x="3523455" y="527027"/>
                    <a:pt x="3513511" y="527027"/>
                  </a:cubicBezTo>
                  <a:cubicBezTo>
                    <a:pt x="3506882" y="527027"/>
                    <a:pt x="3500252" y="517083"/>
                    <a:pt x="3500252" y="510454"/>
                  </a:cubicBezTo>
                  <a:cubicBezTo>
                    <a:pt x="3500252" y="483936"/>
                    <a:pt x="3546657" y="483936"/>
                    <a:pt x="3563230" y="483936"/>
                  </a:cubicBezTo>
                  <a:cubicBezTo>
                    <a:pt x="3652726" y="483936"/>
                    <a:pt x="3755479" y="517083"/>
                    <a:pt x="3821772" y="626466"/>
                  </a:cubicBezTo>
                  <a:close/>
                  <a:moveTo>
                    <a:pt x="1823048" y="480622"/>
                  </a:moveTo>
                  <a:cubicBezTo>
                    <a:pt x="1832992" y="480622"/>
                    <a:pt x="1846250" y="487251"/>
                    <a:pt x="1856194" y="490566"/>
                  </a:cubicBezTo>
                  <a:cubicBezTo>
                    <a:pt x="1895970" y="507139"/>
                    <a:pt x="1995409" y="593319"/>
                    <a:pt x="1995409" y="636410"/>
                  </a:cubicBezTo>
                  <a:cubicBezTo>
                    <a:pt x="1995409" y="643039"/>
                    <a:pt x="1988780" y="646354"/>
                    <a:pt x="1982151" y="649668"/>
                  </a:cubicBezTo>
                  <a:lnTo>
                    <a:pt x="1972207" y="639724"/>
                  </a:lnTo>
                  <a:cubicBezTo>
                    <a:pt x="1939060" y="550229"/>
                    <a:pt x="1842936" y="503824"/>
                    <a:pt x="1773329" y="503824"/>
                  </a:cubicBezTo>
                  <a:cubicBezTo>
                    <a:pt x="1763385" y="503824"/>
                    <a:pt x="1723609" y="517083"/>
                    <a:pt x="1713665" y="517083"/>
                  </a:cubicBezTo>
                  <a:cubicBezTo>
                    <a:pt x="1707036" y="517083"/>
                    <a:pt x="1700407" y="503824"/>
                    <a:pt x="1697092" y="497195"/>
                  </a:cubicBezTo>
                  <a:cubicBezTo>
                    <a:pt x="1713665" y="480622"/>
                    <a:pt x="1753441" y="477307"/>
                    <a:pt x="1776643" y="477307"/>
                  </a:cubicBezTo>
                  <a:cubicBezTo>
                    <a:pt x="1786587" y="477307"/>
                    <a:pt x="1809790" y="477307"/>
                    <a:pt x="1823048" y="480622"/>
                  </a:cubicBezTo>
                  <a:close/>
                  <a:moveTo>
                    <a:pt x="4093572" y="546915"/>
                  </a:moveTo>
                  <a:cubicBezTo>
                    <a:pt x="4090257" y="553544"/>
                    <a:pt x="4083628" y="560173"/>
                    <a:pt x="4073684" y="560173"/>
                  </a:cubicBezTo>
                  <a:cubicBezTo>
                    <a:pt x="4067055" y="560173"/>
                    <a:pt x="4040538" y="533656"/>
                    <a:pt x="4023964" y="527027"/>
                  </a:cubicBezTo>
                  <a:cubicBezTo>
                    <a:pt x="4000762" y="513768"/>
                    <a:pt x="3974245" y="507139"/>
                    <a:pt x="3947728" y="493880"/>
                  </a:cubicBezTo>
                  <a:cubicBezTo>
                    <a:pt x="3944413" y="490566"/>
                    <a:pt x="3944413" y="480622"/>
                    <a:pt x="3941098" y="470678"/>
                  </a:cubicBezTo>
                  <a:cubicBezTo>
                    <a:pt x="3984189" y="480622"/>
                    <a:pt x="4047167" y="493880"/>
                    <a:pt x="4093572" y="546915"/>
                  </a:cubicBezTo>
                  <a:close/>
                  <a:moveTo>
                    <a:pt x="1551248" y="606578"/>
                  </a:moveTo>
                  <a:cubicBezTo>
                    <a:pt x="1551248" y="633095"/>
                    <a:pt x="1511473" y="745793"/>
                    <a:pt x="1488270" y="752422"/>
                  </a:cubicBezTo>
                  <a:cubicBezTo>
                    <a:pt x="1488270" y="752422"/>
                    <a:pt x="1484956" y="752422"/>
                    <a:pt x="1484956" y="745793"/>
                  </a:cubicBezTo>
                  <a:cubicBezTo>
                    <a:pt x="1484956" y="735849"/>
                    <a:pt x="1511473" y="682814"/>
                    <a:pt x="1518102" y="649668"/>
                  </a:cubicBezTo>
                  <a:lnTo>
                    <a:pt x="1518102" y="590005"/>
                  </a:lnTo>
                  <a:lnTo>
                    <a:pt x="1491585" y="493880"/>
                  </a:lnTo>
                  <a:cubicBezTo>
                    <a:pt x="1498214" y="483936"/>
                    <a:pt x="1501529" y="473993"/>
                    <a:pt x="1508158" y="467363"/>
                  </a:cubicBezTo>
                  <a:cubicBezTo>
                    <a:pt x="1528046" y="483936"/>
                    <a:pt x="1551248" y="573432"/>
                    <a:pt x="1551248" y="606578"/>
                  </a:cubicBezTo>
                  <a:close/>
                  <a:moveTo>
                    <a:pt x="1431921" y="586690"/>
                  </a:moveTo>
                  <a:cubicBezTo>
                    <a:pt x="1431921" y="606578"/>
                    <a:pt x="1418663" y="623151"/>
                    <a:pt x="1428607" y="636410"/>
                  </a:cubicBezTo>
                  <a:lnTo>
                    <a:pt x="1405404" y="636410"/>
                  </a:lnTo>
                  <a:cubicBezTo>
                    <a:pt x="1405404" y="576746"/>
                    <a:pt x="1395461" y="497195"/>
                    <a:pt x="1322539" y="497195"/>
                  </a:cubicBezTo>
                  <a:cubicBezTo>
                    <a:pt x="1292707" y="497195"/>
                    <a:pt x="1252931" y="510454"/>
                    <a:pt x="1239673" y="560173"/>
                  </a:cubicBezTo>
                  <a:cubicBezTo>
                    <a:pt x="1233043" y="576746"/>
                    <a:pt x="1236358" y="599949"/>
                    <a:pt x="1236358" y="619836"/>
                  </a:cubicBezTo>
                  <a:cubicBezTo>
                    <a:pt x="1233043" y="626466"/>
                    <a:pt x="1226414" y="626466"/>
                    <a:pt x="1216470" y="629780"/>
                  </a:cubicBezTo>
                  <a:cubicBezTo>
                    <a:pt x="1213156" y="613207"/>
                    <a:pt x="1209841" y="586690"/>
                    <a:pt x="1209841" y="576746"/>
                  </a:cubicBezTo>
                  <a:cubicBezTo>
                    <a:pt x="1209841" y="510454"/>
                    <a:pt x="1266190" y="464049"/>
                    <a:pt x="1329168" y="464049"/>
                  </a:cubicBezTo>
                  <a:cubicBezTo>
                    <a:pt x="1395461" y="464049"/>
                    <a:pt x="1431921" y="543600"/>
                    <a:pt x="1431921" y="586690"/>
                  </a:cubicBezTo>
                  <a:close/>
                  <a:moveTo>
                    <a:pt x="2519121" y="473993"/>
                  </a:moveTo>
                  <a:lnTo>
                    <a:pt x="2489289" y="464049"/>
                  </a:lnTo>
                  <a:cubicBezTo>
                    <a:pt x="2499233" y="460734"/>
                    <a:pt x="2512492" y="464049"/>
                    <a:pt x="2522436" y="464049"/>
                  </a:cubicBezTo>
                  <a:cubicBezTo>
                    <a:pt x="2522436" y="467363"/>
                    <a:pt x="2522436" y="470678"/>
                    <a:pt x="2519121" y="473993"/>
                  </a:cubicBezTo>
                  <a:close/>
                  <a:moveTo>
                    <a:pt x="241968" y="457419"/>
                  </a:moveTo>
                  <a:cubicBezTo>
                    <a:pt x="275115" y="464049"/>
                    <a:pt x="308261" y="477307"/>
                    <a:pt x="341407" y="490566"/>
                  </a:cubicBezTo>
                  <a:cubicBezTo>
                    <a:pt x="351351" y="493880"/>
                    <a:pt x="447475" y="546915"/>
                    <a:pt x="447475" y="573432"/>
                  </a:cubicBezTo>
                  <a:cubicBezTo>
                    <a:pt x="447475" y="583376"/>
                    <a:pt x="440846" y="586690"/>
                    <a:pt x="434217" y="586690"/>
                  </a:cubicBezTo>
                  <a:cubicBezTo>
                    <a:pt x="424273" y="586690"/>
                    <a:pt x="414329" y="566802"/>
                    <a:pt x="401071" y="556858"/>
                  </a:cubicBezTo>
                  <a:cubicBezTo>
                    <a:pt x="367924" y="533656"/>
                    <a:pt x="331463" y="513768"/>
                    <a:pt x="298317" y="500510"/>
                  </a:cubicBezTo>
                  <a:cubicBezTo>
                    <a:pt x="278429" y="490566"/>
                    <a:pt x="255227" y="493880"/>
                    <a:pt x="238654" y="483936"/>
                  </a:cubicBezTo>
                  <a:cubicBezTo>
                    <a:pt x="232024" y="480622"/>
                    <a:pt x="228710" y="473993"/>
                    <a:pt x="222080" y="467363"/>
                  </a:cubicBezTo>
                  <a:lnTo>
                    <a:pt x="222080" y="457419"/>
                  </a:lnTo>
                  <a:lnTo>
                    <a:pt x="241968" y="457419"/>
                  </a:lnTo>
                  <a:close/>
                  <a:moveTo>
                    <a:pt x="752422" y="457419"/>
                  </a:moveTo>
                  <a:cubicBezTo>
                    <a:pt x="745792" y="467363"/>
                    <a:pt x="725905" y="467363"/>
                    <a:pt x="715961" y="467363"/>
                  </a:cubicBezTo>
                  <a:cubicBezTo>
                    <a:pt x="699388" y="467363"/>
                    <a:pt x="689444" y="467363"/>
                    <a:pt x="676185" y="457419"/>
                  </a:cubicBezTo>
                  <a:cubicBezTo>
                    <a:pt x="689444" y="454105"/>
                    <a:pt x="706017" y="450790"/>
                    <a:pt x="712646" y="450790"/>
                  </a:cubicBezTo>
                  <a:cubicBezTo>
                    <a:pt x="722590" y="450790"/>
                    <a:pt x="739163" y="454105"/>
                    <a:pt x="752422" y="457419"/>
                  </a:cubicBezTo>
                  <a:close/>
                  <a:moveTo>
                    <a:pt x="3400814" y="490566"/>
                  </a:moveTo>
                  <a:cubicBezTo>
                    <a:pt x="3397499" y="493880"/>
                    <a:pt x="3400814" y="493880"/>
                    <a:pt x="3390870" y="493880"/>
                  </a:cubicBezTo>
                  <a:cubicBezTo>
                    <a:pt x="3377611" y="493880"/>
                    <a:pt x="3374296" y="454105"/>
                    <a:pt x="3374296" y="447476"/>
                  </a:cubicBezTo>
                  <a:cubicBezTo>
                    <a:pt x="3380926" y="450790"/>
                    <a:pt x="3390870" y="460734"/>
                    <a:pt x="3400814" y="473993"/>
                  </a:cubicBezTo>
                  <a:lnTo>
                    <a:pt x="3400814" y="490566"/>
                  </a:lnTo>
                  <a:close/>
                  <a:moveTo>
                    <a:pt x="3264913" y="596634"/>
                  </a:moveTo>
                  <a:cubicBezTo>
                    <a:pt x="3264913" y="603263"/>
                    <a:pt x="3261599" y="623151"/>
                    <a:pt x="3261599" y="636410"/>
                  </a:cubicBezTo>
                  <a:cubicBezTo>
                    <a:pt x="3261599" y="636410"/>
                    <a:pt x="3261599" y="639724"/>
                    <a:pt x="3254969" y="639724"/>
                  </a:cubicBezTo>
                  <a:cubicBezTo>
                    <a:pt x="3228452" y="639724"/>
                    <a:pt x="3241711" y="613207"/>
                    <a:pt x="3241711" y="606578"/>
                  </a:cubicBezTo>
                  <a:cubicBezTo>
                    <a:pt x="3241711" y="520397"/>
                    <a:pt x="3178733" y="477307"/>
                    <a:pt x="3105811" y="477307"/>
                  </a:cubicBezTo>
                  <a:cubicBezTo>
                    <a:pt x="3026260" y="477307"/>
                    <a:pt x="2993114" y="527027"/>
                    <a:pt x="2993114" y="590005"/>
                  </a:cubicBezTo>
                  <a:cubicBezTo>
                    <a:pt x="2993114" y="599949"/>
                    <a:pt x="3003058" y="619836"/>
                    <a:pt x="3003058" y="626466"/>
                  </a:cubicBezTo>
                  <a:cubicBezTo>
                    <a:pt x="3003058" y="636410"/>
                    <a:pt x="2996428" y="643039"/>
                    <a:pt x="2986484" y="643039"/>
                  </a:cubicBezTo>
                  <a:cubicBezTo>
                    <a:pt x="2966597" y="643039"/>
                    <a:pt x="2969911" y="590005"/>
                    <a:pt x="2969911" y="590005"/>
                  </a:cubicBezTo>
                  <a:cubicBezTo>
                    <a:pt x="2969911" y="513768"/>
                    <a:pt x="3026260" y="447476"/>
                    <a:pt x="3109126" y="447476"/>
                  </a:cubicBezTo>
                  <a:cubicBezTo>
                    <a:pt x="3198621" y="447476"/>
                    <a:pt x="3264913" y="510454"/>
                    <a:pt x="3264913" y="596634"/>
                  </a:cubicBezTo>
                  <a:close/>
                  <a:moveTo>
                    <a:pt x="2708055" y="440846"/>
                  </a:moveTo>
                  <a:cubicBezTo>
                    <a:pt x="2671594" y="513768"/>
                    <a:pt x="2678223" y="520397"/>
                    <a:pt x="2678223" y="586690"/>
                  </a:cubicBezTo>
                  <a:lnTo>
                    <a:pt x="2678223" y="613207"/>
                  </a:lnTo>
                  <a:cubicBezTo>
                    <a:pt x="2668280" y="609893"/>
                    <a:pt x="2651706" y="596634"/>
                    <a:pt x="2651706" y="586690"/>
                  </a:cubicBezTo>
                  <a:cubicBezTo>
                    <a:pt x="2651706" y="580061"/>
                    <a:pt x="2655021" y="563488"/>
                    <a:pt x="2655021" y="553544"/>
                  </a:cubicBezTo>
                  <a:cubicBezTo>
                    <a:pt x="2651706" y="530341"/>
                    <a:pt x="2668280" y="507139"/>
                    <a:pt x="2681538" y="483936"/>
                  </a:cubicBezTo>
                  <a:cubicBezTo>
                    <a:pt x="2688167" y="470678"/>
                    <a:pt x="2691482" y="454105"/>
                    <a:pt x="2698111" y="440846"/>
                  </a:cubicBezTo>
                  <a:lnTo>
                    <a:pt x="2708055" y="440846"/>
                  </a:lnTo>
                  <a:close/>
                  <a:moveTo>
                    <a:pt x="1564507" y="440846"/>
                  </a:moveTo>
                  <a:cubicBezTo>
                    <a:pt x="1591024" y="467363"/>
                    <a:pt x="1591024" y="473993"/>
                    <a:pt x="1594338" y="493880"/>
                  </a:cubicBezTo>
                  <a:cubicBezTo>
                    <a:pt x="1600968" y="500510"/>
                    <a:pt x="1607597" y="500510"/>
                    <a:pt x="1614226" y="503824"/>
                  </a:cubicBezTo>
                  <a:cubicBezTo>
                    <a:pt x="1607597" y="507139"/>
                    <a:pt x="1604282" y="510454"/>
                    <a:pt x="1594338" y="510454"/>
                  </a:cubicBezTo>
                  <a:cubicBezTo>
                    <a:pt x="1584395" y="510454"/>
                    <a:pt x="1557878" y="450790"/>
                    <a:pt x="1557878" y="440846"/>
                  </a:cubicBezTo>
                  <a:lnTo>
                    <a:pt x="1564507" y="440846"/>
                  </a:lnTo>
                  <a:close/>
                  <a:moveTo>
                    <a:pt x="1577765" y="517083"/>
                  </a:moveTo>
                  <a:cubicBezTo>
                    <a:pt x="1577765" y="523712"/>
                    <a:pt x="1564507" y="536971"/>
                    <a:pt x="1561192" y="546915"/>
                  </a:cubicBezTo>
                  <a:cubicBezTo>
                    <a:pt x="1541304" y="523712"/>
                    <a:pt x="1544619" y="483936"/>
                    <a:pt x="1518102" y="454105"/>
                  </a:cubicBezTo>
                  <a:cubicBezTo>
                    <a:pt x="1521417" y="447476"/>
                    <a:pt x="1524731" y="440846"/>
                    <a:pt x="1534675" y="440846"/>
                  </a:cubicBezTo>
                  <a:cubicBezTo>
                    <a:pt x="1541304" y="440846"/>
                    <a:pt x="1577765" y="510454"/>
                    <a:pt x="1577765" y="517083"/>
                  </a:cubicBezTo>
                  <a:close/>
                  <a:moveTo>
                    <a:pt x="878378" y="477307"/>
                  </a:moveTo>
                  <a:cubicBezTo>
                    <a:pt x="871748" y="503824"/>
                    <a:pt x="868434" y="563488"/>
                    <a:pt x="868434" y="570117"/>
                  </a:cubicBezTo>
                  <a:cubicBezTo>
                    <a:pt x="868434" y="586690"/>
                    <a:pt x="865119" y="609893"/>
                    <a:pt x="878378" y="629780"/>
                  </a:cubicBezTo>
                  <a:cubicBezTo>
                    <a:pt x="845231" y="623151"/>
                    <a:pt x="838602" y="573432"/>
                    <a:pt x="838602" y="556858"/>
                  </a:cubicBezTo>
                  <a:cubicBezTo>
                    <a:pt x="838602" y="517083"/>
                    <a:pt x="868434" y="487251"/>
                    <a:pt x="891636" y="440846"/>
                  </a:cubicBezTo>
                  <a:cubicBezTo>
                    <a:pt x="891636" y="450790"/>
                    <a:pt x="881692" y="460734"/>
                    <a:pt x="878378" y="477307"/>
                  </a:cubicBezTo>
                  <a:close/>
                  <a:moveTo>
                    <a:pt x="3374296" y="507139"/>
                  </a:moveTo>
                  <a:cubicBezTo>
                    <a:pt x="3374296" y="513768"/>
                    <a:pt x="3357723" y="540285"/>
                    <a:pt x="3347779" y="556858"/>
                  </a:cubicBezTo>
                  <a:cubicBezTo>
                    <a:pt x="3341150" y="523712"/>
                    <a:pt x="3337835" y="490566"/>
                    <a:pt x="3324577" y="457419"/>
                  </a:cubicBezTo>
                  <a:cubicBezTo>
                    <a:pt x="3321262" y="457419"/>
                    <a:pt x="3314633" y="454105"/>
                    <a:pt x="3314633" y="460734"/>
                  </a:cubicBezTo>
                  <a:cubicBezTo>
                    <a:pt x="3314633" y="470678"/>
                    <a:pt x="3324577" y="500510"/>
                    <a:pt x="3327892" y="520397"/>
                  </a:cubicBezTo>
                  <a:cubicBezTo>
                    <a:pt x="3331206" y="533656"/>
                    <a:pt x="3334521" y="566802"/>
                    <a:pt x="3334521" y="576746"/>
                  </a:cubicBezTo>
                  <a:cubicBezTo>
                    <a:pt x="3334521" y="616522"/>
                    <a:pt x="3321262" y="679500"/>
                    <a:pt x="3308004" y="715961"/>
                  </a:cubicBezTo>
                  <a:cubicBezTo>
                    <a:pt x="3304689" y="712646"/>
                    <a:pt x="3301374" y="709332"/>
                    <a:pt x="3301374" y="699388"/>
                  </a:cubicBezTo>
                  <a:cubicBezTo>
                    <a:pt x="3301374" y="692758"/>
                    <a:pt x="3308004" y="682814"/>
                    <a:pt x="3311318" y="672871"/>
                  </a:cubicBezTo>
                  <a:lnTo>
                    <a:pt x="3311318" y="566802"/>
                  </a:lnTo>
                  <a:cubicBezTo>
                    <a:pt x="3308004" y="550229"/>
                    <a:pt x="3294745" y="513768"/>
                    <a:pt x="3294745" y="503824"/>
                  </a:cubicBezTo>
                  <a:cubicBezTo>
                    <a:pt x="3294745" y="490566"/>
                    <a:pt x="3308004" y="503824"/>
                    <a:pt x="3308004" y="473993"/>
                  </a:cubicBezTo>
                  <a:cubicBezTo>
                    <a:pt x="3308004" y="454105"/>
                    <a:pt x="3334521" y="434217"/>
                    <a:pt x="3351094" y="437532"/>
                  </a:cubicBezTo>
                  <a:cubicBezTo>
                    <a:pt x="3361038" y="460734"/>
                    <a:pt x="3374296" y="497195"/>
                    <a:pt x="3374296" y="507139"/>
                  </a:cubicBezTo>
                  <a:close/>
                  <a:moveTo>
                    <a:pt x="2280467" y="573432"/>
                  </a:moveTo>
                  <a:cubicBezTo>
                    <a:pt x="2273838" y="580061"/>
                    <a:pt x="2263894" y="583376"/>
                    <a:pt x="2257265" y="586690"/>
                  </a:cubicBezTo>
                  <a:cubicBezTo>
                    <a:pt x="2224119" y="523712"/>
                    <a:pt x="2134624" y="493880"/>
                    <a:pt x="2101477" y="467363"/>
                  </a:cubicBezTo>
                  <a:cubicBezTo>
                    <a:pt x="2088219" y="460734"/>
                    <a:pt x="2084904" y="447476"/>
                    <a:pt x="2078275" y="437532"/>
                  </a:cubicBezTo>
                  <a:cubicBezTo>
                    <a:pt x="2137938" y="457419"/>
                    <a:pt x="2230748" y="497195"/>
                    <a:pt x="2280467" y="573432"/>
                  </a:cubicBezTo>
                  <a:close/>
                  <a:moveTo>
                    <a:pt x="3656040" y="444161"/>
                  </a:moveTo>
                  <a:cubicBezTo>
                    <a:pt x="3712389" y="467363"/>
                    <a:pt x="3791940" y="510454"/>
                    <a:pt x="3838345" y="583376"/>
                  </a:cubicBezTo>
                  <a:cubicBezTo>
                    <a:pt x="3844974" y="593319"/>
                    <a:pt x="3858233" y="606578"/>
                    <a:pt x="3858233" y="616522"/>
                  </a:cubicBezTo>
                  <a:cubicBezTo>
                    <a:pt x="3858233" y="623151"/>
                    <a:pt x="3848289" y="626466"/>
                    <a:pt x="3841660" y="626466"/>
                  </a:cubicBezTo>
                  <a:cubicBezTo>
                    <a:pt x="3831716" y="626466"/>
                    <a:pt x="3835030" y="626466"/>
                    <a:pt x="3831716" y="623151"/>
                  </a:cubicBezTo>
                  <a:cubicBezTo>
                    <a:pt x="3821772" y="586690"/>
                    <a:pt x="3748850" y="517083"/>
                    <a:pt x="3705760" y="500510"/>
                  </a:cubicBezTo>
                  <a:cubicBezTo>
                    <a:pt x="3669299" y="487251"/>
                    <a:pt x="3629523" y="473993"/>
                    <a:pt x="3593062" y="470678"/>
                  </a:cubicBezTo>
                  <a:cubicBezTo>
                    <a:pt x="3566545" y="467363"/>
                    <a:pt x="3540028" y="470678"/>
                    <a:pt x="3513511" y="470678"/>
                  </a:cubicBezTo>
                  <a:cubicBezTo>
                    <a:pt x="3506882" y="467363"/>
                    <a:pt x="3500252" y="457419"/>
                    <a:pt x="3493623" y="447476"/>
                  </a:cubicBezTo>
                  <a:cubicBezTo>
                    <a:pt x="3523455" y="440846"/>
                    <a:pt x="3576489" y="434217"/>
                    <a:pt x="3583118" y="434217"/>
                  </a:cubicBezTo>
                  <a:cubicBezTo>
                    <a:pt x="3593062" y="434217"/>
                    <a:pt x="3632838" y="434217"/>
                    <a:pt x="3656040" y="444161"/>
                  </a:cubicBezTo>
                  <a:close/>
                  <a:moveTo>
                    <a:pt x="1895970" y="464049"/>
                  </a:moveTo>
                  <a:cubicBezTo>
                    <a:pt x="1909229" y="470678"/>
                    <a:pt x="2031870" y="576746"/>
                    <a:pt x="2031870" y="619836"/>
                  </a:cubicBezTo>
                  <a:cubicBezTo>
                    <a:pt x="2031870" y="629780"/>
                    <a:pt x="2025241" y="636410"/>
                    <a:pt x="2015297" y="636410"/>
                  </a:cubicBezTo>
                  <a:cubicBezTo>
                    <a:pt x="2008668" y="636410"/>
                    <a:pt x="2011982" y="636410"/>
                    <a:pt x="2008668" y="633095"/>
                  </a:cubicBezTo>
                  <a:cubicBezTo>
                    <a:pt x="1958948" y="513768"/>
                    <a:pt x="1859509" y="464049"/>
                    <a:pt x="1773329" y="464049"/>
                  </a:cubicBezTo>
                  <a:cubicBezTo>
                    <a:pt x="1766699" y="464049"/>
                    <a:pt x="1740182" y="467363"/>
                    <a:pt x="1713665" y="470678"/>
                  </a:cubicBezTo>
                  <a:cubicBezTo>
                    <a:pt x="1710351" y="460734"/>
                    <a:pt x="1700407" y="447476"/>
                    <a:pt x="1693777" y="444161"/>
                  </a:cubicBezTo>
                  <a:cubicBezTo>
                    <a:pt x="1700407" y="437532"/>
                    <a:pt x="1750126" y="434217"/>
                    <a:pt x="1760070" y="434217"/>
                  </a:cubicBezTo>
                  <a:cubicBezTo>
                    <a:pt x="1826363" y="434217"/>
                    <a:pt x="1806475" y="424273"/>
                    <a:pt x="1895970" y="464049"/>
                  </a:cubicBezTo>
                  <a:close/>
                  <a:moveTo>
                    <a:pt x="2568841" y="454105"/>
                  </a:moveTo>
                  <a:cubicBezTo>
                    <a:pt x="2485975" y="450790"/>
                    <a:pt x="2525750" y="437532"/>
                    <a:pt x="2446199" y="450790"/>
                  </a:cubicBezTo>
                  <a:lnTo>
                    <a:pt x="2446199" y="437532"/>
                  </a:lnTo>
                  <a:cubicBezTo>
                    <a:pt x="2469402" y="430902"/>
                    <a:pt x="2505863" y="427588"/>
                    <a:pt x="2515807" y="427588"/>
                  </a:cubicBezTo>
                  <a:cubicBezTo>
                    <a:pt x="2515807" y="427588"/>
                    <a:pt x="2555582" y="434217"/>
                    <a:pt x="2568841" y="454105"/>
                  </a:cubicBezTo>
                  <a:close/>
                  <a:moveTo>
                    <a:pt x="1412034" y="464049"/>
                  </a:moveTo>
                  <a:cubicBezTo>
                    <a:pt x="1415348" y="470678"/>
                    <a:pt x="1428607" y="470678"/>
                    <a:pt x="1435236" y="480622"/>
                  </a:cubicBezTo>
                  <a:cubicBezTo>
                    <a:pt x="1448495" y="493880"/>
                    <a:pt x="1478326" y="586690"/>
                    <a:pt x="1478326" y="619836"/>
                  </a:cubicBezTo>
                  <a:cubicBezTo>
                    <a:pt x="1478326" y="626466"/>
                    <a:pt x="1471697" y="643039"/>
                    <a:pt x="1465068" y="656297"/>
                  </a:cubicBezTo>
                  <a:cubicBezTo>
                    <a:pt x="1441865" y="652983"/>
                    <a:pt x="1438551" y="619836"/>
                    <a:pt x="1445180" y="609893"/>
                  </a:cubicBezTo>
                  <a:cubicBezTo>
                    <a:pt x="1455124" y="527027"/>
                    <a:pt x="1398775" y="454105"/>
                    <a:pt x="1325853" y="454105"/>
                  </a:cubicBezTo>
                  <a:cubicBezTo>
                    <a:pt x="1292707" y="454105"/>
                    <a:pt x="1266190" y="457419"/>
                    <a:pt x="1229729" y="490566"/>
                  </a:cubicBezTo>
                  <a:cubicBezTo>
                    <a:pt x="1213156" y="500510"/>
                    <a:pt x="1193268" y="563488"/>
                    <a:pt x="1193268" y="586690"/>
                  </a:cubicBezTo>
                  <a:cubicBezTo>
                    <a:pt x="1193268" y="593319"/>
                    <a:pt x="1203212" y="623151"/>
                    <a:pt x="1203212" y="633095"/>
                  </a:cubicBezTo>
                  <a:cubicBezTo>
                    <a:pt x="1203212" y="643039"/>
                    <a:pt x="1193268" y="652983"/>
                    <a:pt x="1180009" y="652983"/>
                  </a:cubicBezTo>
                  <a:cubicBezTo>
                    <a:pt x="1166751" y="652983"/>
                    <a:pt x="1160122" y="599949"/>
                    <a:pt x="1160122" y="599949"/>
                  </a:cubicBezTo>
                  <a:cubicBezTo>
                    <a:pt x="1160122" y="510454"/>
                    <a:pt x="1226414" y="427588"/>
                    <a:pt x="1329168" y="427588"/>
                  </a:cubicBezTo>
                  <a:cubicBezTo>
                    <a:pt x="1355685" y="427588"/>
                    <a:pt x="1392146" y="434217"/>
                    <a:pt x="1412034" y="464049"/>
                  </a:cubicBezTo>
                  <a:close/>
                  <a:moveTo>
                    <a:pt x="3917896" y="424273"/>
                  </a:moveTo>
                  <a:cubicBezTo>
                    <a:pt x="3990818" y="440846"/>
                    <a:pt x="4067055" y="464049"/>
                    <a:pt x="4136662" y="533656"/>
                  </a:cubicBezTo>
                  <a:cubicBezTo>
                    <a:pt x="4136662" y="536971"/>
                    <a:pt x="4130033" y="543600"/>
                    <a:pt x="4123403" y="543600"/>
                  </a:cubicBezTo>
                  <a:cubicBezTo>
                    <a:pt x="4113459" y="543600"/>
                    <a:pt x="4103516" y="530341"/>
                    <a:pt x="4093572" y="523712"/>
                  </a:cubicBezTo>
                  <a:cubicBezTo>
                    <a:pt x="4050481" y="493880"/>
                    <a:pt x="3990818" y="467363"/>
                    <a:pt x="3951042" y="457419"/>
                  </a:cubicBezTo>
                  <a:cubicBezTo>
                    <a:pt x="3931155" y="450790"/>
                    <a:pt x="3921211" y="460734"/>
                    <a:pt x="3904638" y="434217"/>
                  </a:cubicBezTo>
                  <a:lnTo>
                    <a:pt x="3904638" y="424273"/>
                  </a:lnTo>
                  <a:lnTo>
                    <a:pt x="3917896" y="424273"/>
                  </a:lnTo>
                  <a:close/>
                  <a:moveTo>
                    <a:pt x="772309" y="434217"/>
                  </a:moveTo>
                  <a:cubicBezTo>
                    <a:pt x="768995" y="437532"/>
                    <a:pt x="768995" y="440846"/>
                    <a:pt x="768995" y="444161"/>
                  </a:cubicBezTo>
                  <a:cubicBezTo>
                    <a:pt x="745792" y="440846"/>
                    <a:pt x="722590" y="437532"/>
                    <a:pt x="715961" y="437532"/>
                  </a:cubicBezTo>
                  <a:cubicBezTo>
                    <a:pt x="706017" y="437532"/>
                    <a:pt x="652983" y="447476"/>
                    <a:pt x="646353" y="447476"/>
                  </a:cubicBezTo>
                  <a:cubicBezTo>
                    <a:pt x="636410" y="447476"/>
                    <a:pt x="643039" y="444161"/>
                    <a:pt x="636410" y="444161"/>
                  </a:cubicBezTo>
                  <a:cubicBezTo>
                    <a:pt x="636410" y="440846"/>
                    <a:pt x="636410" y="437532"/>
                    <a:pt x="633095" y="434217"/>
                  </a:cubicBezTo>
                  <a:cubicBezTo>
                    <a:pt x="656297" y="417644"/>
                    <a:pt x="679500" y="420958"/>
                    <a:pt x="702702" y="420958"/>
                  </a:cubicBezTo>
                  <a:cubicBezTo>
                    <a:pt x="729219" y="420958"/>
                    <a:pt x="739163" y="417644"/>
                    <a:pt x="772309" y="434217"/>
                  </a:cubicBezTo>
                  <a:close/>
                  <a:moveTo>
                    <a:pt x="954614" y="417644"/>
                  </a:moveTo>
                  <a:cubicBezTo>
                    <a:pt x="928097" y="437532"/>
                    <a:pt x="908209" y="536971"/>
                    <a:pt x="908209" y="573432"/>
                  </a:cubicBezTo>
                  <a:cubicBezTo>
                    <a:pt x="908209" y="583376"/>
                    <a:pt x="914839" y="626466"/>
                    <a:pt x="918153" y="659612"/>
                  </a:cubicBezTo>
                  <a:cubicBezTo>
                    <a:pt x="911524" y="659612"/>
                    <a:pt x="901580" y="652983"/>
                    <a:pt x="898266" y="646354"/>
                  </a:cubicBezTo>
                  <a:cubicBezTo>
                    <a:pt x="891636" y="633095"/>
                    <a:pt x="885007" y="609893"/>
                    <a:pt x="885007" y="603263"/>
                  </a:cubicBezTo>
                  <a:lnTo>
                    <a:pt x="885007" y="520397"/>
                  </a:lnTo>
                  <a:cubicBezTo>
                    <a:pt x="891636" y="490566"/>
                    <a:pt x="894951" y="430902"/>
                    <a:pt x="944670" y="417644"/>
                  </a:cubicBezTo>
                  <a:lnTo>
                    <a:pt x="954614" y="417644"/>
                  </a:lnTo>
                  <a:close/>
                  <a:moveTo>
                    <a:pt x="490566" y="566802"/>
                  </a:moveTo>
                  <a:cubicBezTo>
                    <a:pt x="483936" y="566802"/>
                    <a:pt x="473993" y="570117"/>
                    <a:pt x="464049" y="570117"/>
                  </a:cubicBezTo>
                  <a:cubicBezTo>
                    <a:pt x="457419" y="570117"/>
                    <a:pt x="437532" y="536971"/>
                    <a:pt x="424273" y="527027"/>
                  </a:cubicBezTo>
                  <a:cubicBezTo>
                    <a:pt x="367924" y="483936"/>
                    <a:pt x="311575" y="457419"/>
                    <a:pt x="255227" y="444161"/>
                  </a:cubicBezTo>
                  <a:cubicBezTo>
                    <a:pt x="232024" y="437532"/>
                    <a:pt x="198878" y="454105"/>
                    <a:pt x="182305" y="424273"/>
                  </a:cubicBezTo>
                  <a:cubicBezTo>
                    <a:pt x="188934" y="414329"/>
                    <a:pt x="195563" y="414329"/>
                    <a:pt x="198878" y="414329"/>
                  </a:cubicBezTo>
                  <a:cubicBezTo>
                    <a:pt x="288373" y="414329"/>
                    <a:pt x="397756" y="460734"/>
                    <a:pt x="490566" y="566802"/>
                  </a:cubicBezTo>
                  <a:close/>
                  <a:moveTo>
                    <a:pt x="2717999" y="583376"/>
                  </a:moveTo>
                  <a:cubicBezTo>
                    <a:pt x="2717999" y="590005"/>
                    <a:pt x="2721314" y="633095"/>
                    <a:pt x="2727943" y="659612"/>
                  </a:cubicBezTo>
                  <a:cubicBezTo>
                    <a:pt x="2714684" y="652983"/>
                    <a:pt x="2691482" y="613207"/>
                    <a:pt x="2691482" y="596634"/>
                  </a:cubicBezTo>
                  <a:lnTo>
                    <a:pt x="2691482" y="530341"/>
                  </a:lnTo>
                  <a:cubicBezTo>
                    <a:pt x="2701426" y="493880"/>
                    <a:pt x="2714684" y="424273"/>
                    <a:pt x="2761089" y="411015"/>
                  </a:cubicBezTo>
                  <a:cubicBezTo>
                    <a:pt x="2734572" y="460734"/>
                    <a:pt x="2717999" y="530341"/>
                    <a:pt x="2717999" y="583376"/>
                  </a:cubicBezTo>
                  <a:close/>
                  <a:moveTo>
                    <a:pt x="1305965" y="411015"/>
                  </a:moveTo>
                  <a:cubicBezTo>
                    <a:pt x="1289392" y="420958"/>
                    <a:pt x="1266190" y="424273"/>
                    <a:pt x="1249617" y="434217"/>
                  </a:cubicBezTo>
                  <a:cubicBezTo>
                    <a:pt x="1156807" y="480622"/>
                    <a:pt x="1146863" y="550229"/>
                    <a:pt x="1146863" y="606578"/>
                  </a:cubicBezTo>
                  <a:cubicBezTo>
                    <a:pt x="1146863" y="616522"/>
                    <a:pt x="1160122" y="649668"/>
                    <a:pt x="1160122" y="656297"/>
                  </a:cubicBezTo>
                  <a:cubicBezTo>
                    <a:pt x="1160122" y="666241"/>
                    <a:pt x="1146863" y="679500"/>
                    <a:pt x="1146863" y="689444"/>
                  </a:cubicBezTo>
                  <a:cubicBezTo>
                    <a:pt x="1146863" y="696073"/>
                    <a:pt x="1160122" y="719275"/>
                    <a:pt x="1170065" y="735849"/>
                  </a:cubicBezTo>
                  <a:cubicBezTo>
                    <a:pt x="1173380" y="739163"/>
                    <a:pt x="1180009" y="742478"/>
                    <a:pt x="1189953" y="745793"/>
                  </a:cubicBezTo>
                  <a:cubicBezTo>
                    <a:pt x="1196583" y="749107"/>
                    <a:pt x="1213156" y="745793"/>
                    <a:pt x="1226414" y="749107"/>
                  </a:cubicBezTo>
                  <a:cubicBezTo>
                    <a:pt x="1242987" y="752422"/>
                    <a:pt x="1262875" y="759051"/>
                    <a:pt x="1282763" y="765680"/>
                  </a:cubicBezTo>
                  <a:cubicBezTo>
                    <a:pt x="1289392" y="765680"/>
                    <a:pt x="1289392" y="785568"/>
                    <a:pt x="1292707" y="795512"/>
                  </a:cubicBezTo>
                  <a:lnTo>
                    <a:pt x="1279448" y="795512"/>
                  </a:lnTo>
                  <a:cubicBezTo>
                    <a:pt x="1229729" y="795512"/>
                    <a:pt x="1133605" y="739163"/>
                    <a:pt x="1123661" y="672871"/>
                  </a:cubicBezTo>
                  <a:cubicBezTo>
                    <a:pt x="1123661" y="666241"/>
                    <a:pt x="1117031" y="656297"/>
                    <a:pt x="1117031" y="649668"/>
                  </a:cubicBezTo>
                  <a:lnTo>
                    <a:pt x="1117031" y="583376"/>
                  </a:lnTo>
                  <a:cubicBezTo>
                    <a:pt x="1120346" y="523712"/>
                    <a:pt x="1180009" y="444161"/>
                    <a:pt x="1246302" y="414329"/>
                  </a:cubicBezTo>
                  <a:cubicBezTo>
                    <a:pt x="1256246" y="407700"/>
                    <a:pt x="1279448" y="404385"/>
                    <a:pt x="1286078" y="404385"/>
                  </a:cubicBezTo>
                  <a:cubicBezTo>
                    <a:pt x="1296021" y="404385"/>
                    <a:pt x="1299336" y="404385"/>
                    <a:pt x="1305965" y="411015"/>
                  </a:cubicBezTo>
                  <a:close/>
                  <a:moveTo>
                    <a:pt x="3864862" y="560173"/>
                  </a:moveTo>
                  <a:cubicBezTo>
                    <a:pt x="3871491" y="570117"/>
                    <a:pt x="3891379" y="596634"/>
                    <a:pt x="3891379" y="606578"/>
                  </a:cubicBezTo>
                  <a:cubicBezTo>
                    <a:pt x="3891379" y="613207"/>
                    <a:pt x="3888064" y="613207"/>
                    <a:pt x="3888064" y="616522"/>
                  </a:cubicBezTo>
                  <a:cubicBezTo>
                    <a:pt x="3884750" y="616522"/>
                    <a:pt x="3881435" y="616522"/>
                    <a:pt x="3878120" y="619836"/>
                  </a:cubicBezTo>
                  <a:cubicBezTo>
                    <a:pt x="3878120" y="619836"/>
                    <a:pt x="3874806" y="619836"/>
                    <a:pt x="3871491" y="616522"/>
                  </a:cubicBezTo>
                  <a:cubicBezTo>
                    <a:pt x="3821772" y="510454"/>
                    <a:pt x="3682557" y="420958"/>
                    <a:pt x="3596377" y="420958"/>
                  </a:cubicBezTo>
                  <a:cubicBezTo>
                    <a:pt x="3586433" y="420958"/>
                    <a:pt x="3556601" y="424273"/>
                    <a:pt x="3506882" y="427588"/>
                  </a:cubicBezTo>
                  <a:cubicBezTo>
                    <a:pt x="3510196" y="397756"/>
                    <a:pt x="3573174" y="401071"/>
                    <a:pt x="3593062" y="401071"/>
                  </a:cubicBezTo>
                  <a:cubicBezTo>
                    <a:pt x="3685872" y="401071"/>
                    <a:pt x="3788626" y="444161"/>
                    <a:pt x="3864862" y="560173"/>
                  </a:cubicBezTo>
                  <a:close/>
                  <a:moveTo>
                    <a:pt x="3132328" y="427588"/>
                  </a:moveTo>
                  <a:cubicBezTo>
                    <a:pt x="3142272" y="427588"/>
                    <a:pt x="3165474" y="417644"/>
                    <a:pt x="3175418" y="417644"/>
                  </a:cubicBezTo>
                  <a:cubicBezTo>
                    <a:pt x="3205250" y="417644"/>
                    <a:pt x="3215194" y="434217"/>
                    <a:pt x="3254969" y="464049"/>
                  </a:cubicBezTo>
                  <a:cubicBezTo>
                    <a:pt x="3258284" y="467363"/>
                    <a:pt x="3258284" y="473993"/>
                    <a:pt x="3258284" y="480622"/>
                  </a:cubicBezTo>
                  <a:cubicBezTo>
                    <a:pt x="3264913" y="483936"/>
                    <a:pt x="3271543" y="490566"/>
                    <a:pt x="3274857" y="500510"/>
                  </a:cubicBezTo>
                  <a:cubicBezTo>
                    <a:pt x="3301374" y="573432"/>
                    <a:pt x="3298060" y="560173"/>
                    <a:pt x="3298060" y="616522"/>
                  </a:cubicBezTo>
                  <a:cubicBezTo>
                    <a:pt x="3298060" y="623151"/>
                    <a:pt x="3298060" y="646354"/>
                    <a:pt x="3294745" y="662927"/>
                  </a:cubicBezTo>
                  <a:cubicBezTo>
                    <a:pt x="3294745" y="669556"/>
                    <a:pt x="3291431" y="676185"/>
                    <a:pt x="3288116" y="682814"/>
                  </a:cubicBezTo>
                  <a:cubicBezTo>
                    <a:pt x="3284801" y="669556"/>
                    <a:pt x="3274857" y="646354"/>
                    <a:pt x="3274857" y="639724"/>
                  </a:cubicBezTo>
                  <a:cubicBezTo>
                    <a:pt x="3274857" y="629780"/>
                    <a:pt x="3281487" y="606578"/>
                    <a:pt x="3281487" y="599949"/>
                  </a:cubicBezTo>
                  <a:cubicBezTo>
                    <a:pt x="3281487" y="500510"/>
                    <a:pt x="3195306" y="434217"/>
                    <a:pt x="3112440" y="434217"/>
                  </a:cubicBezTo>
                  <a:cubicBezTo>
                    <a:pt x="3026260" y="434217"/>
                    <a:pt x="2956653" y="503824"/>
                    <a:pt x="2956653" y="586690"/>
                  </a:cubicBezTo>
                  <a:cubicBezTo>
                    <a:pt x="2956653" y="596634"/>
                    <a:pt x="2966597" y="636410"/>
                    <a:pt x="2966597" y="646354"/>
                  </a:cubicBezTo>
                  <a:cubicBezTo>
                    <a:pt x="2966597" y="652983"/>
                    <a:pt x="2953338" y="676185"/>
                    <a:pt x="2950023" y="689444"/>
                  </a:cubicBezTo>
                  <a:cubicBezTo>
                    <a:pt x="2920192" y="676185"/>
                    <a:pt x="2913562" y="626466"/>
                    <a:pt x="2913562" y="603263"/>
                  </a:cubicBezTo>
                  <a:cubicBezTo>
                    <a:pt x="2913562" y="593319"/>
                    <a:pt x="2916877" y="553544"/>
                    <a:pt x="2923506" y="533656"/>
                  </a:cubicBezTo>
                  <a:cubicBezTo>
                    <a:pt x="2936765" y="477307"/>
                    <a:pt x="3036204" y="401071"/>
                    <a:pt x="3082609" y="401071"/>
                  </a:cubicBezTo>
                  <a:cubicBezTo>
                    <a:pt x="3092553" y="401071"/>
                    <a:pt x="3125699" y="427588"/>
                    <a:pt x="3132328" y="427588"/>
                  </a:cubicBezTo>
                  <a:close/>
                  <a:moveTo>
                    <a:pt x="2326872" y="550229"/>
                  </a:moveTo>
                  <a:cubicBezTo>
                    <a:pt x="2320243" y="556858"/>
                    <a:pt x="2306984" y="566802"/>
                    <a:pt x="2297041" y="566802"/>
                  </a:cubicBezTo>
                  <a:cubicBezTo>
                    <a:pt x="2290411" y="566802"/>
                    <a:pt x="2263894" y="527027"/>
                    <a:pt x="2244007" y="510454"/>
                  </a:cubicBezTo>
                  <a:cubicBezTo>
                    <a:pt x="2197602" y="473993"/>
                    <a:pt x="2134624" y="444161"/>
                    <a:pt x="2091533" y="424273"/>
                  </a:cubicBezTo>
                  <a:cubicBezTo>
                    <a:pt x="2081590" y="420958"/>
                    <a:pt x="2048443" y="420958"/>
                    <a:pt x="2048443" y="404385"/>
                  </a:cubicBezTo>
                  <a:cubicBezTo>
                    <a:pt x="2048443" y="394441"/>
                    <a:pt x="2048443" y="401071"/>
                    <a:pt x="2051758" y="397756"/>
                  </a:cubicBezTo>
                  <a:cubicBezTo>
                    <a:pt x="2137938" y="417644"/>
                    <a:pt x="2234063" y="480622"/>
                    <a:pt x="2326872" y="550229"/>
                  </a:cubicBezTo>
                  <a:close/>
                  <a:moveTo>
                    <a:pt x="2532380" y="407700"/>
                  </a:moveTo>
                  <a:cubicBezTo>
                    <a:pt x="2539009" y="407700"/>
                    <a:pt x="2535694" y="401071"/>
                    <a:pt x="2545638" y="401071"/>
                  </a:cubicBezTo>
                  <a:cubicBezTo>
                    <a:pt x="2552267" y="401071"/>
                    <a:pt x="2582099" y="414329"/>
                    <a:pt x="2585414" y="420958"/>
                  </a:cubicBezTo>
                  <a:cubicBezTo>
                    <a:pt x="2585414" y="424273"/>
                    <a:pt x="2582099" y="427588"/>
                    <a:pt x="2582099" y="430902"/>
                  </a:cubicBezTo>
                  <a:cubicBezTo>
                    <a:pt x="2555582" y="424273"/>
                    <a:pt x="2522436" y="414329"/>
                    <a:pt x="2512492" y="414329"/>
                  </a:cubicBezTo>
                  <a:cubicBezTo>
                    <a:pt x="2505863" y="414329"/>
                    <a:pt x="2462772" y="417644"/>
                    <a:pt x="2442885" y="424273"/>
                  </a:cubicBezTo>
                  <a:cubicBezTo>
                    <a:pt x="2436255" y="424273"/>
                    <a:pt x="2436255" y="434217"/>
                    <a:pt x="2426311" y="434217"/>
                  </a:cubicBezTo>
                  <a:cubicBezTo>
                    <a:pt x="2419682" y="434217"/>
                    <a:pt x="2413053" y="424273"/>
                    <a:pt x="2406424" y="417644"/>
                  </a:cubicBezTo>
                  <a:cubicBezTo>
                    <a:pt x="2416368" y="401071"/>
                    <a:pt x="2479346" y="394441"/>
                    <a:pt x="2485975" y="394441"/>
                  </a:cubicBezTo>
                  <a:cubicBezTo>
                    <a:pt x="2492604" y="394441"/>
                    <a:pt x="2522436" y="407700"/>
                    <a:pt x="2532380" y="407700"/>
                  </a:cubicBezTo>
                  <a:close/>
                  <a:moveTo>
                    <a:pt x="2068331" y="613207"/>
                  </a:moveTo>
                  <a:lnTo>
                    <a:pt x="2065016" y="623151"/>
                  </a:lnTo>
                  <a:cubicBezTo>
                    <a:pt x="2061702" y="623151"/>
                    <a:pt x="2055072" y="623151"/>
                    <a:pt x="2051758" y="626466"/>
                  </a:cubicBezTo>
                  <a:cubicBezTo>
                    <a:pt x="2008668" y="523712"/>
                    <a:pt x="1872768" y="411015"/>
                    <a:pt x="1786587" y="417644"/>
                  </a:cubicBezTo>
                  <a:cubicBezTo>
                    <a:pt x="1763385" y="417644"/>
                    <a:pt x="1740182" y="420958"/>
                    <a:pt x="1716980" y="417644"/>
                  </a:cubicBezTo>
                  <a:lnTo>
                    <a:pt x="1716980" y="404385"/>
                  </a:lnTo>
                  <a:cubicBezTo>
                    <a:pt x="1730238" y="397756"/>
                    <a:pt x="1753441" y="394441"/>
                    <a:pt x="1760070" y="394441"/>
                  </a:cubicBezTo>
                  <a:cubicBezTo>
                    <a:pt x="1879397" y="394441"/>
                    <a:pt x="1998724" y="464049"/>
                    <a:pt x="2068331" y="613207"/>
                  </a:cubicBezTo>
                  <a:close/>
                  <a:moveTo>
                    <a:pt x="1478326" y="507139"/>
                  </a:moveTo>
                  <a:cubicBezTo>
                    <a:pt x="1484956" y="520397"/>
                    <a:pt x="1488270" y="543600"/>
                    <a:pt x="1494899" y="563488"/>
                  </a:cubicBezTo>
                  <a:cubicBezTo>
                    <a:pt x="1498214" y="580061"/>
                    <a:pt x="1504843" y="603263"/>
                    <a:pt x="1504843" y="613207"/>
                  </a:cubicBezTo>
                  <a:cubicBezTo>
                    <a:pt x="1504843" y="619836"/>
                    <a:pt x="1498214" y="662927"/>
                    <a:pt x="1491585" y="689444"/>
                  </a:cubicBezTo>
                  <a:cubicBezTo>
                    <a:pt x="1484956" y="686129"/>
                    <a:pt x="1478326" y="679500"/>
                    <a:pt x="1471697" y="679500"/>
                  </a:cubicBezTo>
                  <a:cubicBezTo>
                    <a:pt x="1475012" y="652983"/>
                    <a:pt x="1491585" y="633095"/>
                    <a:pt x="1491585" y="609893"/>
                  </a:cubicBezTo>
                  <a:cubicBezTo>
                    <a:pt x="1491585" y="599949"/>
                    <a:pt x="1478326" y="543600"/>
                    <a:pt x="1468382" y="513768"/>
                  </a:cubicBezTo>
                  <a:cubicBezTo>
                    <a:pt x="1461753" y="490566"/>
                    <a:pt x="1435236" y="457419"/>
                    <a:pt x="1408719" y="437532"/>
                  </a:cubicBezTo>
                  <a:cubicBezTo>
                    <a:pt x="1395461" y="427588"/>
                    <a:pt x="1378887" y="424273"/>
                    <a:pt x="1365629" y="414329"/>
                  </a:cubicBezTo>
                  <a:lnTo>
                    <a:pt x="1365629" y="411015"/>
                  </a:lnTo>
                  <a:cubicBezTo>
                    <a:pt x="1365629" y="401071"/>
                    <a:pt x="1365629" y="394441"/>
                    <a:pt x="1375573" y="394441"/>
                  </a:cubicBezTo>
                  <a:cubicBezTo>
                    <a:pt x="1415348" y="394441"/>
                    <a:pt x="1471697" y="480622"/>
                    <a:pt x="1478326" y="507139"/>
                  </a:cubicBezTo>
                  <a:close/>
                  <a:moveTo>
                    <a:pt x="3904638" y="384497"/>
                  </a:moveTo>
                  <a:cubicBezTo>
                    <a:pt x="3994133" y="387812"/>
                    <a:pt x="4090257" y="444161"/>
                    <a:pt x="4183067" y="533656"/>
                  </a:cubicBezTo>
                  <a:cubicBezTo>
                    <a:pt x="4176437" y="533656"/>
                    <a:pt x="4166494" y="536971"/>
                    <a:pt x="4159865" y="536971"/>
                  </a:cubicBezTo>
                  <a:cubicBezTo>
                    <a:pt x="4149921" y="536971"/>
                    <a:pt x="4139977" y="513768"/>
                    <a:pt x="4126718" y="503824"/>
                  </a:cubicBezTo>
                  <a:cubicBezTo>
                    <a:pt x="4067055" y="457419"/>
                    <a:pt x="3990818" y="420958"/>
                    <a:pt x="3934469" y="411015"/>
                  </a:cubicBezTo>
                  <a:cubicBezTo>
                    <a:pt x="3907952" y="404385"/>
                    <a:pt x="3868176" y="424273"/>
                    <a:pt x="3858233" y="384497"/>
                  </a:cubicBezTo>
                  <a:lnTo>
                    <a:pt x="3904638" y="384497"/>
                  </a:lnTo>
                  <a:close/>
                  <a:moveTo>
                    <a:pt x="699388" y="384497"/>
                  </a:moveTo>
                  <a:cubicBezTo>
                    <a:pt x="706017" y="387812"/>
                    <a:pt x="712646" y="404385"/>
                    <a:pt x="722590" y="404385"/>
                  </a:cubicBezTo>
                  <a:cubicBezTo>
                    <a:pt x="729219" y="404385"/>
                    <a:pt x="752422" y="387812"/>
                    <a:pt x="759051" y="387812"/>
                  </a:cubicBezTo>
                  <a:cubicBezTo>
                    <a:pt x="768995" y="387812"/>
                    <a:pt x="772309" y="394441"/>
                    <a:pt x="775624" y="401071"/>
                  </a:cubicBezTo>
                  <a:lnTo>
                    <a:pt x="775624" y="407700"/>
                  </a:lnTo>
                  <a:lnTo>
                    <a:pt x="759051" y="411015"/>
                  </a:lnTo>
                  <a:cubicBezTo>
                    <a:pt x="749107" y="411015"/>
                    <a:pt x="742478" y="407700"/>
                    <a:pt x="735849" y="407700"/>
                  </a:cubicBezTo>
                  <a:lnTo>
                    <a:pt x="719275" y="407700"/>
                  </a:lnTo>
                  <a:cubicBezTo>
                    <a:pt x="709331" y="407700"/>
                    <a:pt x="676185" y="407700"/>
                    <a:pt x="656297" y="411015"/>
                  </a:cubicBezTo>
                  <a:cubicBezTo>
                    <a:pt x="643039" y="411015"/>
                    <a:pt x="626466" y="424273"/>
                    <a:pt x="616522" y="424273"/>
                  </a:cubicBezTo>
                  <a:cubicBezTo>
                    <a:pt x="609892" y="424273"/>
                    <a:pt x="593319" y="407700"/>
                    <a:pt x="586690" y="397756"/>
                  </a:cubicBezTo>
                  <a:cubicBezTo>
                    <a:pt x="603263" y="387812"/>
                    <a:pt x="639724" y="381183"/>
                    <a:pt x="659612" y="381183"/>
                  </a:cubicBezTo>
                  <a:cubicBezTo>
                    <a:pt x="666241" y="381183"/>
                    <a:pt x="686129" y="381183"/>
                    <a:pt x="699388" y="384497"/>
                  </a:cubicBezTo>
                  <a:close/>
                  <a:moveTo>
                    <a:pt x="550229" y="546915"/>
                  </a:moveTo>
                  <a:cubicBezTo>
                    <a:pt x="540285" y="550229"/>
                    <a:pt x="527027" y="556858"/>
                    <a:pt x="517083" y="556858"/>
                  </a:cubicBezTo>
                  <a:cubicBezTo>
                    <a:pt x="483936" y="556858"/>
                    <a:pt x="357980" y="401071"/>
                    <a:pt x="205507" y="401071"/>
                  </a:cubicBezTo>
                  <a:cubicBezTo>
                    <a:pt x="195563" y="401071"/>
                    <a:pt x="175676" y="407700"/>
                    <a:pt x="165732" y="407700"/>
                  </a:cubicBezTo>
                  <a:cubicBezTo>
                    <a:pt x="159102" y="407700"/>
                    <a:pt x="155788" y="397756"/>
                    <a:pt x="152473" y="387812"/>
                  </a:cubicBezTo>
                  <a:cubicBezTo>
                    <a:pt x="175676" y="384497"/>
                    <a:pt x="212137" y="381183"/>
                    <a:pt x="222080" y="381183"/>
                  </a:cubicBezTo>
                  <a:cubicBezTo>
                    <a:pt x="391127" y="381183"/>
                    <a:pt x="394441" y="467363"/>
                    <a:pt x="550229" y="546915"/>
                  </a:cubicBezTo>
                  <a:close/>
                  <a:moveTo>
                    <a:pt x="3284801" y="407700"/>
                  </a:moveTo>
                  <a:cubicBezTo>
                    <a:pt x="3274857" y="414329"/>
                    <a:pt x="3261599" y="424273"/>
                    <a:pt x="3251655" y="437532"/>
                  </a:cubicBezTo>
                  <a:cubicBezTo>
                    <a:pt x="3238396" y="430902"/>
                    <a:pt x="3221823" y="417644"/>
                    <a:pt x="3211879" y="414329"/>
                  </a:cubicBezTo>
                  <a:cubicBezTo>
                    <a:pt x="3195306" y="407700"/>
                    <a:pt x="3175418" y="404385"/>
                    <a:pt x="3155531" y="397756"/>
                  </a:cubicBezTo>
                  <a:lnTo>
                    <a:pt x="3155531" y="387812"/>
                  </a:lnTo>
                  <a:cubicBezTo>
                    <a:pt x="3155531" y="381183"/>
                    <a:pt x="3168789" y="374554"/>
                    <a:pt x="3178733" y="374554"/>
                  </a:cubicBezTo>
                  <a:cubicBezTo>
                    <a:pt x="3185362" y="374554"/>
                    <a:pt x="3248340" y="397756"/>
                    <a:pt x="3284801" y="407700"/>
                  </a:cubicBezTo>
                  <a:close/>
                  <a:moveTo>
                    <a:pt x="3089238" y="374554"/>
                  </a:moveTo>
                  <a:lnTo>
                    <a:pt x="3089238" y="384497"/>
                  </a:lnTo>
                  <a:cubicBezTo>
                    <a:pt x="2966597" y="411015"/>
                    <a:pt x="2896989" y="510454"/>
                    <a:pt x="2896989" y="606578"/>
                  </a:cubicBezTo>
                  <a:cubicBezTo>
                    <a:pt x="2896989" y="639724"/>
                    <a:pt x="2916877" y="672871"/>
                    <a:pt x="2936765" y="706017"/>
                  </a:cubicBezTo>
                  <a:cubicBezTo>
                    <a:pt x="2969911" y="755736"/>
                    <a:pt x="3029575" y="772310"/>
                    <a:pt x="3069350" y="778939"/>
                  </a:cubicBezTo>
                  <a:cubicBezTo>
                    <a:pt x="3079294" y="782253"/>
                    <a:pt x="3102496" y="775624"/>
                    <a:pt x="3102496" y="798827"/>
                  </a:cubicBezTo>
                  <a:lnTo>
                    <a:pt x="3102496" y="812085"/>
                  </a:lnTo>
                  <a:cubicBezTo>
                    <a:pt x="3095867" y="815400"/>
                    <a:pt x="3092553" y="815400"/>
                    <a:pt x="3082609" y="815400"/>
                  </a:cubicBezTo>
                  <a:cubicBezTo>
                    <a:pt x="3026260" y="815400"/>
                    <a:pt x="2920192" y="775624"/>
                    <a:pt x="2903619" y="692758"/>
                  </a:cubicBezTo>
                  <a:cubicBezTo>
                    <a:pt x="2903619" y="686129"/>
                    <a:pt x="2893675" y="676185"/>
                    <a:pt x="2893675" y="669556"/>
                  </a:cubicBezTo>
                  <a:cubicBezTo>
                    <a:pt x="2883731" y="639724"/>
                    <a:pt x="2877102" y="590005"/>
                    <a:pt x="2877102" y="580061"/>
                  </a:cubicBezTo>
                  <a:cubicBezTo>
                    <a:pt x="2877102" y="487251"/>
                    <a:pt x="2940080" y="404385"/>
                    <a:pt x="3059406" y="371239"/>
                  </a:cubicBezTo>
                  <a:lnTo>
                    <a:pt x="3089238" y="374554"/>
                  </a:lnTo>
                  <a:close/>
                  <a:moveTo>
                    <a:pt x="974502" y="460734"/>
                  </a:moveTo>
                  <a:cubicBezTo>
                    <a:pt x="961244" y="493880"/>
                    <a:pt x="951300" y="566802"/>
                    <a:pt x="951300" y="573432"/>
                  </a:cubicBezTo>
                  <a:cubicBezTo>
                    <a:pt x="951300" y="613207"/>
                    <a:pt x="974502" y="699388"/>
                    <a:pt x="987761" y="732534"/>
                  </a:cubicBezTo>
                  <a:cubicBezTo>
                    <a:pt x="928097" y="696073"/>
                    <a:pt x="924783" y="616522"/>
                    <a:pt x="924783" y="570117"/>
                  </a:cubicBezTo>
                  <a:cubicBezTo>
                    <a:pt x="924783" y="500510"/>
                    <a:pt x="947985" y="424273"/>
                    <a:pt x="1020907" y="367924"/>
                  </a:cubicBezTo>
                  <a:cubicBezTo>
                    <a:pt x="1007648" y="401071"/>
                    <a:pt x="987761" y="427588"/>
                    <a:pt x="974502" y="460734"/>
                  </a:cubicBezTo>
                  <a:close/>
                  <a:moveTo>
                    <a:pt x="3709074" y="384497"/>
                  </a:moveTo>
                  <a:cubicBezTo>
                    <a:pt x="3772052" y="411015"/>
                    <a:pt x="3917896" y="523712"/>
                    <a:pt x="3917896" y="596634"/>
                  </a:cubicBezTo>
                  <a:cubicBezTo>
                    <a:pt x="3917896" y="606578"/>
                    <a:pt x="3914582" y="606578"/>
                    <a:pt x="3911267" y="609893"/>
                  </a:cubicBezTo>
                  <a:cubicBezTo>
                    <a:pt x="3825086" y="457419"/>
                    <a:pt x="3719018" y="387812"/>
                    <a:pt x="3593062" y="387812"/>
                  </a:cubicBezTo>
                  <a:cubicBezTo>
                    <a:pt x="3583118" y="387812"/>
                    <a:pt x="3530084" y="394441"/>
                    <a:pt x="3523455" y="394441"/>
                  </a:cubicBezTo>
                  <a:cubicBezTo>
                    <a:pt x="3513511" y="394441"/>
                    <a:pt x="3510196" y="387812"/>
                    <a:pt x="3503567" y="381183"/>
                  </a:cubicBezTo>
                  <a:cubicBezTo>
                    <a:pt x="3523455" y="367924"/>
                    <a:pt x="3566545" y="357980"/>
                    <a:pt x="3593062" y="357980"/>
                  </a:cubicBezTo>
                  <a:cubicBezTo>
                    <a:pt x="3632838" y="357980"/>
                    <a:pt x="3665984" y="364610"/>
                    <a:pt x="3709074" y="384497"/>
                  </a:cubicBezTo>
                  <a:close/>
                  <a:moveTo>
                    <a:pt x="3248340" y="377868"/>
                  </a:moveTo>
                  <a:cubicBezTo>
                    <a:pt x="3225138" y="371239"/>
                    <a:pt x="3205250" y="364610"/>
                    <a:pt x="3185362" y="361295"/>
                  </a:cubicBezTo>
                  <a:cubicBezTo>
                    <a:pt x="3191991" y="357980"/>
                    <a:pt x="3201935" y="357980"/>
                    <a:pt x="3208565" y="357980"/>
                  </a:cubicBezTo>
                  <a:cubicBezTo>
                    <a:pt x="3228452" y="357980"/>
                    <a:pt x="3228452" y="354666"/>
                    <a:pt x="3248340" y="377868"/>
                  </a:cubicBezTo>
                  <a:close/>
                  <a:moveTo>
                    <a:pt x="2499233" y="364610"/>
                  </a:moveTo>
                  <a:lnTo>
                    <a:pt x="2499233" y="377868"/>
                  </a:lnTo>
                  <a:cubicBezTo>
                    <a:pt x="2466087" y="381183"/>
                    <a:pt x="2403109" y="401071"/>
                    <a:pt x="2393165" y="401071"/>
                  </a:cubicBezTo>
                  <a:cubicBezTo>
                    <a:pt x="2386536" y="401071"/>
                    <a:pt x="2379907" y="394441"/>
                    <a:pt x="2376592" y="387812"/>
                  </a:cubicBezTo>
                  <a:cubicBezTo>
                    <a:pt x="2376592" y="384497"/>
                    <a:pt x="2383221" y="374554"/>
                    <a:pt x="2389850" y="374554"/>
                  </a:cubicBezTo>
                  <a:cubicBezTo>
                    <a:pt x="2416368" y="364610"/>
                    <a:pt x="2469402" y="357980"/>
                    <a:pt x="2479346" y="357980"/>
                  </a:cubicBezTo>
                  <a:cubicBezTo>
                    <a:pt x="2485975" y="357980"/>
                    <a:pt x="2492604" y="361295"/>
                    <a:pt x="2499233" y="364610"/>
                  </a:cubicBezTo>
                  <a:close/>
                  <a:moveTo>
                    <a:pt x="2369963" y="543600"/>
                  </a:moveTo>
                  <a:cubicBezTo>
                    <a:pt x="2363333" y="546915"/>
                    <a:pt x="2356704" y="550229"/>
                    <a:pt x="2346760" y="550229"/>
                  </a:cubicBezTo>
                  <a:cubicBezTo>
                    <a:pt x="2340131" y="550229"/>
                    <a:pt x="2263894" y="487251"/>
                    <a:pt x="2224119" y="460734"/>
                  </a:cubicBezTo>
                  <a:cubicBezTo>
                    <a:pt x="2184343" y="437532"/>
                    <a:pt x="2141253" y="411015"/>
                    <a:pt x="2101477" y="397756"/>
                  </a:cubicBezTo>
                  <a:cubicBezTo>
                    <a:pt x="2071646" y="387812"/>
                    <a:pt x="2031870" y="394441"/>
                    <a:pt x="2008668" y="364610"/>
                  </a:cubicBezTo>
                  <a:cubicBezTo>
                    <a:pt x="2015297" y="361295"/>
                    <a:pt x="2018612" y="357980"/>
                    <a:pt x="2028555" y="357980"/>
                  </a:cubicBezTo>
                  <a:cubicBezTo>
                    <a:pt x="2131309" y="357980"/>
                    <a:pt x="2270524" y="464049"/>
                    <a:pt x="2369963" y="543600"/>
                  </a:cubicBezTo>
                  <a:close/>
                  <a:moveTo>
                    <a:pt x="1292707" y="384497"/>
                  </a:moveTo>
                  <a:cubicBezTo>
                    <a:pt x="1292707" y="391127"/>
                    <a:pt x="1286078" y="391127"/>
                    <a:pt x="1282763" y="391127"/>
                  </a:cubicBezTo>
                  <a:cubicBezTo>
                    <a:pt x="1163436" y="427588"/>
                    <a:pt x="1100458" y="523712"/>
                    <a:pt x="1100458" y="616522"/>
                  </a:cubicBezTo>
                  <a:cubicBezTo>
                    <a:pt x="1100458" y="729219"/>
                    <a:pt x="1203212" y="808771"/>
                    <a:pt x="1292707" y="808771"/>
                  </a:cubicBezTo>
                  <a:cubicBezTo>
                    <a:pt x="1385517" y="808771"/>
                    <a:pt x="1322539" y="765680"/>
                    <a:pt x="1385517" y="765680"/>
                  </a:cubicBezTo>
                  <a:cubicBezTo>
                    <a:pt x="1402090" y="765680"/>
                    <a:pt x="1418663" y="768995"/>
                    <a:pt x="1418663" y="778939"/>
                  </a:cubicBezTo>
                  <a:cubicBezTo>
                    <a:pt x="1418663" y="795512"/>
                    <a:pt x="1286078" y="825344"/>
                    <a:pt x="1286078" y="825344"/>
                  </a:cubicBezTo>
                  <a:cubicBezTo>
                    <a:pt x="1216470" y="825344"/>
                    <a:pt x="1097144" y="782253"/>
                    <a:pt x="1070626" y="679500"/>
                  </a:cubicBezTo>
                  <a:cubicBezTo>
                    <a:pt x="1063997" y="649668"/>
                    <a:pt x="1050739" y="616522"/>
                    <a:pt x="1050739" y="590005"/>
                  </a:cubicBezTo>
                  <a:cubicBezTo>
                    <a:pt x="1050739" y="493880"/>
                    <a:pt x="1140234" y="397756"/>
                    <a:pt x="1249617" y="367924"/>
                  </a:cubicBezTo>
                  <a:cubicBezTo>
                    <a:pt x="1259561" y="364610"/>
                    <a:pt x="1272819" y="364610"/>
                    <a:pt x="1289392" y="357980"/>
                  </a:cubicBezTo>
                  <a:cubicBezTo>
                    <a:pt x="1289392" y="364610"/>
                    <a:pt x="1292707" y="374554"/>
                    <a:pt x="1292707" y="384497"/>
                  </a:cubicBezTo>
                  <a:close/>
                  <a:moveTo>
                    <a:pt x="1842936" y="371239"/>
                  </a:moveTo>
                  <a:cubicBezTo>
                    <a:pt x="1879397" y="387812"/>
                    <a:pt x="1932431" y="397756"/>
                    <a:pt x="1978836" y="440846"/>
                  </a:cubicBezTo>
                  <a:cubicBezTo>
                    <a:pt x="2028555" y="490566"/>
                    <a:pt x="2065016" y="546915"/>
                    <a:pt x="2091533" y="599949"/>
                  </a:cubicBezTo>
                  <a:lnTo>
                    <a:pt x="2088219" y="613207"/>
                  </a:lnTo>
                  <a:cubicBezTo>
                    <a:pt x="2055072" y="556858"/>
                    <a:pt x="1985465" y="454105"/>
                    <a:pt x="1912543" y="420958"/>
                  </a:cubicBezTo>
                  <a:cubicBezTo>
                    <a:pt x="1889341" y="411015"/>
                    <a:pt x="1872768" y="394441"/>
                    <a:pt x="1852880" y="391127"/>
                  </a:cubicBezTo>
                  <a:cubicBezTo>
                    <a:pt x="1819733" y="381183"/>
                    <a:pt x="1753441" y="381183"/>
                    <a:pt x="1746812" y="381183"/>
                  </a:cubicBezTo>
                  <a:cubicBezTo>
                    <a:pt x="1736868" y="381183"/>
                    <a:pt x="1720294" y="387812"/>
                    <a:pt x="1713665" y="387812"/>
                  </a:cubicBezTo>
                  <a:cubicBezTo>
                    <a:pt x="1703721" y="387812"/>
                    <a:pt x="1700407" y="384497"/>
                    <a:pt x="1693777" y="377868"/>
                  </a:cubicBezTo>
                  <a:cubicBezTo>
                    <a:pt x="1713665" y="351351"/>
                    <a:pt x="1736868" y="354666"/>
                    <a:pt x="1760070" y="354666"/>
                  </a:cubicBezTo>
                  <a:cubicBezTo>
                    <a:pt x="1779958" y="354666"/>
                    <a:pt x="1816419" y="361295"/>
                    <a:pt x="1842936" y="371239"/>
                  </a:cubicBezTo>
                  <a:close/>
                  <a:moveTo>
                    <a:pt x="1458438" y="384497"/>
                  </a:moveTo>
                  <a:cubicBezTo>
                    <a:pt x="1461753" y="384497"/>
                    <a:pt x="1458438" y="394441"/>
                    <a:pt x="1458438" y="401071"/>
                  </a:cubicBezTo>
                  <a:cubicBezTo>
                    <a:pt x="1465068" y="404385"/>
                    <a:pt x="1475012" y="404385"/>
                    <a:pt x="1478326" y="404385"/>
                  </a:cubicBezTo>
                  <a:cubicBezTo>
                    <a:pt x="1475012" y="414329"/>
                    <a:pt x="1461753" y="424273"/>
                    <a:pt x="1455124" y="437532"/>
                  </a:cubicBezTo>
                  <a:cubicBezTo>
                    <a:pt x="1445180" y="430902"/>
                    <a:pt x="1431921" y="414329"/>
                    <a:pt x="1421978" y="404385"/>
                  </a:cubicBezTo>
                  <a:cubicBezTo>
                    <a:pt x="1405404" y="391127"/>
                    <a:pt x="1385517" y="384497"/>
                    <a:pt x="1368943" y="377868"/>
                  </a:cubicBezTo>
                  <a:cubicBezTo>
                    <a:pt x="1365629" y="377868"/>
                    <a:pt x="1359000" y="381183"/>
                    <a:pt x="1359000" y="371239"/>
                  </a:cubicBezTo>
                  <a:cubicBezTo>
                    <a:pt x="1359000" y="344722"/>
                    <a:pt x="1402090" y="351351"/>
                    <a:pt x="1405404" y="351351"/>
                  </a:cubicBezTo>
                  <a:cubicBezTo>
                    <a:pt x="1431921" y="351351"/>
                    <a:pt x="1445180" y="344722"/>
                    <a:pt x="1458438" y="384497"/>
                  </a:cubicBezTo>
                  <a:close/>
                  <a:moveTo>
                    <a:pt x="4239416" y="513768"/>
                  </a:moveTo>
                  <a:cubicBezTo>
                    <a:pt x="4232787" y="520397"/>
                    <a:pt x="4219528" y="523712"/>
                    <a:pt x="4209584" y="523712"/>
                  </a:cubicBezTo>
                  <a:cubicBezTo>
                    <a:pt x="4186381" y="523712"/>
                    <a:pt x="4073684" y="427588"/>
                    <a:pt x="4070369" y="427588"/>
                  </a:cubicBezTo>
                  <a:cubicBezTo>
                    <a:pt x="4007391" y="391127"/>
                    <a:pt x="3941098" y="367924"/>
                    <a:pt x="3881435" y="367924"/>
                  </a:cubicBezTo>
                  <a:cubicBezTo>
                    <a:pt x="3874806" y="367924"/>
                    <a:pt x="3851604" y="374554"/>
                    <a:pt x="3841660" y="374554"/>
                  </a:cubicBezTo>
                  <a:cubicBezTo>
                    <a:pt x="3835030" y="374554"/>
                    <a:pt x="3828401" y="364610"/>
                    <a:pt x="3825086" y="357980"/>
                  </a:cubicBezTo>
                  <a:cubicBezTo>
                    <a:pt x="3848289" y="351351"/>
                    <a:pt x="3884750" y="348037"/>
                    <a:pt x="3894694" y="348037"/>
                  </a:cubicBezTo>
                  <a:cubicBezTo>
                    <a:pt x="4043852" y="348037"/>
                    <a:pt x="4043852" y="404385"/>
                    <a:pt x="4239416" y="513768"/>
                  </a:cubicBezTo>
                  <a:close/>
                  <a:moveTo>
                    <a:pt x="2708055" y="377868"/>
                  </a:moveTo>
                  <a:lnTo>
                    <a:pt x="2701426" y="384497"/>
                  </a:lnTo>
                  <a:cubicBezTo>
                    <a:pt x="2688167" y="374554"/>
                    <a:pt x="2648392" y="374554"/>
                    <a:pt x="2648392" y="357980"/>
                  </a:cubicBezTo>
                  <a:lnTo>
                    <a:pt x="2648392" y="348037"/>
                  </a:lnTo>
                  <a:cubicBezTo>
                    <a:pt x="2668280" y="354666"/>
                    <a:pt x="2691482" y="364610"/>
                    <a:pt x="2708055" y="377868"/>
                  </a:cubicBezTo>
                  <a:close/>
                  <a:moveTo>
                    <a:pt x="709331" y="354666"/>
                  </a:moveTo>
                  <a:lnTo>
                    <a:pt x="709331" y="367924"/>
                  </a:lnTo>
                  <a:cubicBezTo>
                    <a:pt x="686129" y="367924"/>
                    <a:pt x="656297" y="364610"/>
                    <a:pt x="636410" y="367924"/>
                  </a:cubicBezTo>
                  <a:cubicBezTo>
                    <a:pt x="613207" y="371239"/>
                    <a:pt x="580061" y="384497"/>
                    <a:pt x="570117" y="384497"/>
                  </a:cubicBezTo>
                  <a:cubicBezTo>
                    <a:pt x="563488" y="384497"/>
                    <a:pt x="556858" y="377868"/>
                    <a:pt x="550229" y="371239"/>
                  </a:cubicBezTo>
                  <a:cubicBezTo>
                    <a:pt x="556858" y="354666"/>
                    <a:pt x="619836" y="344722"/>
                    <a:pt x="646353" y="344722"/>
                  </a:cubicBezTo>
                  <a:cubicBezTo>
                    <a:pt x="656297" y="344722"/>
                    <a:pt x="689444" y="351351"/>
                    <a:pt x="709331" y="354666"/>
                  </a:cubicBezTo>
                  <a:close/>
                  <a:moveTo>
                    <a:pt x="424273" y="404385"/>
                  </a:moveTo>
                  <a:cubicBezTo>
                    <a:pt x="437532" y="417644"/>
                    <a:pt x="460734" y="427588"/>
                    <a:pt x="477307" y="440846"/>
                  </a:cubicBezTo>
                  <a:cubicBezTo>
                    <a:pt x="523712" y="477307"/>
                    <a:pt x="570117" y="527027"/>
                    <a:pt x="616522" y="543600"/>
                  </a:cubicBezTo>
                  <a:cubicBezTo>
                    <a:pt x="599949" y="543600"/>
                    <a:pt x="580061" y="543600"/>
                    <a:pt x="566802" y="536971"/>
                  </a:cubicBezTo>
                  <a:cubicBezTo>
                    <a:pt x="480622" y="503824"/>
                    <a:pt x="397756" y="404385"/>
                    <a:pt x="314890" y="377868"/>
                  </a:cubicBezTo>
                  <a:cubicBezTo>
                    <a:pt x="281744" y="367924"/>
                    <a:pt x="222080" y="367924"/>
                    <a:pt x="215451" y="367924"/>
                  </a:cubicBezTo>
                  <a:cubicBezTo>
                    <a:pt x="205507" y="367924"/>
                    <a:pt x="178990" y="364610"/>
                    <a:pt x="159102" y="371239"/>
                  </a:cubicBezTo>
                  <a:cubicBezTo>
                    <a:pt x="152473" y="371239"/>
                    <a:pt x="142529" y="381183"/>
                    <a:pt x="132585" y="381183"/>
                  </a:cubicBezTo>
                  <a:cubicBezTo>
                    <a:pt x="125956" y="381183"/>
                    <a:pt x="116012" y="371239"/>
                    <a:pt x="109383" y="364610"/>
                  </a:cubicBezTo>
                  <a:cubicBezTo>
                    <a:pt x="129271" y="344722"/>
                    <a:pt x="198878" y="334778"/>
                    <a:pt x="228710" y="334778"/>
                  </a:cubicBezTo>
                  <a:cubicBezTo>
                    <a:pt x="285058" y="334778"/>
                    <a:pt x="377868" y="364610"/>
                    <a:pt x="424273" y="404385"/>
                  </a:cubicBezTo>
                  <a:close/>
                  <a:moveTo>
                    <a:pt x="1299336" y="331463"/>
                  </a:moveTo>
                  <a:lnTo>
                    <a:pt x="1299336" y="341407"/>
                  </a:lnTo>
                  <a:cubicBezTo>
                    <a:pt x="1229729" y="364610"/>
                    <a:pt x="1150178" y="374554"/>
                    <a:pt x="1090514" y="457419"/>
                  </a:cubicBezTo>
                  <a:cubicBezTo>
                    <a:pt x="1083885" y="467363"/>
                    <a:pt x="1067312" y="477307"/>
                    <a:pt x="1060683" y="490566"/>
                  </a:cubicBezTo>
                  <a:cubicBezTo>
                    <a:pt x="1044109" y="517083"/>
                    <a:pt x="1037480" y="560173"/>
                    <a:pt x="1037480" y="593319"/>
                  </a:cubicBezTo>
                  <a:cubicBezTo>
                    <a:pt x="1037480" y="646354"/>
                    <a:pt x="1080570" y="759051"/>
                    <a:pt x="1140234" y="788883"/>
                  </a:cubicBezTo>
                  <a:cubicBezTo>
                    <a:pt x="1153492" y="795512"/>
                    <a:pt x="1163436" y="812085"/>
                    <a:pt x="1180009" y="815400"/>
                  </a:cubicBezTo>
                  <a:cubicBezTo>
                    <a:pt x="1189953" y="822029"/>
                    <a:pt x="1206526" y="825344"/>
                    <a:pt x="1219785" y="828658"/>
                  </a:cubicBezTo>
                  <a:cubicBezTo>
                    <a:pt x="1236358" y="835288"/>
                    <a:pt x="1269504" y="835288"/>
                    <a:pt x="1279448" y="835288"/>
                  </a:cubicBezTo>
                  <a:cubicBezTo>
                    <a:pt x="1339112" y="835288"/>
                    <a:pt x="1352370" y="818714"/>
                    <a:pt x="1435236" y="795512"/>
                  </a:cubicBezTo>
                  <a:lnTo>
                    <a:pt x="1435236" y="808771"/>
                  </a:lnTo>
                  <a:cubicBezTo>
                    <a:pt x="1415348" y="835288"/>
                    <a:pt x="1315909" y="855175"/>
                    <a:pt x="1282763" y="855175"/>
                  </a:cubicBezTo>
                  <a:cubicBezTo>
                    <a:pt x="1272819" y="855175"/>
                    <a:pt x="1223100" y="845232"/>
                    <a:pt x="1199897" y="835288"/>
                  </a:cubicBezTo>
                  <a:cubicBezTo>
                    <a:pt x="1170065" y="825344"/>
                    <a:pt x="1136919" y="812085"/>
                    <a:pt x="1110402" y="792197"/>
                  </a:cubicBezTo>
                  <a:cubicBezTo>
                    <a:pt x="1083885" y="775624"/>
                    <a:pt x="1060683" y="745793"/>
                    <a:pt x="1047424" y="725905"/>
                  </a:cubicBezTo>
                  <a:cubicBezTo>
                    <a:pt x="1030851" y="699388"/>
                    <a:pt x="1014278" y="652983"/>
                    <a:pt x="1014278" y="646354"/>
                  </a:cubicBezTo>
                  <a:lnTo>
                    <a:pt x="1014278" y="580061"/>
                  </a:lnTo>
                  <a:cubicBezTo>
                    <a:pt x="1014278" y="497195"/>
                    <a:pt x="1090514" y="377868"/>
                    <a:pt x="1180009" y="351351"/>
                  </a:cubicBezTo>
                  <a:lnTo>
                    <a:pt x="1209841" y="341407"/>
                  </a:lnTo>
                  <a:cubicBezTo>
                    <a:pt x="1223100" y="338093"/>
                    <a:pt x="1239673" y="334778"/>
                    <a:pt x="1252931" y="331463"/>
                  </a:cubicBezTo>
                  <a:lnTo>
                    <a:pt x="1299336" y="331463"/>
                  </a:lnTo>
                  <a:close/>
                  <a:moveTo>
                    <a:pt x="911524" y="374554"/>
                  </a:moveTo>
                  <a:cubicBezTo>
                    <a:pt x="911524" y="377868"/>
                    <a:pt x="908209" y="384497"/>
                    <a:pt x="898266" y="384497"/>
                  </a:cubicBezTo>
                  <a:cubicBezTo>
                    <a:pt x="878378" y="384497"/>
                    <a:pt x="841917" y="328149"/>
                    <a:pt x="841917" y="324834"/>
                  </a:cubicBezTo>
                  <a:cubicBezTo>
                    <a:pt x="858490" y="331463"/>
                    <a:pt x="898266" y="354666"/>
                    <a:pt x="911524" y="374554"/>
                  </a:cubicBezTo>
                  <a:close/>
                  <a:moveTo>
                    <a:pt x="2532380" y="324834"/>
                  </a:moveTo>
                  <a:cubicBezTo>
                    <a:pt x="2522436" y="331463"/>
                    <a:pt x="2512492" y="344722"/>
                    <a:pt x="2502548" y="348037"/>
                  </a:cubicBezTo>
                  <a:cubicBezTo>
                    <a:pt x="2472716" y="351351"/>
                    <a:pt x="2439570" y="348037"/>
                    <a:pt x="2413053" y="354666"/>
                  </a:cubicBezTo>
                  <a:cubicBezTo>
                    <a:pt x="2393165" y="357980"/>
                    <a:pt x="2369963" y="371239"/>
                    <a:pt x="2360019" y="371239"/>
                  </a:cubicBezTo>
                  <a:cubicBezTo>
                    <a:pt x="2353389" y="371239"/>
                    <a:pt x="2343445" y="361295"/>
                    <a:pt x="2336816" y="354666"/>
                  </a:cubicBezTo>
                  <a:cubicBezTo>
                    <a:pt x="2340131" y="348037"/>
                    <a:pt x="2422997" y="324834"/>
                    <a:pt x="2432941" y="324834"/>
                  </a:cubicBezTo>
                  <a:cubicBezTo>
                    <a:pt x="2442885" y="324834"/>
                    <a:pt x="2446199" y="334778"/>
                    <a:pt x="2449514" y="334778"/>
                  </a:cubicBezTo>
                  <a:cubicBezTo>
                    <a:pt x="2456143" y="338093"/>
                    <a:pt x="2459458" y="338093"/>
                    <a:pt x="2466087" y="338093"/>
                  </a:cubicBezTo>
                  <a:cubicBezTo>
                    <a:pt x="2489289" y="338093"/>
                    <a:pt x="2482660" y="338093"/>
                    <a:pt x="2509177" y="321519"/>
                  </a:cubicBezTo>
                  <a:lnTo>
                    <a:pt x="2532380" y="324834"/>
                  </a:lnTo>
                  <a:close/>
                  <a:moveTo>
                    <a:pt x="2214175" y="381183"/>
                  </a:moveTo>
                  <a:cubicBezTo>
                    <a:pt x="2280467" y="414329"/>
                    <a:pt x="2346760" y="493880"/>
                    <a:pt x="2413053" y="536971"/>
                  </a:cubicBezTo>
                  <a:cubicBezTo>
                    <a:pt x="2409738" y="540285"/>
                    <a:pt x="2409738" y="540285"/>
                    <a:pt x="2399794" y="540285"/>
                  </a:cubicBezTo>
                  <a:cubicBezTo>
                    <a:pt x="2373277" y="540285"/>
                    <a:pt x="2217489" y="401071"/>
                    <a:pt x="2104792" y="357980"/>
                  </a:cubicBezTo>
                  <a:cubicBezTo>
                    <a:pt x="2088219" y="351351"/>
                    <a:pt x="2068331" y="348037"/>
                    <a:pt x="2048443" y="344722"/>
                  </a:cubicBezTo>
                  <a:cubicBezTo>
                    <a:pt x="2021926" y="341407"/>
                    <a:pt x="1988780" y="351351"/>
                    <a:pt x="1962263" y="328149"/>
                  </a:cubicBezTo>
                  <a:cubicBezTo>
                    <a:pt x="1962263" y="314890"/>
                    <a:pt x="1992094" y="318205"/>
                    <a:pt x="2005353" y="318205"/>
                  </a:cubicBezTo>
                  <a:cubicBezTo>
                    <a:pt x="2078275" y="318205"/>
                    <a:pt x="2137938" y="341407"/>
                    <a:pt x="2214175" y="381183"/>
                  </a:cubicBezTo>
                  <a:close/>
                  <a:moveTo>
                    <a:pt x="742478" y="334778"/>
                  </a:moveTo>
                  <a:cubicBezTo>
                    <a:pt x="739163" y="338093"/>
                    <a:pt x="732534" y="341407"/>
                    <a:pt x="725905" y="341407"/>
                  </a:cubicBezTo>
                  <a:cubicBezTo>
                    <a:pt x="715961" y="341407"/>
                    <a:pt x="696073" y="338093"/>
                    <a:pt x="679500" y="331463"/>
                  </a:cubicBezTo>
                  <a:cubicBezTo>
                    <a:pt x="686129" y="328149"/>
                    <a:pt x="692758" y="314890"/>
                    <a:pt x="699388" y="314890"/>
                  </a:cubicBezTo>
                  <a:cubicBezTo>
                    <a:pt x="709331" y="314890"/>
                    <a:pt x="729219" y="328149"/>
                    <a:pt x="742478" y="334778"/>
                  </a:cubicBezTo>
                  <a:close/>
                  <a:moveTo>
                    <a:pt x="636410" y="331463"/>
                  </a:moveTo>
                  <a:cubicBezTo>
                    <a:pt x="593319" y="331463"/>
                    <a:pt x="563488" y="354666"/>
                    <a:pt x="533656" y="354666"/>
                  </a:cubicBezTo>
                  <a:cubicBezTo>
                    <a:pt x="527027" y="354666"/>
                    <a:pt x="523712" y="348037"/>
                    <a:pt x="517083" y="341407"/>
                  </a:cubicBezTo>
                  <a:cubicBezTo>
                    <a:pt x="527027" y="328149"/>
                    <a:pt x="593319" y="311576"/>
                    <a:pt x="613207" y="311576"/>
                  </a:cubicBezTo>
                  <a:cubicBezTo>
                    <a:pt x="626466" y="311576"/>
                    <a:pt x="633095" y="308261"/>
                    <a:pt x="636410" y="331463"/>
                  </a:cubicBezTo>
                  <a:close/>
                  <a:moveTo>
                    <a:pt x="2701426" y="328149"/>
                  </a:moveTo>
                  <a:lnTo>
                    <a:pt x="2701426" y="348037"/>
                  </a:lnTo>
                  <a:cubicBezTo>
                    <a:pt x="2701426" y="348037"/>
                    <a:pt x="2701426" y="351351"/>
                    <a:pt x="2694797" y="351351"/>
                  </a:cubicBezTo>
                  <a:cubicBezTo>
                    <a:pt x="2684853" y="351351"/>
                    <a:pt x="2655021" y="334778"/>
                    <a:pt x="2635133" y="324834"/>
                  </a:cubicBezTo>
                  <a:lnTo>
                    <a:pt x="2635133" y="304946"/>
                  </a:lnTo>
                  <a:cubicBezTo>
                    <a:pt x="2655021" y="308261"/>
                    <a:pt x="2678223" y="318205"/>
                    <a:pt x="2701426" y="328149"/>
                  </a:cubicBezTo>
                  <a:close/>
                  <a:moveTo>
                    <a:pt x="2432941" y="311576"/>
                  </a:moveTo>
                  <a:cubicBezTo>
                    <a:pt x="2409738" y="314890"/>
                    <a:pt x="2383221" y="318205"/>
                    <a:pt x="2363333" y="324834"/>
                  </a:cubicBezTo>
                  <a:cubicBezTo>
                    <a:pt x="2350075" y="328149"/>
                    <a:pt x="2330187" y="341407"/>
                    <a:pt x="2323558" y="341407"/>
                  </a:cubicBezTo>
                  <a:cubicBezTo>
                    <a:pt x="2313614" y="341407"/>
                    <a:pt x="2313614" y="334778"/>
                    <a:pt x="2306984" y="328149"/>
                  </a:cubicBezTo>
                  <a:cubicBezTo>
                    <a:pt x="2330187" y="314890"/>
                    <a:pt x="2376592" y="304946"/>
                    <a:pt x="2406424" y="304946"/>
                  </a:cubicBezTo>
                  <a:cubicBezTo>
                    <a:pt x="2413053" y="304946"/>
                    <a:pt x="2426311" y="301632"/>
                    <a:pt x="2432941" y="311576"/>
                  </a:cubicBezTo>
                  <a:close/>
                  <a:moveTo>
                    <a:pt x="4252674" y="480622"/>
                  </a:moveTo>
                  <a:cubicBezTo>
                    <a:pt x="4265933" y="493880"/>
                    <a:pt x="4289135" y="503824"/>
                    <a:pt x="4309023" y="510454"/>
                  </a:cubicBezTo>
                  <a:cubicBezTo>
                    <a:pt x="4242730" y="517083"/>
                    <a:pt x="4163179" y="450790"/>
                    <a:pt x="4096887" y="404385"/>
                  </a:cubicBezTo>
                  <a:cubicBezTo>
                    <a:pt x="4060425" y="377868"/>
                    <a:pt x="4023964" y="354666"/>
                    <a:pt x="3987503" y="344722"/>
                  </a:cubicBezTo>
                  <a:cubicBezTo>
                    <a:pt x="3954357" y="334778"/>
                    <a:pt x="3894694" y="334778"/>
                    <a:pt x="3888064" y="334778"/>
                  </a:cubicBezTo>
                  <a:cubicBezTo>
                    <a:pt x="3851604" y="334778"/>
                    <a:pt x="3808513" y="348037"/>
                    <a:pt x="3808513" y="348037"/>
                  </a:cubicBezTo>
                  <a:cubicBezTo>
                    <a:pt x="3798569" y="348037"/>
                    <a:pt x="3791940" y="338093"/>
                    <a:pt x="3781996" y="331463"/>
                  </a:cubicBezTo>
                  <a:cubicBezTo>
                    <a:pt x="3798569" y="311576"/>
                    <a:pt x="3871491" y="301632"/>
                    <a:pt x="3898008" y="301632"/>
                  </a:cubicBezTo>
                  <a:cubicBezTo>
                    <a:pt x="4014021" y="301632"/>
                    <a:pt x="4136662" y="391127"/>
                    <a:pt x="4252674" y="480622"/>
                  </a:cubicBezTo>
                  <a:close/>
                  <a:moveTo>
                    <a:pt x="1494899" y="384497"/>
                  </a:moveTo>
                  <a:cubicBezTo>
                    <a:pt x="1501529" y="387812"/>
                    <a:pt x="1508158" y="384497"/>
                    <a:pt x="1518102" y="384497"/>
                  </a:cubicBezTo>
                  <a:cubicBezTo>
                    <a:pt x="1524731" y="384497"/>
                    <a:pt x="1547934" y="404385"/>
                    <a:pt x="1554563" y="404385"/>
                  </a:cubicBezTo>
                  <a:cubicBezTo>
                    <a:pt x="1564507" y="404385"/>
                    <a:pt x="1567821" y="397756"/>
                    <a:pt x="1571136" y="394441"/>
                  </a:cubicBezTo>
                  <a:lnTo>
                    <a:pt x="1587709" y="394441"/>
                  </a:lnTo>
                  <a:cubicBezTo>
                    <a:pt x="1594338" y="394441"/>
                    <a:pt x="1607597" y="391127"/>
                    <a:pt x="1614226" y="414329"/>
                  </a:cubicBezTo>
                  <a:lnTo>
                    <a:pt x="1624170" y="424273"/>
                  </a:lnTo>
                  <a:cubicBezTo>
                    <a:pt x="1647373" y="394441"/>
                    <a:pt x="1637429" y="381183"/>
                    <a:pt x="1663946" y="381183"/>
                  </a:cubicBezTo>
                  <a:cubicBezTo>
                    <a:pt x="1673890" y="381183"/>
                    <a:pt x="1693777" y="404385"/>
                    <a:pt x="1700407" y="411015"/>
                  </a:cubicBezTo>
                  <a:cubicBezTo>
                    <a:pt x="1690463" y="417644"/>
                    <a:pt x="1677204" y="417644"/>
                    <a:pt x="1670575" y="424273"/>
                  </a:cubicBezTo>
                  <a:cubicBezTo>
                    <a:pt x="1660631" y="430902"/>
                    <a:pt x="1660631" y="444161"/>
                    <a:pt x="1654002" y="454105"/>
                  </a:cubicBezTo>
                  <a:lnTo>
                    <a:pt x="1654002" y="464049"/>
                  </a:lnTo>
                  <a:cubicBezTo>
                    <a:pt x="1657316" y="467363"/>
                    <a:pt x="1654002" y="467363"/>
                    <a:pt x="1660631" y="467363"/>
                  </a:cubicBezTo>
                  <a:cubicBezTo>
                    <a:pt x="1670575" y="467363"/>
                    <a:pt x="1673890" y="460734"/>
                    <a:pt x="1680519" y="460734"/>
                  </a:cubicBezTo>
                  <a:cubicBezTo>
                    <a:pt x="1690463" y="460734"/>
                    <a:pt x="1690463" y="464049"/>
                    <a:pt x="1693777" y="467363"/>
                  </a:cubicBezTo>
                  <a:cubicBezTo>
                    <a:pt x="1687148" y="477307"/>
                    <a:pt x="1683834" y="490566"/>
                    <a:pt x="1683834" y="497195"/>
                  </a:cubicBezTo>
                  <a:cubicBezTo>
                    <a:pt x="1683834" y="503824"/>
                    <a:pt x="1687148" y="510454"/>
                    <a:pt x="1693777" y="523712"/>
                  </a:cubicBezTo>
                  <a:cubicBezTo>
                    <a:pt x="1700407" y="530341"/>
                    <a:pt x="1693777" y="546915"/>
                    <a:pt x="1700407" y="556858"/>
                  </a:cubicBezTo>
                  <a:cubicBezTo>
                    <a:pt x="1746812" y="599949"/>
                    <a:pt x="1740182" y="583376"/>
                    <a:pt x="1740182" y="619836"/>
                  </a:cubicBezTo>
                  <a:cubicBezTo>
                    <a:pt x="1740182" y="626466"/>
                    <a:pt x="1743497" y="629780"/>
                    <a:pt x="1753441" y="629780"/>
                  </a:cubicBezTo>
                  <a:cubicBezTo>
                    <a:pt x="1760070" y="629780"/>
                    <a:pt x="1763385" y="613207"/>
                    <a:pt x="1773329" y="609893"/>
                  </a:cubicBezTo>
                  <a:cubicBezTo>
                    <a:pt x="1816419" y="583376"/>
                    <a:pt x="1809790" y="570117"/>
                    <a:pt x="1839621" y="570117"/>
                  </a:cubicBezTo>
                  <a:cubicBezTo>
                    <a:pt x="1846250" y="570117"/>
                    <a:pt x="1862824" y="570117"/>
                    <a:pt x="1872768" y="576746"/>
                  </a:cubicBezTo>
                  <a:cubicBezTo>
                    <a:pt x="1882712" y="586690"/>
                    <a:pt x="1895970" y="609893"/>
                    <a:pt x="1895970" y="619836"/>
                  </a:cubicBezTo>
                  <a:cubicBezTo>
                    <a:pt x="1895970" y="643039"/>
                    <a:pt x="1856194" y="626466"/>
                    <a:pt x="1846250" y="656297"/>
                  </a:cubicBezTo>
                  <a:cubicBezTo>
                    <a:pt x="1842936" y="659612"/>
                    <a:pt x="1846250" y="672871"/>
                    <a:pt x="1842936" y="682814"/>
                  </a:cubicBezTo>
                  <a:cubicBezTo>
                    <a:pt x="1839621" y="689444"/>
                    <a:pt x="1829677" y="696073"/>
                    <a:pt x="1826363" y="709332"/>
                  </a:cubicBezTo>
                  <a:cubicBezTo>
                    <a:pt x="1819733" y="719275"/>
                    <a:pt x="1819733" y="742478"/>
                    <a:pt x="1819733" y="752422"/>
                  </a:cubicBezTo>
                  <a:cubicBezTo>
                    <a:pt x="1819733" y="818714"/>
                    <a:pt x="1859509" y="875063"/>
                    <a:pt x="1932431" y="875063"/>
                  </a:cubicBezTo>
                  <a:cubicBezTo>
                    <a:pt x="1962263" y="875063"/>
                    <a:pt x="2021926" y="861805"/>
                    <a:pt x="2021926" y="818714"/>
                  </a:cubicBezTo>
                  <a:cubicBezTo>
                    <a:pt x="2021926" y="759051"/>
                    <a:pt x="1968892" y="775624"/>
                    <a:pt x="1968892" y="765680"/>
                  </a:cubicBezTo>
                  <a:cubicBezTo>
                    <a:pt x="1968892" y="742478"/>
                    <a:pt x="2018612" y="722590"/>
                    <a:pt x="2031870" y="722590"/>
                  </a:cubicBezTo>
                  <a:cubicBezTo>
                    <a:pt x="2038499" y="722590"/>
                    <a:pt x="2065016" y="732534"/>
                    <a:pt x="2065016" y="742478"/>
                  </a:cubicBezTo>
                  <a:cubicBezTo>
                    <a:pt x="2065016" y="749107"/>
                    <a:pt x="2058387" y="755736"/>
                    <a:pt x="2058387" y="762366"/>
                  </a:cubicBezTo>
                  <a:cubicBezTo>
                    <a:pt x="2058387" y="772310"/>
                    <a:pt x="2074960" y="785568"/>
                    <a:pt x="2074960" y="792197"/>
                  </a:cubicBezTo>
                  <a:cubicBezTo>
                    <a:pt x="2074960" y="802141"/>
                    <a:pt x="2068331" y="798827"/>
                    <a:pt x="2068331" y="805456"/>
                  </a:cubicBezTo>
                  <a:cubicBezTo>
                    <a:pt x="2068331" y="812085"/>
                    <a:pt x="2071646" y="818714"/>
                    <a:pt x="2078275" y="818714"/>
                  </a:cubicBezTo>
                  <a:cubicBezTo>
                    <a:pt x="2084904" y="818714"/>
                    <a:pt x="2091533" y="795512"/>
                    <a:pt x="2104792" y="788883"/>
                  </a:cubicBezTo>
                  <a:cubicBezTo>
                    <a:pt x="2118051" y="775624"/>
                    <a:pt x="2144568" y="775624"/>
                    <a:pt x="2161141" y="759051"/>
                  </a:cubicBezTo>
                  <a:cubicBezTo>
                    <a:pt x="2177714" y="742478"/>
                    <a:pt x="2177714" y="739163"/>
                    <a:pt x="2177714" y="722590"/>
                  </a:cubicBezTo>
                  <a:cubicBezTo>
                    <a:pt x="2177714" y="689444"/>
                    <a:pt x="2134624" y="633095"/>
                    <a:pt x="2094848" y="656297"/>
                  </a:cubicBezTo>
                  <a:cubicBezTo>
                    <a:pt x="2091533" y="652983"/>
                    <a:pt x="2091533" y="652983"/>
                    <a:pt x="2091533" y="646354"/>
                  </a:cubicBezTo>
                  <a:cubicBezTo>
                    <a:pt x="2091533" y="619836"/>
                    <a:pt x="2131309" y="593319"/>
                    <a:pt x="2147882" y="593319"/>
                  </a:cubicBezTo>
                  <a:cubicBezTo>
                    <a:pt x="2184343" y="593319"/>
                    <a:pt x="2220804" y="636410"/>
                    <a:pt x="2220804" y="669556"/>
                  </a:cubicBezTo>
                  <a:cubicBezTo>
                    <a:pt x="2220804" y="676185"/>
                    <a:pt x="2210860" y="689444"/>
                    <a:pt x="2210860" y="699388"/>
                  </a:cubicBezTo>
                  <a:cubicBezTo>
                    <a:pt x="2207546" y="709332"/>
                    <a:pt x="2210860" y="725905"/>
                    <a:pt x="2204231" y="745793"/>
                  </a:cubicBezTo>
                  <a:cubicBezTo>
                    <a:pt x="2197602" y="762366"/>
                    <a:pt x="2164455" y="785568"/>
                    <a:pt x="2147882" y="795512"/>
                  </a:cubicBezTo>
                  <a:cubicBezTo>
                    <a:pt x="2121365" y="808771"/>
                    <a:pt x="2104792" y="858490"/>
                    <a:pt x="2104792" y="878378"/>
                  </a:cubicBezTo>
                  <a:cubicBezTo>
                    <a:pt x="2104792" y="914839"/>
                    <a:pt x="2151197" y="928097"/>
                    <a:pt x="2174399" y="928097"/>
                  </a:cubicBezTo>
                  <a:cubicBezTo>
                    <a:pt x="2200916" y="928097"/>
                    <a:pt x="2240692" y="898266"/>
                    <a:pt x="2240692" y="875063"/>
                  </a:cubicBezTo>
                  <a:cubicBezTo>
                    <a:pt x="2240692" y="868434"/>
                    <a:pt x="2230748" y="861805"/>
                    <a:pt x="2230748" y="851861"/>
                  </a:cubicBezTo>
                  <a:cubicBezTo>
                    <a:pt x="2230748" y="835288"/>
                    <a:pt x="2240692" y="838602"/>
                    <a:pt x="2247321" y="838602"/>
                  </a:cubicBezTo>
                  <a:cubicBezTo>
                    <a:pt x="2263894" y="838602"/>
                    <a:pt x="2273838" y="855175"/>
                    <a:pt x="2273838" y="861805"/>
                  </a:cubicBezTo>
                  <a:cubicBezTo>
                    <a:pt x="2273838" y="871749"/>
                    <a:pt x="2263894" y="871749"/>
                    <a:pt x="2263894" y="878378"/>
                  </a:cubicBezTo>
                  <a:cubicBezTo>
                    <a:pt x="2263894" y="888322"/>
                    <a:pt x="2273838" y="891636"/>
                    <a:pt x="2273838" y="901580"/>
                  </a:cubicBezTo>
                  <a:cubicBezTo>
                    <a:pt x="2273838" y="938041"/>
                    <a:pt x="2210860" y="954614"/>
                    <a:pt x="2197602" y="954614"/>
                  </a:cubicBezTo>
                  <a:cubicBezTo>
                    <a:pt x="2187658" y="954614"/>
                    <a:pt x="2134624" y="944671"/>
                    <a:pt x="2124680" y="944671"/>
                  </a:cubicBezTo>
                  <a:cubicBezTo>
                    <a:pt x="2094848" y="944671"/>
                    <a:pt x="2084904" y="941356"/>
                    <a:pt x="2048443" y="981132"/>
                  </a:cubicBezTo>
                  <a:lnTo>
                    <a:pt x="2011982" y="981132"/>
                  </a:lnTo>
                  <a:cubicBezTo>
                    <a:pt x="2011982" y="961244"/>
                    <a:pt x="2048443" y="954614"/>
                    <a:pt x="2045129" y="931412"/>
                  </a:cubicBezTo>
                  <a:cubicBezTo>
                    <a:pt x="2018612" y="941356"/>
                    <a:pt x="1988780" y="981132"/>
                    <a:pt x="1972207" y="981132"/>
                  </a:cubicBezTo>
                  <a:cubicBezTo>
                    <a:pt x="1962263" y="981132"/>
                    <a:pt x="1965577" y="977817"/>
                    <a:pt x="1962263" y="977817"/>
                  </a:cubicBezTo>
                  <a:cubicBezTo>
                    <a:pt x="1982151" y="954614"/>
                    <a:pt x="2025241" y="914839"/>
                    <a:pt x="2045129" y="891636"/>
                  </a:cubicBezTo>
                  <a:cubicBezTo>
                    <a:pt x="2045129" y="891636"/>
                    <a:pt x="2045129" y="888322"/>
                    <a:pt x="2041814" y="885007"/>
                  </a:cubicBezTo>
                  <a:cubicBezTo>
                    <a:pt x="2008668" y="914839"/>
                    <a:pt x="1965577" y="961244"/>
                    <a:pt x="1929116" y="981132"/>
                  </a:cubicBezTo>
                  <a:cubicBezTo>
                    <a:pt x="1915858" y="981132"/>
                    <a:pt x="1912543" y="977817"/>
                    <a:pt x="1909229" y="977817"/>
                  </a:cubicBezTo>
                  <a:cubicBezTo>
                    <a:pt x="1925802" y="957929"/>
                    <a:pt x="1945690" y="941356"/>
                    <a:pt x="1962263" y="921468"/>
                  </a:cubicBezTo>
                  <a:lnTo>
                    <a:pt x="1955634" y="914839"/>
                  </a:lnTo>
                  <a:cubicBezTo>
                    <a:pt x="1929116" y="934727"/>
                    <a:pt x="1902599" y="971188"/>
                    <a:pt x="1872768" y="981132"/>
                  </a:cubicBezTo>
                  <a:cubicBezTo>
                    <a:pt x="1859509" y="981132"/>
                    <a:pt x="1856194" y="977817"/>
                    <a:pt x="1852880" y="977817"/>
                  </a:cubicBezTo>
                  <a:cubicBezTo>
                    <a:pt x="1866138" y="961244"/>
                    <a:pt x="1882712" y="944671"/>
                    <a:pt x="1899285" y="931412"/>
                  </a:cubicBezTo>
                  <a:cubicBezTo>
                    <a:pt x="1899285" y="931412"/>
                    <a:pt x="1899285" y="921468"/>
                    <a:pt x="1892655" y="921468"/>
                  </a:cubicBezTo>
                  <a:cubicBezTo>
                    <a:pt x="1876082" y="921468"/>
                    <a:pt x="1842936" y="981132"/>
                    <a:pt x="1816419" y="981132"/>
                  </a:cubicBezTo>
                  <a:cubicBezTo>
                    <a:pt x="1809790" y="981132"/>
                    <a:pt x="1806475" y="977817"/>
                    <a:pt x="1799846" y="977817"/>
                  </a:cubicBezTo>
                  <a:cubicBezTo>
                    <a:pt x="1826363" y="954614"/>
                    <a:pt x="1849565" y="924783"/>
                    <a:pt x="1869453" y="901580"/>
                  </a:cubicBezTo>
                  <a:cubicBezTo>
                    <a:pt x="1869453" y="901580"/>
                    <a:pt x="1869453" y="898266"/>
                    <a:pt x="1866138" y="894951"/>
                  </a:cubicBezTo>
                  <a:cubicBezTo>
                    <a:pt x="1836307" y="918154"/>
                    <a:pt x="1789902" y="981132"/>
                    <a:pt x="1763385" y="981132"/>
                  </a:cubicBezTo>
                  <a:cubicBezTo>
                    <a:pt x="1753441" y="981132"/>
                    <a:pt x="1746812" y="977817"/>
                    <a:pt x="1736868" y="977817"/>
                  </a:cubicBezTo>
                  <a:lnTo>
                    <a:pt x="1836307" y="878378"/>
                  </a:lnTo>
                  <a:cubicBezTo>
                    <a:pt x="1836307" y="875063"/>
                    <a:pt x="1836307" y="871749"/>
                    <a:pt x="1832992" y="868434"/>
                  </a:cubicBezTo>
                  <a:cubicBezTo>
                    <a:pt x="1789902" y="904895"/>
                    <a:pt x="1733553" y="981132"/>
                    <a:pt x="1687148" y="981132"/>
                  </a:cubicBezTo>
                  <a:cubicBezTo>
                    <a:pt x="1680519" y="981132"/>
                    <a:pt x="1677204" y="977817"/>
                    <a:pt x="1673890" y="977817"/>
                  </a:cubicBezTo>
                  <a:cubicBezTo>
                    <a:pt x="1703721" y="938041"/>
                    <a:pt x="1756755" y="914839"/>
                    <a:pt x="1783272" y="875063"/>
                  </a:cubicBezTo>
                  <a:cubicBezTo>
                    <a:pt x="1783272" y="875063"/>
                    <a:pt x="1783272" y="871749"/>
                    <a:pt x="1776643" y="871749"/>
                  </a:cubicBezTo>
                  <a:cubicBezTo>
                    <a:pt x="1760070" y="871749"/>
                    <a:pt x="1670575" y="981132"/>
                    <a:pt x="1620856" y="981132"/>
                  </a:cubicBezTo>
                  <a:cubicBezTo>
                    <a:pt x="1614226" y="981132"/>
                    <a:pt x="1614226" y="977817"/>
                    <a:pt x="1610912" y="977817"/>
                  </a:cubicBezTo>
                  <a:cubicBezTo>
                    <a:pt x="1650687" y="941356"/>
                    <a:pt x="1733553" y="885007"/>
                    <a:pt x="1773329" y="825344"/>
                  </a:cubicBezTo>
                  <a:lnTo>
                    <a:pt x="1766699" y="818714"/>
                  </a:lnTo>
                  <a:cubicBezTo>
                    <a:pt x="1746812" y="841917"/>
                    <a:pt x="1723609" y="868434"/>
                    <a:pt x="1700407" y="888322"/>
                  </a:cubicBezTo>
                  <a:cubicBezTo>
                    <a:pt x="1697092" y="891636"/>
                    <a:pt x="1591024" y="977817"/>
                    <a:pt x="1574451" y="977817"/>
                  </a:cubicBezTo>
                  <a:lnTo>
                    <a:pt x="1551248" y="977817"/>
                  </a:lnTo>
                  <a:cubicBezTo>
                    <a:pt x="1574451" y="957929"/>
                    <a:pt x="1604282" y="938041"/>
                    <a:pt x="1630799" y="911524"/>
                  </a:cubicBezTo>
                  <a:cubicBezTo>
                    <a:pt x="1630799" y="911524"/>
                    <a:pt x="1630799" y="908210"/>
                    <a:pt x="1624170" y="908210"/>
                  </a:cubicBezTo>
                  <a:cubicBezTo>
                    <a:pt x="1614226" y="908210"/>
                    <a:pt x="1524731" y="977817"/>
                    <a:pt x="1514787" y="977817"/>
                  </a:cubicBezTo>
                  <a:lnTo>
                    <a:pt x="1484956" y="977817"/>
                  </a:lnTo>
                  <a:cubicBezTo>
                    <a:pt x="1494899" y="961244"/>
                    <a:pt x="1537990" y="947985"/>
                    <a:pt x="1551248" y="921468"/>
                  </a:cubicBezTo>
                  <a:cubicBezTo>
                    <a:pt x="1551248" y="921468"/>
                    <a:pt x="1551248" y="918154"/>
                    <a:pt x="1547934" y="914839"/>
                  </a:cubicBezTo>
                  <a:cubicBezTo>
                    <a:pt x="1511473" y="951300"/>
                    <a:pt x="1475012" y="961244"/>
                    <a:pt x="1438551" y="977817"/>
                  </a:cubicBezTo>
                  <a:lnTo>
                    <a:pt x="1405404" y="974502"/>
                  </a:lnTo>
                  <a:cubicBezTo>
                    <a:pt x="1435236" y="951300"/>
                    <a:pt x="1471697" y="941356"/>
                    <a:pt x="1501529" y="911524"/>
                  </a:cubicBezTo>
                  <a:lnTo>
                    <a:pt x="1494899" y="904895"/>
                  </a:lnTo>
                  <a:cubicBezTo>
                    <a:pt x="1478326" y="914839"/>
                    <a:pt x="1359000" y="981132"/>
                    <a:pt x="1345741" y="981132"/>
                  </a:cubicBezTo>
                  <a:cubicBezTo>
                    <a:pt x="1335797" y="981132"/>
                    <a:pt x="1335797" y="977817"/>
                    <a:pt x="1199897" y="977817"/>
                  </a:cubicBezTo>
                  <a:cubicBezTo>
                    <a:pt x="1198792" y="976712"/>
                    <a:pt x="1198378" y="976298"/>
                    <a:pt x="1198378" y="976021"/>
                  </a:cubicBezTo>
                  <a:cubicBezTo>
                    <a:pt x="1198378" y="975193"/>
                    <a:pt x="1199897" y="974502"/>
                    <a:pt x="1199897" y="967873"/>
                  </a:cubicBezTo>
                  <a:cubicBezTo>
                    <a:pt x="1199897" y="961244"/>
                    <a:pt x="1120346" y="944671"/>
                    <a:pt x="1090514" y="928097"/>
                  </a:cubicBezTo>
                  <a:cubicBezTo>
                    <a:pt x="1024222" y="894951"/>
                    <a:pt x="951300" y="822029"/>
                    <a:pt x="888322" y="765680"/>
                  </a:cubicBezTo>
                  <a:cubicBezTo>
                    <a:pt x="808770" y="696073"/>
                    <a:pt x="696073" y="669556"/>
                    <a:pt x="609892" y="669556"/>
                  </a:cubicBezTo>
                  <a:cubicBezTo>
                    <a:pt x="603263" y="669556"/>
                    <a:pt x="573432" y="669556"/>
                    <a:pt x="553544" y="676185"/>
                  </a:cubicBezTo>
                  <a:cubicBezTo>
                    <a:pt x="546914" y="676185"/>
                    <a:pt x="533656" y="692758"/>
                    <a:pt x="527027" y="692758"/>
                  </a:cubicBezTo>
                  <a:cubicBezTo>
                    <a:pt x="517083" y="692758"/>
                    <a:pt x="510453" y="682814"/>
                    <a:pt x="503824" y="676185"/>
                  </a:cubicBezTo>
                  <a:cubicBezTo>
                    <a:pt x="540285" y="649668"/>
                    <a:pt x="609892" y="649668"/>
                    <a:pt x="659612" y="649668"/>
                  </a:cubicBezTo>
                  <a:cubicBezTo>
                    <a:pt x="908209" y="649668"/>
                    <a:pt x="1010963" y="961244"/>
                    <a:pt x="1249617" y="961244"/>
                  </a:cubicBezTo>
                  <a:cubicBezTo>
                    <a:pt x="1309280" y="961244"/>
                    <a:pt x="1392146" y="944671"/>
                    <a:pt x="1448495" y="904895"/>
                  </a:cubicBezTo>
                  <a:lnTo>
                    <a:pt x="1441865" y="898266"/>
                  </a:lnTo>
                  <a:cubicBezTo>
                    <a:pt x="1349056" y="941356"/>
                    <a:pt x="1329168" y="947985"/>
                    <a:pt x="1252931" y="947985"/>
                  </a:cubicBezTo>
                  <a:cubicBezTo>
                    <a:pt x="1130290" y="947985"/>
                    <a:pt x="1040795" y="861805"/>
                    <a:pt x="911524" y="742478"/>
                  </a:cubicBezTo>
                  <a:cubicBezTo>
                    <a:pt x="885007" y="719275"/>
                    <a:pt x="851861" y="706017"/>
                    <a:pt x="828658" y="686129"/>
                  </a:cubicBezTo>
                  <a:cubicBezTo>
                    <a:pt x="765680" y="646354"/>
                    <a:pt x="722590" y="636410"/>
                    <a:pt x="662927" y="636410"/>
                  </a:cubicBezTo>
                  <a:cubicBezTo>
                    <a:pt x="652983" y="636410"/>
                    <a:pt x="576746" y="639724"/>
                    <a:pt x="540285" y="646354"/>
                  </a:cubicBezTo>
                  <a:cubicBezTo>
                    <a:pt x="520397" y="649668"/>
                    <a:pt x="493880" y="666241"/>
                    <a:pt x="483936" y="666241"/>
                  </a:cubicBezTo>
                  <a:cubicBezTo>
                    <a:pt x="477307" y="666241"/>
                    <a:pt x="424273" y="643039"/>
                    <a:pt x="394441" y="629780"/>
                  </a:cubicBezTo>
                  <a:cubicBezTo>
                    <a:pt x="430902" y="576746"/>
                    <a:pt x="566802" y="560173"/>
                    <a:pt x="623151" y="560173"/>
                  </a:cubicBezTo>
                  <a:cubicBezTo>
                    <a:pt x="729219" y="560173"/>
                    <a:pt x="841917" y="599949"/>
                    <a:pt x="954614" y="722590"/>
                  </a:cubicBezTo>
                  <a:cubicBezTo>
                    <a:pt x="1007648" y="778939"/>
                    <a:pt x="1083885" y="841917"/>
                    <a:pt x="1150178" y="871749"/>
                  </a:cubicBezTo>
                  <a:cubicBezTo>
                    <a:pt x="1189953" y="891636"/>
                    <a:pt x="1236358" y="901580"/>
                    <a:pt x="1279448" y="901580"/>
                  </a:cubicBezTo>
                  <a:cubicBezTo>
                    <a:pt x="1312595" y="901580"/>
                    <a:pt x="1451809" y="891636"/>
                    <a:pt x="1451809" y="818714"/>
                  </a:cubicBezTo>
                  <a:cubicBezTo>
                    <a:pt x="1451809" y="782253"/>
                    <a:pt x="1428607" y="752422"/>
                    <a:pt x="1388831" y="752422"/>
                  </a:cubicBezTo>
                  <a:cubicBezTo>
                    <a:pt x="1335797" y="752422"/>
                    <a:pt x="1335797" y="795512"/>
                    <a:pt x="1325853" y="795512"/>
                  </a:cubicBezTo>
                  <a:cubicBezTo>
                    <a:pt x="1312595" y="795512"/>
                    <a:pt x="1302651" y="785568"/>
                    <a:pt x="1302651" y="775624"/>
                  </a:cubicBezTo>
                  <a:cubicBezTo>
                    <a:pt x="1302651" y="725905"/>
                    <a:pt x="1372258" y="732534"/>
                    <a:pt x="1372258" y="715961"/>
                  </a:cubicBezTo>
                  <a:cubicBezTo>
                    <a:pt x="1372258" y="709332"/>
                    <a:pt x="1359000" y="696073"/>
                    <a:pt x="1349056" y="689444"/>
                  </a:cubicBezTo>
                  <a:cubicBezTo>
                    <a:pt x="1335797" y="682814"/>
                    <a:pt x="1315909" y="689444"/>
                    <a:pt x="1305965" y="682814"/>
                  </a:cubicBezTo>
                  <a:cubicBezTo>
                    <a:pt x="1286078" y="676185"/>
                    <a:pt x="1266190" y="662927"/>
                    <a:pt x="1256246" y="662927"/>
                  </a:cubicBezTo>
                  <a:cubicBezTo>
                    <a:pt x="1246302" y="662927"/>
                    <a:pt x="1209841" y="672871"/>
                    <a:pt x="1209841" y="689444"/>
                  </a:cubicBezTo>
                  <a:cubicBezTo>
                    <a:pt x="1209841" y="699388"/>
                    <a:pt x="1233043" y="712646"/>
                    <a:pt x="1233043" y="722590"/>
                  </a:cubicBezTo>
                  <a:cubicBezTo>
                    <a:pt x="1233043" y="735849"/>
                    <a:pt x="1206526" y="735849"/>
                    <a:pt x="1203212" y="735849"/>
                  </a:cubicBezTo>
                  <a:cubicBezTo>
                    <a:pt x="1196583" y="735849"/>
                    <a:pt x="1189953" y="735849"/>
                    <a:pt x="1183324" y="729219"/>
                  </a:cubicBezTo>
                  <a:cubicBezTo>
                    <a:pt x="1180009" y="725905"/>
                    <a:pt x="1180009" y="715961"/>
                    <a:pt x="1176695" y="709332"/>
                  </a:cubicBezTo>
                  <a:cubicBezTo>
                    <a:pt x="1170065" y="702702"/>
                    <a:pt x="1160122" y="696073"/>
                    <a:pt x="1160122" y="686129"/>
                  </a:cubicBezTo>
                  <a:cubicBezTo>
                    <a:pt x="1160122" y="679500"/>
                    <a:pt x="1180009" y="672871"/>
                    <a:pt x="1186639" y="662927"/>
                  </a:cubicBezTo>
                  <a:cubicBezTo>
                    <a:pt x="1189953" y="662927"/>
                    <a:pt x="1196583" y="662927"/>
                    <a:pt x="1199897" y="659612"/>
                  </a:cubicBezTo>
                  <a:cubicBezTo>
                    <a:pt x="1213156" y="643039"/>
                    <a:pt x="1246302" y="629780"/>
                    <a:pt x="1259561" y="629780"/>
                  </a:cubicBezTo>
                  <a:cubicBezTo>
                    <a:pt x="1305965" y="629780"/>
                    <a:pt x="1335797" y="702702"/>
                    <a:pt x="1388831" y="702702"/>
                  </a:cubicBezTo>
                  <a:cubicBezTo>
                    <a:pt x="1395461" y="702702"/>
                    <a:pt x="1408719" y="692758"/>
                    <a:pt x="1408719" y="682814"/>
                  </a:cubicBezTo>
                  <a:cubicBezTo>
                    <a:pt x="1408719" y="676185"/>
                    <a:pt x="1402090" y="669556"/>
                    <a:pt x="1398775" y="662927"/>
                  </a:cubicBezTo>
                  <a:cubicBezTo>
                    <a:pt x="1402090" y="656297"/>
                    <a:pt x="1408719" y="649668"/>
                    <a:pt x="1418663" y="649668"/>
                  </a:cubicBezTo>
                  <a:cubicBezTo>
                    <a:pt x="1438551" y="649668"/>
                    <a:pt x="1455124" y="662927"/>
                    <a:pt x="1455124" y="682814"/>
                  </a:cubicBezTo>
                  <a:cubicBezTo>
                    <a:pt x="1455124" y="689444"/>
                    <a:pt x="1448495" y="702702"/>
                    <a:pt x="1441865" y="712646"/>
                  </a:cubicBezTo>
                  <a:lnTo>
                    <a:pt x="1448495" y="719275"/>
                  </a:lnTo>
                  <a:cubicBezTo>
                    <a:pt x="1455124" y="715961"/>
                    <a:pt x="1461753" y="706017"/>
                    <a:pt x="1471697" y="696073"/>
                  </a:cubicBezTo>
                  <a:cubicBezTo>
                    <a:pt x="1475012" y="699388"/>
                    <a:pt x="1481641" y="706017"/>
                    <a:pt x="1481641" y="715961"/>
                  </a:cubicBezTo>
                  <a:cubicBezTo>
                    <a:pt x="1481641" y="729219"/>
                    <a:pt x="1471697" y="729219"/>
                    <a:pt x="1461753" y="742478"/>
                  </a:cubicBezTo>
                  <a:cubicBezTo>
                    <a:pt x="1468382" y="749107"/>
                    <a:pt x="1498214" y="788883"/>
                    <a:pt x="1498214" y="798827"/>
                  </a:cubicBezTo>
                  <a:cubicBezTo>
                    <a:pt x="1498214" y="808771"/>
                    <a:pt x="1488270" y="815400"/>
                    <a:pt x="1488270" y="825344"/>
                  </a:cubicBezTo>
                  <a:cubicBezTo>
                    <a:pt x="1488270" y="855175"/>
                    <a:pt x="1591024" y="871749"/>
                    <a:pt x="1600968" y="871749"/>
                  </a:cubicBezTo>
                  <a:cubicBezTo>
                    <a:pt x="1660631" y="871749"/>
                    <a:pt x="1740182" y="835288"/>
                    <a:pt x="1740182" y="759051"/>
                  </a:cubicBezTo>
                  <a:cubicBezTo>
                    <a:pt x="1740182" y="735849"/>
                    <a:pt x="1726924" y="696073"/>
                    <a:pt x="1697092" y="696073"/>
                  </a:cubicBezTo>
                  <a:cubicBezTo>
                    <a:pt x="1634114" y="696073"/>
                    <a:pt x="1654002" y="755736"/>
                    <a:pt x="1617541" y="755736"/>
                  </a:cubicBezTo>
                  <a:cubicBezTo>
                    <a:pt x="1591024" y="755736"/>
                    <a:pt x="1591024" y="729219"/>
                    <a:pt x="1591024" y="722590"/>
                  </a:cubicBezTo>
                  <a:cubicBezTo>
                    <a:pt x="1591024" y="676185"/>
                    <a:pt x="1640743" y="636410"/>
                    <a:pt x="1673890" y="636410"/>
                  </a:cubicBezTo>
                  <a:cubicBezTo>
                    <a:pt x="1683834" y="636410"/>
                    <a:pt x="1700407" y="636410"/>
                    <a:pt x="1710351" y="643039"/>
                  </a:cubicBezTo>
                  <a:cubicBezTo>
                    <a:pt x="1716980" y="646354"/>
                    <a:pt x="1720294" y="656297"/>
                    <a:pt x="1726924" y="656297"/>
                  </a:cubicBezTo>
                  <a:cubicBezTo>
                    <a:pt x="1736868" y="656297"/>
                    <a:pt x="1733553" y="656297"/>
                    <a:pt x="1736868" y="652983"/>
                  </a:cubicBezTo>
                  <a:cubicBezTo>
                    <a:pt x="1716980" y="626466"/>
                    <a:pt x="1677204" y="633095"/>
                    <a:pt x="1690463" y="606578"/>
                  </a:cubicBezTo>
                  <a:cubicBezTo>
                    <a:pt x="1700407" y="576746"/>
                    <a:pt x="1657316" y="543600"/>
                    <a:pt x="1637429" y="543600"/>
                  </a:cubicBezTo>
                  <a:cubicBezTo>
                    <a:pt x="1617541" y="543600"/>
                    <a:pt x="1587709" y="580061"/>
                    <a:pt x="1587709" y="580061"/>
                  </a:cubicBezTo>
                  <a:cubicBezTo>
                    <a:pt x="1571136" y="580061"/>
                    <a:pt x="1571136" y="563488"/>
                    <a:pt x="1571136" y="563488"/>
                  </a:cubicBezTo>
                  <a:cubicBezTo>
                    <a:pt x="1571136" y="533656"/>
                    <a:pt x="1604282" y="520397"/>
                    <a:pt x="1620856" y="520397"/>
                  </a:cubicBezTo>
                  <a:cubicBezTo>
                    <a:pt x="1630799" y="520397"/>
                    <a:pt x="1640743" y="527027"/>
                    <a:pt x="1654002" y="530341"/>
                  </a:cubicBezTo>
                  <a:cubicBezTo>
                    <a:pt x="1654002" y="527027"/>
                    <a:pt x="1657316" y="530341"/>
                    <a:pt x="1657316" y="520397"/>
                  </a:cubicBezTo>
                  <a:cubicBezTo>
                    <a:pt x="1657316" y="500510"/>
                    <a:pt x="1617541" y="490566"/>
                    <a:pt x="1614226" y="483936"/>
                  </a:cubicBezTo>
                  <a:cubicBezTo>
                    <a:pt x="1604282" y="473993"/>
                    <a:pt x="1604282" y="457419"/>
                    <a:pt x="1594338" y="447476"/>
                  </a:cubicBezTo>
                  <a:cubicBezTo>
                    <a:pt x="1584395" y="430902"/>
                    <a:pt x="1561192" y="424273"/>
                    <a:pt x="1547934" y="424273"/>
                  </a:cubicBezTo>
                  <a:cubicBezTo>
                    <a:pt x="1524731" y="424273"/>
                    <a:pt x="1494899" y="447476"/>
                    <a:pt x="1484956" y="473993"/>
                  </a:cubicBezTo>
                  <a:cubicBezTo>
                    <a:pt x="1475012" y="467363"/>
                    <a:pt x="1468382" y="457419"/>
                    <a:pt x="1468382" y="450790"/>
                  </a:cubicBezTo>
                  <a:cubicBezTo>
                    <a:pt x="1468382" y="437532"/>
                    <a:pt x="1475012" y="417644"/>
                    <a:pt x="1501529" y="427588"/>
                  </a:cubicBezTo>
                  <a:cubicBezTo>
                    <a:pt x="1504843" y="424273"/>
                    <a:pt x="1504843" y="427588"/>
                    <a:pt x="1504843" y="417644"/>
                  </a:cubicBezTo>
                  <a:cubicBezTo>
                    <a:pt x="1504843" y="411015"/>
                    <a:pt x="1481641" y="394441"/>
                    <a:pt x="1475012" y="387812"/>
                  </a:cubicBezTo>
                  <a:cubicBezTo>
                    <a:pt x="1471697" y="381183"/>
                    <a:pt x="1471697" y="367924"/>
                    <a:pt x="1461753" y="361295"/>
                  </a:cubicBezTo>
                  <a:cubicBezTo>
                    <a:pt x="1448495" y="344722"/>
                    <a:pt x="1428607" y="334778"/>
                    <a:pt x="1415348" y="334778"/>
                  </a:cubicBezTo>
                  <a:cubicBezTo>
                    <a:pt x="1395461" y="334778"/>
                    <a:pt x="1342426" y="344722"/>
                    <a:pt x="1342426" y="374554"/>
                  </a:cubicBezTo>
                  <a:cubicBezTo>
                    <a:pt x="1342426" y="384497"/>
                    <a:pt x="1355685" y="387812"/>
                    <a:pt x="1355685" y="397756"/>
                  </a:cubicBezTo>
                  <a:cubicBezTo>
                    <a:pt x="1355685" y="404385"/>
                    <a:pt x="1342426" y="414329"/>
                    <a:pt x="1335797" y="414329"/>
                  </a:cubicBezTo>
                  <a:cubicBezTo>
                    <a:pt x="1309280" y="414329"/>
                    <a:pt x="1305965" y="374554"/>
                    <a:pt x="1305965" y="371239"/>
                  </a:cubicBezTo>
                  <a:cubicBezTo>
                    <a:pt x="1305965" y="321519"/>
                    <a:pt x="1362314" y="301632"/>
                    <a:pt x="1395461" y="301632"/>
                  </a:cubicBezTo>
                  <a:cubicBezTo>
                    <a:pt x="1431921" y="301632"/>
                    <a:pt x="1494899" y="321519"/>
                    <a:pt x="1494899" y="384497"/>
                  </a:cubicBezTo>
                  <a:close/>
                  <a:moveTo>
                    <a:pt x="3284801" y="338093"/>
                  </a:moveTo>
                  <a:cubicBezTo>
                    <a:pt x="3294745" y="348037"/>
                    <a:pt x="3301374" y="367924"/>
                    <a:pt x="3308004" y="377868"/>
                  </a:cubicBezTo>
                  <a:cubicBezTo>
                    <a:pt x="3321262" y="377868"/>
                    <a:pt x="3357723" y="377868"/>
                    <a:pt x="3364353" y="404385"/>
                  </a:cubicBezTo>
                  <a:cubicBezTo>
                    <a:pt x="3377611" y="407700"/>
                    <a:pt x="3394184" y="404385"/>
                    <a:pt x="3407443" y="404385"/>
                  </a:cubicBezTo>
                  <a:cubicBezTo>
                    <a:pt x="3414072" y="411015"/>
                    <a:pt x="3417387" y="420958"/>
                    <a:pt x="3427331" y="430902"/>
                  </a:cubicBezTo>
                  <a:cubicBezTo>
                    <a:pt x="3433960" y="424273"/>
                    <a:pt x="3433960" y="411015"/>
                    <a:pt x="3437274" y="404385"/>
                  </a:cubicBezTo>
                  <a:cubicBezTo>
                    <a:pt x="3447218" y="397756"/>
                    <a:pt x="3460477" y="384497"/>
                    <a:pt x="3470421" y="384497"/>
                  </a:cubicBezTo>
                  <a:cubicBezTo>
                    <a:pt x="3483679" y="384497"/>
                    <a:pt x="3500252" y="391127"/>
                    <a:pt x="3500252" y="404385"/>
                  </a:cubicBezTo>
                  <a:cubicBezTo>
                    <a:pt x="3500252" y="427588"/>
                    <a:pt x="3470421" y="437532"/>
                    <a:pt x="3470421" y="447476"/>
                  </a:cubicBezTo>
                  <a:cubicBezTo>
                    <a:pt x="3470421" y="454105"/>
                    <a:pt x="3496938" y="470678"/>
                    <a:pt x="3496938" y="480622"/>
                  </a:cubicBezTo>
                  <a:cubicBezTo>
                    <a:pt x="3496938" y="487251"/>
                    <a:pt x="3483679" y="500510"/>
                    <a:pt x="3477050" y="500510"/>
                  </a:cubicBezTo>
                  <a:cubicBezTo>
                    <a:pt x="3467106" y="500510"/>
                    <a:pt x="3440589" y="490566"/>
                    <a:pt x="3417387" y="490566"/>
                  </a:cubicBezTo>
                  <a:cubicBezTo>
                    <a:pt x="3417387" y="460734"/>
                    <a:pt x="3377611" y="420958"/>
                    <a:pt x="3351094" y="420958"/>
                  </a:cubicBezTo>
                  <a:cubicBezTo>
                    <a:pt x="3341150" y="420958"/>
                    <a:pt x="3301374" y="444161"/>
                    <a:pt x="3298060" y="454105"/>
                  </a:cubicBezTo>
                  <a:cubicBezTo>
                    <a:pt x="3291431" y="460734"/>
                    <a:pt x="3294745" y="477307"/>
                    <a:pt x="3288116" y="487251"/>
                  </a:cubicBezTo>
                  <a:cubicBezTo>
                    <a:pt x="3281487" y="483936"/>
                    <a:pt x="3274857" y="480622"/>
                    <a:pt x="3271543" y="473993"/>
                  </a:cubicBezTo>
                  <a:cubicBezTo>
                    <a:pt x="3271543" y="470678"/>
                    <a:pt x="3278172" y="464049"/>
                    <a:pt x="3281487" y="457419"/>
                  </a:cubicBezTo>
                  <a:cubicBezTo>
                    <a:pt x="3278172" y="450790"/>
                    <a:pt x="3271543" y="450790"/>
                    <a:pt x="3264913" y="447476"/>
                  </a:cubicBezTo>
                  <a:cubicBezTo>
                    <a:pt x="3264913" y="430902"/>
                    <a:pt x="3281487" y="424273"/>
                    <a:pt x="3301374" y="427588"/>
                  </a:cubicBezTo>
                  <a:cubicBezTo>
                    <a:pt x="3301374" y="424273"/>
                    <a:pt x="3304689" y="424273"/>
                    <a:pt x="3304689" y="414329"/>
                  </a:cubicBezTo>
                  <a:cubicBezTo>
                    <a:pt x="3304689" y="404385"/>
                    <a:pt x="3278172" y="391127"/>
                    <a:pt x="3278172" y="387812"/>
                  </a:cubicBezTo>
                  <a:cubicBezTo>
                    <a:pt x="3268228" y="381183"/>
                    <a:pt x="3261599" y="364610"/>
                    <a:pt x="3248340" y="354666"/>
                  </a:cubicBezTo>
                  <a:cubicBezTo>
                    <a:pt x="3238396" y="344722"/>
                    <a:pt x="3221823" y="341407"/>
                    <a:pt x="3211879" y="341407"/>
                  </a:cubicBezTo>
                  <a:cubicBezTo>
                    <a:pt x="3182048" y="341407"/>
                    <a:pt x="3125699" y="357980"/>
                    <a:pt x="3145587" y="411015"/>
                  </a:cubicBezTo>
                  <a:cubicBezTo>
                    <a:pt x="3142272" y="411015"/>
                    <a:pt x="3142272" y="414329"/>
                    <a:pt x="3132328" y="414329"/>
                  </a:cubicBezTo>
                  <a:cubicBezTo>
                    <a:pt x="3115755" y="414329"/>
                    <a:pt x="3102496" y="397756"/>
                    <a:pt x="3102496" y="387812"/>
                  </a:cubicBezTo>
                  <a:cubicBezTo>
                    <a:pt x="3102496" y="331463"/>
                    <a:pt x="3165474" y="298317"/>
                    <a:pt x="3201935" y="298317"/>
                  </a:cubicBezTo>
                  <a:cubicBezTo>
                    <a:pt x="3231767" y="298317"/>
                    <a:pt x="3258284" y="304946"/>
                    <a:pt x="3284801" y="338093"/>
                  </a:cubicBezTo>
                  <a:close/>
                  <a:moveTo>
                    <a:pt x="745792" y="295002"/>
                  </a:moveTo>
                  <a:cubicBezTo>
                    <a:pt x="762366" y="304946"/>
                    <a:pt x="782253" y="298317"/>
                    <a:pt x="795512" y="324834"/>
                  </a:cubicBezTo>
                  <a:lnTo>
                    <a:pt x="795512" y="338093"/>
                  </a:lnTo>
                  <a:cubicBezTo>
                    <a:pt x="792197" y="341407"/>
                    <a:pt x="795512" y="341407"/>
                    <a:pt x="785568" y="341407"/>
                  </a:cubicBezTo>
                  <a:cubicBezTo>
                    <a:pt x="778939" y="341407"/>
                    <a:pt x="762366" y="328149"/>
                    <a:pt x="749107" y="321519"/>
                  </a:cubicBezTo>
                  <a:cubicBezTo>
                    <a:pt x="735849" y="314890"/>
                    <a:pt x="709331" y="314890"/>
                    <a:pt x="712646" y="295002"/>
                  </a:cubicBezTo>
                  <a:lnTo>
                    <a:pt x="745792" y="295002"/>
                  </a:lnTo>
                  <a:close/>
                  <a:moveTo>
                    <a:pt x="3934469" y="517083"/>
                  </a:moveTo>
                  <a:cubicBezTo>
                    <a:pt x="3941098" y="536971"/>
                    <a:pt x="3957672" y="560173"/>
                    <a:pt x="3964301" y="583376"/>
                  </a:cubicBezTo>
                  <a:cubicBezTo>
                    <a:pt x="3957672" y="590005"/>
                    <a:pt x="3951042" y="593319"/>
                    <a:pt x="3941098" y="593319"/>
                  </a:cubicBezTo>
                  <a:cubicBezTo>
                    <a:pt x="3934469" y="593319"/>
                    <a:pt x="3934469" y="593319"/>
                    <a:pt x="3931155" y="590005"/>
                  </a:cubicBezTo>
                  <a:cubicBezTo>
                    <a:pt x="3874806" y="447476"/>
                    <a:pt x="3702445" y="344722"/>
                    <a:pt x="3593062" y="344722"/>
                  </a:cubicBezTo>
                  <a:cubicBezTo>
                    <a:pt x="3586433" y="344722"/>
                    <a:pt x="3500252" y="361295"/>
                    <a:pt x="3457162" y="371239"/>
                  </a:cubicBezTo>
                  <a:cubicBezTo>
                    <a:pt x="3443904" y="374554"/>
                    <a:pt x="3430645" y="394441"/>
                    <a:pt x="3420701" y="394441"/>
                  </a:cubicBezTo>
                  <a:cubicBezTo>
                    <a:pt x="3414072" y="394441"/>
                    <a:pt x="3407443" y="387812"/>
                    <a:pt x="3400814" y="387812"/>
                  </a:cubicBezTo>
                  <a:cubicBezTo>
                    <a:pt x="3394184" y="384497"/>
                    <a:pt x="3380926" y="391127"/>
                    <a:pt x="3374296" y="387812"/>
                  </a:cubicBezTo>
                  <a:cubicBezTo>
                    <a:pt x="3364353" y="384497"/>
                    <a:pt x="3354409" y="374554"/>
                    <a:pt x="3354409" y="367924"/>
                  </a:cubicBezTo>
                  <a:cubicBezTo>
                    <a:pt x="3354409" y="354666"/>
                    <a:pt x="3407443" y="328149"/>
                    <a:pt x="3420701" y="324834"/>
                  </a:cubicBezTo>
                  <a:cubicBezTo>
                    <a:pt x="3467106" y="311576"/>
                    <a:pt x="3533399" y="291688"/>
                    <a:pt x="3579804" y="291688"/>
                  </a:cubicBezTo>
                  <a:cubicBezTo>
                    <a:pt x="3675928" y="291688"/>
                    <a:pt x="3898008" y="414329"/>
                    <a:pt x="3934469" y="517083"/>
                  </a:cubicBezTo>
                  <a:close/>
                  <a:moveTo>
                    <a:pt x="2558897" y="308261"/>
                  </a:moveTo>
                  <a:cubicBezTo>
                    <a:pt x="2555582" y="308261"/>
                    <a:pt x="2548953" y="311576"/>
                    <a:pt x="2542324" y="311576"/>
                  </a:cubicBezTo>
                  <a:cubicBezTo>
                    <a:pt x="2532380" y="311576"/>
                    <a:pt x="2519121" y="308261"/>
                    <a:pt x="2509177" y="301632"/>
                  </a:cubicBezTo>
                  <a:cubicBezTo>
                    <a:pt x="2512492" y="291688"/>
                    <a:pt x="2522436" y="288373"/>
                    <a:pt x="2532380" y="288373"/>
                  </a:cubicBezTo>
                  <a:cubicBezTo>
                    <a:pt x="2539009" y="288373"/>
                    <a:pt x="2552267" y="288373"/>
                    <a:pt x="2558897" y="308261"/>
                  </a:cubicBezTo>
                  <a:close/>
                  <a:moveTo>
                    <a:pt x="901580" y="324834"/>
                  </a:moveTo>
                  <a:cubicBezTo>
                    <a:pt x="901580" y="334778"/>
                    <a:pt x="898266" y="334778"/>
                    <a:pt x="898266" y="338093"/>
                  </a:cubicBezTo>
                  <a:cubicBezTo>
                    <a:pt x="875063" y="331463"/>
                    <a:pt x="848546" y="311576"/>
                    <a:pt x="831973" y="295002"/>
                  </a:cubicBezTo>
                  <a:lnTo>
                    <a:pt x="831973" y="285058"/>
                  </a:lnTo>
                  <a:cubicBezTo>
                    <a:pt x="841917" y="285058"/>
                    <a:pt x="901580" y="311576"/>
                    <a:pt x="901580" y="324834"/>
                  </a:cubicBezTo>
                  <a:close/>
                  <a:moveTo>
                    <a:pt x="3152216" y="291688"/>
                  </a:moveTo>
                  <a:cubicBezTo>
                    <a:pt x="3132328" y="311576"/>
                    <a:pt x="3115755" y="338093"/>
                    <a:pt x="3092553" y="354666"/>
                  </a:cubicBezTo>
                  <a:cubicBezTo>
                    <a:pt x="3082609" y="361295"/>
                    <a:pt x="3069350" y="354666"/>
                    <a:pt x="3056092" y="357980"/>
                  </a:cubicBezTo>
                  <a:cubicBezTo>
                    <a:pt x="3042833" y="357980"/>
                    <a:pt x="3026260" y="367924"/>
                    <a:pt x="3013001" y="371239"/>
                  </a:cubicBezTo>
                  <a:cubicBezTo>
                    <a:pt x="2959967" y="384497"/>
                    <a:pt x="2883731" y="467363"/>
                    <a:pt x="2870472" y="517083"/>
                  </a:cubicBezTo>
                  <a:cubicBezTo>
                    <a:pt x="2863843" y="530341"/>
                    <a:pt x="2863843" y="563488"/>
                    <a:pt x="2863843" y="573432"/>
                  </a:cubicBezTo>
                  <a:cubicBezTo>
                    <a:pt x="2863843" y="609893"/>
                    <a:pt x="2877102" y="666241"/>
                    <a:pt x="2893675" y="702702"/>
                  </a:cubicBezTo>
                  <a:cubicBezTo>
                    <a:pt x="2906933" y="729219"/>
                    <a:pt x="2923506" y="762366"/>
                    <a:pt x="2959967" y="788883"/>
                  </a:cubicBezTo>
                  <a:cubicBezTo>
                    <a:pt x="2983170" y="808771"/>
                    <a:pt x="3046148" y="828658"/>
                    <a:pt x="3085923" y="828658"/>
                  </a:cubicBezTo>
                  <a:cubicBezTo>
                    <a:pt x="3109126" y="828658"/>
                    <a:pt x="3152216" y="822029"/>
                    <a:pt x="3158845" y="808771"/>
                  </a:cubicBezTo>
                  <a:cubicBezTo>
                    <a:pt x="3162160" y="805456"/>
                    <a:pt x="3162160" y="798827"/>
                    <a:pt x="3162160" y="792197"/>
                  </a:cubicBezTo>
                  <a:cubicBezTo>
                    <a:pt x="3162160" y="788883"/>
                    <a:pt x="3165474" y="782253"/>
                    <a:pt x="3168789" y="778939"/>
                  </a:cubicBezTo>
                  <a:cubicBezTo>
                    <a:pt x="3175418" y="778939"/>
                    <a:pt x="3178733" y="775624"/>
                    <a:pt x="3188677" y="775624"/>
                  </a:cubicBezTo>
                  <a:cubicBezTo>
                    <a:pt x="3195306" y="775624"/>
                    <a:pt x="3221823" y="782253"/>
                    <a:pt x="3221823" y="795512"/>
                  </a:cubicBezTo>
                  <a:cubicBezTo>
                    <a:pt x="3221823" y="835288"/>
                    <a:pt x="3089238" y="861805"/>
                    <a:pt x="3085923" y="861805"/>
                  </a:cubicBezTo>
                  <a:cubicBezTo>
                    <a:pt x="3046148" y="861805"/>
                    <a:pt x="3003058" y="841917"/>
                    <a:pt x="2966597" y="825344"/>
                  </a:cubicBezTo>
                  <a:cubicBezTo>
                    <a:pt x="2943394" y="818714"/>
                    <a:pt x="2920192" y="795512"/>
                    <a:pt x="2900304" y="772310"/>
                  </a:cubicBezTo>
                  <a:cubicBezTo>
                    <a:pt x="2887045" y="755736"/>
                    <a:pt x="2837326" y="659612"/>
                    <a:pt x="2837326" y="626466"/>
                  </a:cubicBezTo>
                  <a:lnTo>
                    <a:pt x="2837326" y="546915"/>
                  </a:lnTo>
                  <a:cubicBezTo>
                    <a:pt x="2837326" y="536971"/>
                    <a:pt x="2840640" y="533656"/>
                    <a:pt x="2840640" y="527027"/>
                  </a:cubicBezTo>
                  <a:cubicBezTo>
                    <a:pt x="2847270" y="500510"/>
                    <a:pt x="2853899" y="467363"/>
                    <a:pt x="2870472" y="444161"/>
                  </a:cubicBezTo>
                  <a:cubicBezTo>
                    <a:pt x="2926821" y="348037"/>
                    <a:pt x="3029575" y="334778"/>
                    <a:pt x="3105811" y="321519"/>
                  </a:cubicBezTo>
                  <a:lnTo>
                    <a:pt x="3109126" y="314890"/>
                  </a:lnTo>
                  <a:lnTo>
                    <a:pt x="3072665" y="314890"/>
                  </a:lnTo>
                  <a:cubicBezTo>
                    <a:pt x="2890360" y="344722"/>
                    <a:pt x="2820753" y="457419"/>
                    <a:pt x="2820753" y="586690"/>
                  </a:cubicBezTo>
                  <a:cubicBezTo>
                    <a:pt x="2820753" y="666241"/>
                    <a:pt x="2880416" y="822029"/>
                    <a:pt x="2993114" y="851861"/>
                  </a:cubicBezTo>
                  <a:cubicBezTo>
                    <a:pt x="2999743" y="851861"/>
                    <a:pt x="3006372" y="858490"/>
                    <a:pt x="3019631" y="861805"/>
                  </a:cubicBezTo>
                  <a:cubicBezTo>
                    <a:pt x="3039518" y="871749"/>
                    <a:pt x="3079294" y="875063"/>
                    <a:pt x="3085923" y="875063"/>
                  </a:cubicBezTo>
                  <a:cubicBezTo>
                    <a:pt x="3125699" y="875063"/>
                    <a:pt x="3198621" y="841917"/>
                    <a:pt x="3231767" y="818714"/>
                  </a:cubicBezTo>
                  <a:cubicBezTo>
                    <a:pt x="3238396" y="868434"/>
                    <a:pt x="3109126" y="885007"/>
                    <a:pt x="3072665" y="885007"/>
                  </a:cubicBezTo>
                  <a:cubicBezTo>
                    <a:pt x="3066036" y="885007"/>
                    <a:pt x="3029575" y="881693"/>
                    <a:pt x="3013001" y="878378"/>
                  </a:cubicBezTo>
                  <a:cubicBezTo>
                    <a:pt x="2979855" y="871749"/>
                    <a:pt x="2950023" y="865119"/>
                    <a:pt x="2923506" y="848546"/>
                  </a:cubicBezTo>
                  <a:cubicBezTo>
                    <a:pt x="2877102" y="825344"/>
                    <a:pt x="2843955" y="785568"/>
                    <a:pt x="2810809" y="745793"/>
                  </a:cubicBezTo>
                  <a:cubicBezTo>
                    <a:pt x="2804179" y="739163"/>
                    <a:pt x="2804179" y="725905"/>
                    <a:pt x="2797550" y="719275"/>
                  </a:cubicBezTo>
                  <a:cubicBezTo>
                    <a:pt x="2787606" y="696073"/>
                    <a:pt x="2774348" y="649668"/>
                    <a:pt x="2774348" y="643039"/>
                  </a:cubicBezTo>
                  <a:lnTo>
                    <a:pt x="2774348" y="576746"/>
                  </a:lnTo>
                  <a:cubicBezTo>
                    <a:pt x="2777662" y="556858"/>
                    <a:pt x="2780977" y="533656"/>
                    <a:pt x="2784292" y="510454"/>
                  </a:cubicBezTo>
                  <a:cubicBezTo>
                    <a:pt x="2794236" y="460734"/>
                    <a:pt x="2824067" y="381183"/>
                    <a:pt x="2896989" y="348037"/>
                  </a:cubicBezTo>
                  <a:cubicBezTo>
                    <a:pt x="2920192" y="338093"/>
                    <a:pt x="2943394" y="318205"/>
                    <a:pt x="2966597" y="308261"/>
                  </a:cubicBezTo>
                  <a:cubicBezTo>
                    <a:pt x="3003058" y="288373"/>
                    <a:pt x="3059406" y="281744"/>
                    <a:pt x="3095867" y="281744"/>
                  </a:cubicBezTo>
                  <a:cubicBezTo>
                    <a:pt x="3105811" y="281744"/>
                    <a:pt x="3135643" y="285058"/>
                    <a:pt x="3152216" y="291688"/>
                  </a:cubicBezTo>
                  <a:close/>
                  <a:moveTo>
                    <a:pt x="2482660" y="536971"/>
                  </a:moveTo>
                  <a:lnTo>
                    <a:pt x="2446199" y="536971"/>
                  </a:lnTo>
                  <a:cubicBezTo>
                    <a:pt x="2386536" y="507139"/>
                    <a:pt x="2313614" y="440846"/>
                    <a:pt x="2253950" y="391127"/>
                  </a:cubicBezTo>
                  <a:cubicBezTo>
                    <a:pt x="2227433" y="371239"/>
                    <a:pt x="2194287" y="361295"/>
                    <a:pt x="2167770" y="348037"/>
                  </a:cubicBezTo>
                  <a:cubicBezTo>
                    <a:pt x="2118051" y="324834"/>
                    <a:pt x="2051758" y="304946"/>
                    <a:pt x="2005353" y="304946"/>
                  </a:cubicBezTo>
                  <a:cubicBezTo>
                    <a:pt x="1998724" y="304946"/>
                    <a:pt x="1945690" y="311576"/>
                    <a:pt x="1939060" y="311576"/>
                  </a:cubicBezTo>
                  <a:cubicBezTo>
                    <a:pt x="1929116" y="311576"/>
                    <a:pt x="1919173" y="304946"/>
                    <a:pt x="1909229" y="298317"/>
                  </a:cubicBezTo>
                  <a:cubicBezTo>
                    <a:pt x="1962263" y="278429"/>
                    <a:pt x="1965577" y="281744"/>
                    <a:pt x="2008668" y="281744"/>
                  </a:cubicBezTo>
                  <a:cubicBezTo>
                    <a:pt x="2240692" y="281744"/>
                    <a:pt x="2283782" y="440846"/>
                    <a:pt x="2482660" y="536971"/>
                  </a:cubicBezTo>
                  <a:close/>
                  <a:moveTo>
                    <a:pt x="2108107" y="527027"/>
                  </a:moveTo>
                  <a:cubicBezTo>
                    <a:pt x="2114736" y="543600"/>
                    <a:pt x="2127994" y="566802"/>
                    <a:pt x="2127994" y="576746"/>
                  </a:cubicBezTo>
                  <a:cubicBezTo>
                    <a:pt x="2127994" y="586690"/>
                    <a:pt x="2114736" y="593319"/>
                    <a:pt x="2108107" y="593319"/>
                  </a:cubicBezTo>
                  <a:cubicBezTo>
                    <a:pt x="2101477" y="593319"/>
                    <a:pt x="2084904" y="563488"/>
                    <a:pt x="2074960" y="546915"/>
                  </a:cubicBezTo>
                  <a:cubicBezTo>
                    <a:pt x="2038499" y="483936"/>
                    <a:pt x="1955634" y="387812"/>
                    <a:pt x="1892655" y="374554"/>
                  </a:cubicBezTo>
                  <a:cubicBezTo>
                    <a:pt x="1879397" y="374554"/>
                    <a:pt x="1866138" y="364610"/>
                    <a:pt x="1856194" y="361295"/>
                  </a:cubicBezTo>
                  <a:cubicBezTo>
                    <a:pt x="1826363" y="351351"/>
                    <a:pt x="1770014" y="341407"/>
                    <a:pt x="1760070" y="341407"/>
                  </a:cubicBezTo>
                  <a:cubicBezTo>
                    <a:pt x="1753441" y="341407"/>
                    <a:pt x="1680519" y="357980"/>
                    <a:pt x="1644058" y="371239"/>
                  </a:cubicBezTo>
                  <a:cubicBezTo>
                    <a:pt x="1637429" y="371239"/>
                    <a:pt x="1630799" y="387812"/>
                    <a:pt x="1620856" y="387812"/>
                  </a:cubicBezTo>
                  <a:cubicBezTo>
                    <a:pt x="1614226" y="387812"/>
                    <a:pt x="1600968" y="377868"/>
                    <a:pt x="1594338" y="377868"/>
                  </a:cubicBezTo>
                  <a:cubicBezTo>
                    <a:pt x="1584395" y="377868"/>
                    <a:pt x="1567821" y="387812"/>
                    <a:pt x="1561192" y="387812"/>
                  </a:cubicBezTo>
                  <a:cubicBezTo>
                    <a:pt x="1551248" y="387812"/>
                    <a:pt x="1547934" y="377868"/>
                    <a:pt x="1537990" y="371239"/>
                  </a:cubicBezTo>
                  <a:cubicBezTo>
                    <a:pt x="1571136" y="328149"/>
                    <a:pt x="1713665" y="281744"/>
                    <a:pt x="1773329" y="281744"/>
                  </a:cubicBezTo>
                  <a:cubicBezTo>
                    <a:pt x="1895970" y="281744"/>
                    <a:pt x="2045129" y="371239"/>
                    <a:pt x="2108107" y="527027"/>
                  </a:cubicBezTo>
                  <a:close/>
                  <a:moveTo>
                    <a:pt x="2432941" y="275115"/>
                  </a:moveTo>
                  <a:lnTo>
                    <a:pt x="2432941" y="288373"/>
                  </a:lnTo>
                  <a:cubicBezTo>
                    <a:pt x="2409738" y="291688"/>
                    <a:pt x="2379907" y="288373"/>
                    <a:pt x="2360019" y="295002"/>
                  </a:cubicBezTo>
                  <a:cubicBezTo>
                    <a:pt x="2336816" y="298317"/>
                    <a:pt x="2300355" y="314890"/>
                    <a:pt x="2293726" y="314890"/>
                  </a:cubicBezTo>
                  <a:cubicBezTo>
                    <a:pt x="2283782" y="314890"/>
                    <a:pt x="2270524" y="304946"/>
                    <a:pt x="2270524" y="295002"/>
                  </a:cubicBezTo>
                  <a:cubicBezTo>
                    <a:pt x="2270524" y="271800"/>
                    <a:pt x="2356704" y="278429"/>
                    <a:pt x="2379907" y="275115"/>
                  </a:cubicBezTo>
                  <a:lnTo>
                    <a:pt x="2432941" y="275115"/>
                  </a:lnTo>
                  <a:close/>
                  <a:moveTo>
                    <a:pt x="1362314" y="288373"/>
                  </a:moveTo>
                  <a:cubicBezTo>
                    <a:pt x="1349056" y="295002"/>
                    <a:pt x="1332483" y="308261"/>
                    <a:pt x="1315909" y="321519"/>
                  </a:cubicBezTo>
                  <a:lnTo>
                    <a:pt x="1242987" y="321519"/>
                  </a:lnTo>
                  <a:cubicBezTo>
                    <a:pt x="1067312" y="357980"/>
                    <a:pt x="1001019" y="483936"/>
                    <a:pt x="1001019" y="609893"/>
                  </a:cubicBezTo>
                  <a:cubicBezTo>
                    <a:pt x="1001019" y="768995"/>
                    <a:pt x="1163436" y="868434"/>
                    <a:pt x="1279448" y="868434"/>
                  </a:cubicBezTo>
                  <a:cubicBezTo>
                    <a:pt x="1332483" y="868434"/>
                    <a:pt x="1395461" y="848546"/>
                    <a:pt x="1435236" y="831973"/>
                  </a:cubicBezTo>
                  <a:cubicBezTo>
                    <a:pt x="1428607" y="841917"/>
                    <a:pt x="1405404" y="861805"/>
                    <a:pt x="1398775" y="865119"/>
                  </a:cubicBezTo>
                  <a:cubicBezTo>
                    <a:pt x="1359000" y="878378"/>
                    <a:pt x="1289392" y="888322"/>
                    <a:pt x="1279448" y="888322"/>
                  </a:cubicBezTo>
                  <a:cubicBezTo>
                    <a:pt x="1196583" y="888322"/>
                    <a:pt x="1103773" y="848546"/>
                    <a:pt x="1027536" y="765680"/>
                  </a:cubicBezTo>
                  <a:cubicBezTo>
                    <a:pt x="1001019" y="739163"/>
                    <a:pt x="971187" y="659612"/>
                    <a:pt x="971187" y="613207"/>
                  </a:cubicBezTo>
                  <a:lnTo>
                    <a:pt x="971187" y="550229"/>
                  </a:lnTo>
                  <a:cubicBezTo>
                    <a:pt x="974502" y="520397"/>
                    <a:pt x="977817" y="483936"/>
                    <a:pt x="991075" y="457419"/>
                  </a:cubicBezTo>
                  <a:cubicBezTo>
                    <a:pt x="1010963" y="407700"/>
                    <a:pt x="1047424" y="348037"/>
                    <a:pt x="1107087" y="318205"/>
                  </a:cubicBezTo>
                  <a:cubicBezTo>
                    <a:pt x="1120346" y="308261"/>
                    <a:pt x="1140234" y="298317"/>
                    <a:pt x="1163436" y="295002"/>
                  </a:cubicBezTo>
                  <a:cubicBezTo>
                    <a:pt x="1166751" y="291688"/>
                    <a:pt x="1176695" y="295002"/>
                    <a:pt x="1183324" y="291688"/>
                  </a:cubicBezTo>
                  <a:cubicBezTo>
                    <a:pt x="1206526" y="275115"/>
                    <a:pt x="1242987" y="275115"/>
                    <a:pt x="1262875" y="275115"/>
                  </a:cubicBezTo>
                  <a:cubicBezTo>
                    <a:pt x="1272819" y="275115"/>
                    <a:pt x="1329168" y="281744"/>
                    <a:pt x="1362314" y="288373"/>
                  </a:cubicBezTo>
                  <a:close/>
                  <a:moveTo>
                    <a:pt x="643039" y="275115"/>
                  </a:moveTo>
                  <a:lnTo>
                    <a:pt x="643039" y="288373"/>
                  </a:lnTo>
                  <a:cubicBezTo>
                    <a:pt x="609892" y="304946"/>
                    <a:pt x="583375" y="298317"/>
                    <a:pt x="553544" y="308261"/>
                  </a:cubicBezTo>
                  <a:cubicBezTo>
                    <a:pt x="536971" y="311576"/>
                    <a:pt x="507139" y="328149"/>
                    <a:pt x="497195" y="328149"/>
                  </a:cubicBezTo>
                  <a:cubicBezTo>
                    <a:pt x="490566" y="328149"/>
                    <a:pt x="493880" y="324834"/>
                    <a:pt x="487251" y="324834"/>
                  </a:cubicBezTo>
                  <a:cubicBezTo>
                    <a:pt x="487251" y="321519"/>
                    <a:pt x="483936" y="321519"/>
                    <a:pt x="483936" y="314890"/>
                  </a:cubicBezTo>
                  <a:cubicBezTo>
                    <a:pt x="483936" y="295002"/>
                    <a:pt x="606578" y="271800"/>
                    <a:pt x="616522" y="271800"/>
                  </a:cubicBezTo>
                  <a:cubicBezTo>
                    <a:pt x="623151" y="271800"/>
                    <a:pt x="633095" y="275115"/>
                    <a:pt x="643039" y="275115"/>
                  </a:cubicBezTo>
                  <a:close/>
                  <a:moveTo>
                    <a:pt x="2628504" y="268485"/>
                  </a:moveTo>
                  <a:cubicBezTo>
                    <a:pt x="2664965" y="278429"/>
                    <a:pt x="2701426" y="291688"/>
                    <a:pt x="2737887" y="308261"/>
                  </a:cubicBezTo>
                  <a:cubicBezTo>
                    <a:pt x="2734572" y="311576"/>
                    <a:pt x="2724628" y="318205"/>
                    <a:pt x="2717999" y="318205"/>
                  </a:cubicBezTo>
                  <a:cubicBezTo>
                    <a:pt x="2708055" y="318205"/>
                    <a:pt x="2681538" y="301632"/>
                    <a:pt x="2661650" y="295002"/>
                  </a:cubicBezTo>
                  <a:cubicBezTo>
                    <a:pt x="2641762" y="288373"/>
                    <a:pt x="2628504" y="295002"/>
                    <a:pt x="2611931" y="278429"/>
                  </a:cubicBezTo>
                  <a:lnTo>
                    <a:pt x="2611931" y="268485"/>
                  </a:lnTo>
                  <a:lnTo>
                    <a:pt x="2628504" y="268485"/>
                  </a:lnTo>
                  <a:close/>
                  <a:moveTo>
                    <a:pt x="938041" y="301632"/>
                  </a:moveTo>
                  <a:cubicBezTo>
                    <a:pt x="931412" y="308261"/>
                    <a:pt x="921468" y="311576"/>
                    <a:pt x="911524" y="311576"/>
                  </a:cubicBezTo>
                  <a:cubicBezTo>
                    <a:pt x="904895" y="311576"/>
                    <a:pt x="868434" y="285058"/>
                    <a:pt x="845231" y="271800"/>
                  </a:cubicBezTo>
                  <a:cubicBezTo>
                    <a:pt x="841917" y="271800"/>
                    <a:pt x="835288" y="268485"/>
                    <a:pt x="835288" y="261856"/>
                  </a:cubicBezTo>
                  <a:cubicBezTo>
                    <a:pt x="835288" y="251912"/>
                    <a:pt x="838602" y="251912"/>
                    <a:pt x="838602" y="251912"/>
                  </a:cubicBezTo>
                  <a:cubicBezTo>
                    <a:pt x="871748" y="258541"/>
                    <a:pt x="904895" y="271800"/>
                    <a:pt x="938041" y="301632"/>
                  </a:cubicBezTo>
                  <a:close/>
                  <a:moveTo>
                    <a:pt x="2817438" y="324834"/>
                  </a:moveTo>
                  <a:cubicBezTo>
                    <a:pt x="2817438" y="324834"/>
                    <a:pt x="2817438" y="334778"/>
                    <a:pt x="2810809" y="334778"/>
                  </a:cubicBezTo>
                  <a:cubicBezTo>
                    <a:pt x="2800865" y="334778"/>
                    <a:pt x="2800865" y="321519"/>
                    <a:pt x="2794236" y="318205"/>
                  </a:cubicBezTo>
                  <a:cubicBezTo>
                    <a:pt x="2744516" y="298317"/>
                    <a:pt x="2681538" y="258541"/>
                    <a:pt x="2628504" y="255227"/>
                  </a:cubicBezTo>
                  <a:cubicBezTo>
                    <a:pt x="2638448" y="238654"/>
                    <a:pt x="2638448" y="238654"/>
                    <a:pt x="2641762" y="238654"/>
                  </a:cubicBezTo>
                  <a:cubicBezTo>
                    <a:pt x="2664965" y="238654"/>
                    <a:pt x="2790921" y="301632"/>
                    <a:pt x="2817438" y="324834"/>
                  </a:cubicBezTo>
                  <a:close/>
                  <a:moveTo>
                    <a:pt x="669556" y="241968"/>
                  </a:moveTo>
                  <a:cubicBezTo>
                    <a:pt x="669556" y="245283"/>
                    <a:pt x="672871" y="248598"/>
                    <a:pt x="676185" y="251912"/>
                  </a:cubicBezTo>
                  <a:lnTo>
                    <a:pt x="666241" y="261856"/>
                  </a:lnTo>
                  <a:lnTo>
                    <a:pt x="590005" y="261856"/>
                  </a:lnTo>
                  <a:cubicBezTo>
                    <a:pt x="570117" y="265171"/>
                    <a:pt x="543600" y="268485"/>
                    <a:pt x="523712" y="278429"/>
                  </a:cubicBezTo>
                  <a:cubicBezTo>
                    <a:pt x="503824" y="285058"/>
                    <a:pt x="473993" y="304946"/>
                    <a:pt x="464049" y="304946"/>
                  </a:cubicBezTo>
                  <a:cubicBezTo>
                    <a:pt x="457419" y="304946"/>
                    <a:pt x="447475" y="295002"/>
                    <a:pt x="437532" y="285058"/>
                  </a:cubicBezTo>
                  <a:cubicBezTo>
                    <a:pt x="457419" y="265171"/>
                    <a:pt x="487251" y="258541"/>
                    <a:pt x="513768" y="255227"/>
                  </a:cubicBezTo>
                  <a:cubicBezTo>
                    <a:pt x="520397" y="251912"/>
                    <a:pt x="536971" y="258541"/>
                    <a:pt x="546914" y="255227"/>
                  </a:cubicBezTo>
                  <a:cubicBezTo>
                    <a:pt x="586690" y="238654"/>
                    <a:pt x="576746" y="238654"/>
                    <a:pt x="603263" y="238654"/>
                  </a:cubicBezTo>
                  <a:cubicBezTo>
                    <a:pt x="613207" y="238654"/>
                    <a:pt x="646353" y="241968"/>
                    <a:pt x="669556" y="241968"/>
                  </a:cubicBezTo>
                  <a:close/>
                  <a:moveTo>
                    <a:pt x="3172104" y="245283"/>
                  </a:moveTo>
                  <a:cubicBezTo>
                    <a:pt x="3191991" y="248598"/>
                    <a:pt x="3344465" y="295002"/>
                    <a:pt x="3344465" y="348037"/>
                  </a:cubicBezTo>
                  <a:cubicBezTo>
                    <a:pt x="3344465" y="357980"/>
                    <a:pt x="3327892" y="364610"/>
                    <a:pt x="3317948" y="367924"/>
                  </a:cubicBezTo>
                  <a:cubicBezTo>
                    <a:pt x="3294745" y="304946"/>
                    <a:pt x="3245026" y="281744"/>
                    <a:pt x="3205250" y="281744"/>
                  </a:cubicBezTo>
                  <a:cubicBezTo>
                    <a:pt x="3198621" y="281744"/>
                    <a:pt x="3182048" y="288373"/>
                    <a:pt x="3172104" y="288373"/>
                  </a:cubicBezTo>
                  <a:cubicBezTo>
                    <a:pt x="3165474" y="288373"/>
                    <a:pt x="3158845" y="275115"/>
                    <a:pt x="3152216" y="275115"/>
                  </a:cubicBezTo>
                  <a:cubicBezTo>
                    <a:pt x="3132328" y="268485"/>
                    <a:pt x="3092553" y="268485"/>
                    <a:pt x="3085923" y="268485"/>
                  </a:cubicBezTo>
                  <a:cubicBezTo>
                    <a:pt x="3036204" y="268485"/>
                    <a:pt x="2969911" y="288373"/>
                    <a:pt x="2926821" y="314890"/>
                  </a:cubicBezTo>
                  <a:cubicBezTo>
                    <a:pt x="2896989" y="334778"/>
                    <a:pt x="2857214" y="348037"/>
                    <a:pt x="2834011" y="374554"/>
                  </a:cubicBezTo>
                  <a:cubicBezTo>
                    <a:pt x="2771033" y="437532"/>
                    <a:pt x="2761089" y="536971"/>
                    <a:pt x="2761089" y="609893"/>
                  </a:cubicBezTo>
                  <a:cubicBezTo>
                    <a:pt x="2761089" y="639724"/>
                    <a:pt x="2767718" y="679500"/>
                    <a:pt x="2777662" y="706017"/>
                  </a:cubicBezTo>
                  <a:cubicBezTo>
                    <a:pt x="2741201" y="669556"/>
                    <a:pt x="2731258" y="619836"/>
                    <a:pt x="2731258" y="580061"/>
                  </a:cubicBezTo>
                  <a:cubicBezTo>
                    <a:pt x="2731258" y="523712"/>
                    <a:pt x="2751145" y="460734"/>
                    <a:pt x="2784292" y="404385"/>
                  </a:cubicBezTo>
                  <a:cubicBezTo>
                    <a:pt x="2870472" y="265171"/>
                    <a:pt x="2973226" y="235339"/>
                    <a:pt x="3082609" y="235339"/>
                  </a:cubicBezTo>
                  <a:cubicBezTo>
                    <a:pt x="3089238" y="235339"/>
                    <a:pt x="3142272" y="238654"/>
                    <a:pt x="3172104" y="245283"/>
                  </a:cubicBezTo>
                  <a:close/>
                  <a:moveTo>
                    <a:pt x="2350075" y="255227"/>
                  </a:moveTo>
                  <a:cubicBezTo>
                    <a:pt x="2360019" y="255227"/>
                    <a:pt x="2376592" y="235339"/>
                    <a:pt x="2393165" y="235339"/>
                  </a:cubicBezTo>
                  <a:cubicBezTo>
                    <a:pt x="2446199" y="228710"/>
                    <a:pt x="2452829" y="238654"/>
                    <a:pt x="2459458" y="238654"/>
                  </a:cubicBezTo>
                  <a:cubicBezTo>
                    <a:pt x="2459458" y="245283"/>
                    <a:pt x="2452829" y="255227"/>
                    <a:pt x="2446199" y="261856"/>
                  </a:cubicBezTo>
                  <a:lnTo>
                    <a:pt x="2376592" y="261856"/>
                  </a:lnTo>
                  <a:cubicBezTo>
                    <a:pt x="2336816" y="265171"/>
                    <a:pt x="2257265" y="281744"/>
                    <a:pt x="2250636" y="281744"/>
                  </a:cubicBezTo>
                  <a:cubicBezTo>
                    <a:pt x="2240692" y="281744"/>
                    <a:pt x="2230748" y="275115"/>
                    <a:pt x="2224119" y="265171"/>
                  </a:cubicBezTo>
                  <a:cubicBezTo>
                    <a:pt x="2227433" y="258541"/>
                    <a:pt x="2310299" y="235339"/>
                    <a:pt x="2323558" y="235339"/>
                  </a:cubicBezTo>
                  <a:cubicBezTo>
                    <a:pt x="2330187" y="235339"/>
                    <a:pt x="2343445" y="255227"/>
                    <a:pt x="2350075" y="255227"/>
                  </a:cubicBezTo>
                  <a:close/>
                  <a:moveTo>
                    <a:pt x="715961" y="483936"/>
                  </a:moveTo>
                  <a:cubicBezTo>
                    <a:pt x="755736" y="483936"/>
                    <a:pt x="792197" y="454105"/>
                    <a:pt x="792197" y="411015"/>
                  </a:cubicBezTo>
                  <a:cubicBezTo>
                    <a:pt x="792197" y="394441"/>
                    <a:pt x="775624" y="367924"/>
                    <a:pt x="755736" y="367924"/>
                  </a:cubicBezTo>
                  <a:cubicBezTo>
                    <a:pt x="745792" y="367924"/>
                    <a:pt x="742478" y="381183"/>
                    <a:pt x="735849" y="387812"/>
                  </a:cubicBezTo>
                  <a:lnTo>
                    <a:pt x="722590" y="387812"/>
                  </a:lnTo>
                  <a:cubicBezTo>
                    <a:pt x="719275" y="384497"/>
                    <a:pt x="719275" y="387812"/>
                    <a:pt x="719275" y="377868"/>
                  </a:cubicBezTo>
                  <a:cubicBezTo>
                    <a:pt x="719275" y="348037"/>
                    <a:pt x="762366" y="351351"/>
                    <a:pt x="765680" y="351351"/>
                  </a:cubicBezTo>
                  <a:cubicBezTo>
                    <a:pt x="782253" y="351351"/>
                    <a:pt x="782253" y="348037"/>
                    <a:pt x="805456" y="367924"/>
                  </a:cubicBezTo>
                  <a:cubicBezTo>
                    <a:pt x="808770" y="361295"/>
                    <a:pt x="815400" y="351351"/>
                    <a:pt x="815400" y="344722"/>
                  </a:cubicBezTo>
                  <a:lnTo>
                    <a:pt x="838602" y="344722"/>
                  </a:lnTo>
                  <a:cubicBezTo>
                    <a:pt x="861805" y="364610"/>
                    <a:pt x="838602" y="384497"/>
                    <a:pt x="861805" y="404385"/>
                  </a:cubicBezTo>
                  <a:cubicBezTo>
                    <a:pt x="881692" y="404385"/>
                    <a:pt x="944670" y="391127"/>
                    <a:pt x="944670" y="351351"/>
                  </a:cubicBezTo>
                  <a:cubicBezTo>
                    <a:pt x="944670" y="341407"/>
                    <a:pt x="928097" y="341407"/>
                    <a:pt x="918153" y="341407"/>
                  </a:cubicBezTo>
                  <a:lnTo>
                    <a:pt x="918153" y="331463"/>
                  </a:lnTo>
                  <a:cubicBezTo>
                    <a:pt x="924783" y="328149"/>
                    <a:pt x="934726" y="318205"/>
                    <a:pt x="944670" y="318205"/>
                  </a:cubicBezTo>
                  <a:cubicBezTo>
                    <a:pt x="957929" y="318205"/>
                    <a:pt x="994390" y="338093"/>
                    <a:pt x="994390" y="357980"/>
                  </a:cubicBezTo>
                  <a:cubicBezTo>
                    <a:pt x="994390" y="397756"/>
                    <a:pt x="881692" y="424273"/>
                    <a:pt x="881692" y="427588"/>
                  </a:cubicBezTo>
                  <a:cubicBezTo>
                    <a:pt x="865119" y="454105"/>
                    <a:pt x="851861" y="490566"/>
                    <a:pt x="828658" y="523712"/>
                  </a:cubicBezTo>
                  <a:cubicBezTo>
                    <a:pt x="822029" y="533656"/>
                    <a:pt x="808770" y="543600"/>
                    <a:pt x="795512" y="550229"/>
                  </a:cubicBezTo>
                  <a:cubicBezTo>
                    <a:pt x="778939" y="560173"/>
                    <a:pt x="752422" y="563488"/>
                    <a:pt x="745792" y="563488"/>
                  </a:cubicBezTo>
                  <a:cubicBezTo>
                    <a:pt x="735849" y="563488"/>
                    <a:pt x="702702" y="553544"/>
                    <a:pt x="679500" y="546915"/>
                  </a:cubicBezTo>
                  <a:cubicBezTo>
                    <a:pt x="672871" y="546915"/>
                    <a:pt x="672871" y="533656"/>
                    <a:pt x="666241" y="533656"/>
                  </a:cubicBezTo>
                  <a:cubicBezTo>
                    <a:pt x="649668" y="530341"/>
                    <a:pt x="629780" y="533656"/>
                    <a:pt x="616522" y="527027"/>
                  </a:cubicBezTo>
                  <a:cubicBezTo>
                    <a:pt x="573432" y="510454"/>
                    <a:pt x="536971" y="477307"/>
                    <a:pt x="497195" y="440846"/>
                  </a:cubicBezTo>
                  <a:cubicBezTo>
                    <a:pt x="483936" y="430902"/>
                    <a:pt x="467363" y="420958"/>
                    <a:pt x="454105" y="411015"/>
                  </a:cubicBezTo>
                  <a:cubicBezTo>
                    <a:pt x="427588" y="391127"/>
                    <a:pt x="384497" y="357980"/>
                    <a:pt x="361295" y="351351"/>
                  </a:cubicBezTo>
                  <a:cubicBezTo>
                    <a:pt x="298317" y="334778"/>
                    <a:pt x="275115" y="321519"/>
                    <a:pt x="228710" y="321519"/>
                  </a:cubicBezTo>
                  <a:cubicBezTo>
                    <a:pt x="159102" y="321519"/>
                    <a:pt x="86180" y="354666"/>
                    <a:pt x="86180" y="354666"/>
                  </a:cubicBezTo>
                  <a:cubicBezTo>
                    <a:pt x="79551" y="354666"/>
                    <a:pt x="72922" y="348037"/>
                    <a:pt x="66293" y="341407"/>
                  </a:cubicBezTo>
                  <a:cubicBezTo>
                    <a:pt x="112698" y="298317"/>
                    <a:pt x="182305" y="301632"/>
                    <a:pt x="235339" y="301632"/>
                  </a:cubicBezTo>
                  <a:cubicBezTo>
                    <a:pt x="268485" y="301632"/>
                    <a:pt x="301632" y="298317"/>
                    <a:pt x="334778" y="311576"/>
                  </a:cubicBezTo>
                  <a:cubicBezTo>
                    <a:pt x="507139" y="377868"/>
                    <a:pt x="546914" y="523712"/>
                    <a:pt x="696073" y="523712"/>
                  </a:cubicBezTo>
                  <a:cubicBezTo>
                    <a:pt x="735849" y="523712"/>
                    <a:pt x="782253" y="517083"/>
                    <a:pt x="812085" y="464049"/>
                  </a:cubicBezTo>
                  <a:cubicBezTo>
                    <a:pt x="812085" y="464049"/>
                    <a:pt x="812085" y="460734"/>
                    <a:pt x="805456" y="460734"/>
                  </a:cubicBezTo>
                  <a:cubicBezTo>
                    <a:pt x="795512" y="460734"/>
                    <a:pt x="792197" y="477307"/>
                    <a:pt x="782253" y="483936"/>
                  </a:cubicBezTo>
                  <a:cubicBezTo>
                    <a:pt x="768995" y="493880"/>
                    <a:pt x="755736" y="500510"/>
                    <a:pt x="742478" y="503824"/>
                  </a:cubicBezTo>
                  <a:cubicBezTo>
                    <a:pt x="729219" y="507139"/>
                    <a:pt x="702702" y="510454"/>
                    <a:pt x="696073" y="510454"/>
                  </a:cubicBezTo>
                  <a:cubicBezTo>
                    <a:pt x="527027" y="510454"/>
                    <a:pt x="467363" y="285058"/>
                    <a:pt x="248597" y="285058"/>
                  </a:cubicBezTo>
                  <a:cubicBezTo>
                    <a:pt x="215451" y="285058"/>
                    <a:pt x="135900" y="295002"/>
                    <a:pt x="112698" y="301632"/>
                  </a:cubicBezTo>
                  <a:cubicBezTo>
                    <a:pt x="86180" y="308261"/>
                    <a:pt x="49719" y="331463"/>
                    <a:pt x="39776" y="331463"/>
                  </a:cubicBezTo>
                  <a:cubicBezTo>
                    <a:pt x="33146" y="331463"/>
                    <a:pt x="0" y="324834"/>
                    <a:pt x="0" y="314890"/>
                  </a:cubicBezTo>
                  <a:cubicBezTo>
                    <a:pt x="0" y="291688"/>
                    <a:pt x="76237" y="255227"/>
                    <a:pt x="106068" y="248598"/>
                  </a:cubicBezTo>
                  <a:cubicBezTo>
                    <a:pt x="135900" y="238654"/>
                    <a:pt x="195563" y="232024"/>
                    <a:pt x="202193" y="232024"/>
                  </a:cubicBezTo>
                  <a:cubicBezTo>
                    <a:pt x="470678" y="232024"/>
                    <a:pt x="590005" y="483936"/>
                    <a:pt x="715961" y="483936"/>
                  </a:cubicBezTo>
                  <a:close/>
                  <a:moveTo>
                    <a:pt x="1531360" y="341407"/>
                  </a:moveTo>
                  <a:lnTo>
                    <a:pt x="1531360" y="354666"/>
                  </a:lnTo>
                  <a:cubicBezTo>
                    <a:pt x="1491585" y="348037"/>
                    <a:pt x="1471697" y="298317"/>
                    <a:pt x="1445180" y="295002"/>
                  </a:cubicBezTo>
                  <a:cubicBezTo>
                    <a:pt x="1392146" y="285058"/>
                    <a:pt x="1312595" y="261856"/>
                    <a:pt x="1256246" y="261856"/>
                  </a:cubicBezTo>
                  <a:cubicBezTo>
                    <a:pt x="1249617" y="261856"/>
                    <a:pt x="1193268" y="271800"/>
                    <a:pt x="1183324" y="271800"/>
                  </a:cubicBezTo>
                  <a:cubicBezTo>
                    <a:pt x="1176695" y="271800"/>
                    <a:pt x="1166751" y="261856"/>
                    <a:pt x="1160122" y="255227"/>
                  </a:cubicBezTo>
                  <a:cubicBezTo>
                    <a:pt x="1170065" y="235339"/>
                    <a:pt x="1236358" y="225395"/>
                    <a:pt x="1269504" y="225395"/>
                  </a:cubicBezTo>
                  <a:cubicBezTo>
                    <a:pt x="1329168" y="225395"/>
                    <a:pt x="1488270" y="265171"/>
                    <a:pt x="1531360" y="341407"/>
                  </a:cubicBezTo>
                  <a:close/>
                  <a:moveTo>
                    <a:pt x="825344" y="245283"/>
                  </a:moveTo>
                  <a:cubicBezTo>
                    <a:pt x="825344" y="255227"/>
                    <a:pt x="805456" y="265171"/>
                    <a:pt x="805456" y="275115"/>
                  </a:cubicBezTo>
                  <a:cubicBezTo>
                    <a:pt x="805456" y="281744"/>
                    <a:pt x="818714" y="301632"/>
                    <a:pt x="825344" y="314890"/>
                  </a:cubicBezTo>
                  <a:lnTo>
                    <a:pt x="825344" y="324834"/>
                  </a:lnTo>
                  <a:cubicBezTo>
                    <a:pt x="822029" y="328149"/>
                    <a:pt x="825344" y="328149"/>
                    <a:pt x="815400" y="328149"/>
                  </a:cubicBezTo>
                  <a:cubicBezTo>
                    <a:pt x="808770" y="328149"/>
                    <a:pt x="795512" y="298317"/>
                    <a:pt x="782253" y="291688"/>
                  </a:cubicBezTo>
                  <a:cubicBezTo>
                    <a:pt x="765680" y="281744"/>
                    <a:pt x="735849" y="278429"/>
                    <a:pt x="729219" y="278429"/>
                  </a:cubicBezTo>
                  <a:cubicBezTo>
                    <a:pt x="712646" y="278429"/>
                    <a:pt x="696073" y="285058"/>
                    <a:pt x="679500" y="311576"/>
                  </a:cubicBezTo>
                  <a:cubicBezTo>
                    <a:pt x="676185" y="318205"/>
                    <a:pt x="666241" y="321519"/>
                    <a:pt x="656297" y="324834"/>
                  </a:cubicBezTo>
                  <a:lnTo>
                    <a:pt x="649668" y="321519"/>
                  </a:lnTo>
                  <a:lnTo>
                    <a:pt x="649668" y="301632"/>
                  </a:lnTo>
                  <a:cubicBezTo>
                    <a:pt x="652983" y="281744"/>
                    <a:pt x="686129" y="261856"/>
                    <a:pt x="709331" y="251912"/>
                  </a:cubicBezTo>
                  <a:cubicBezTo>
                    <a:pt x="722590" y="245283"/>
                    <a:pt x="742478" y="255227"/>
                    <a:pt x="759051" y="248598"/>
                  </a:cubicBezTo>
                  <a:cubicBezTo>
                    <a:pt x="775624" y="241968"/>
                    <a:pt x="785568" y="218766"/>
                    <a:pt x="798827" y="218766"/>
                  </a:cubicBezTo>
                  <a:cubicBezTo>
                    <a:pt x="815400" y="218766"/>
                    <a:pt x="825344" y="235339"/>
                    <a:pt x="825344" y="245283"/>
                  </a:cubicBezTo>
                  <a:close/>
                  <a:moveTo>
                    <a:pt x="646353" y="225395"/>
                  </a:moveTo>
                  <a:cubicBezTo>
                    <a:pt x="633095" y="225395"/>
                    <a:pt x="616522" y="225395"/>
                    <a:pt x="599949" y="222080"/>
                  </a:cubicBezTo>
                  <a:cubicBezTo>
                    <a:pt x="603263" y="222080"/>
                    <a:pt x="606578" y="218766"/>
                    <a:pt x="616522" y="218766"/>
                  </a:cubicBezTo>
                  <a:cubicBezTo>
                    <a:pt x="623151" y="218766"/>
                    <a:pt x="636410" y="222080"/>
                    <a:pt x="646353" y="225395"/>
                  </a:cubicBezTo>
                  <a:close/>
                  <a:moveTo>
                    <a:pt x="510453" y="245283"/>
                  </a:moveTo>
                  <a:cubicBezTo>
                    <a:pt x="480622" y="251912"/>
                    <a:pt x="427588" y="271800"/>
                    <a:pt x="417644" y="271800"/>
                  </a:cubicBezTo>
                  <a:cubicBezTo>
                    <a:pt x="411014" y="271800"/>
                    <a:pt x="401071" y="268485"/>
                    <a:pt x="391127" y="258541"/>
                  </a:cubicBezTo>
                  <a:cubicBezTo>
                    <a:pt x="424273" y="238654"/>
                    <a:pt x="464049" y="218766"/>
                    <a:pt x="510453" y="218766"/>
                  </a:cubicBezTo>
                  <a:cubicBezTo>
                    <a:pt x="513768" y="225395"/>
                    <a:pt x="510453" y="235339"/>
                    <a:pt x="510453" y="245283"/>
                  </a:cubicBezTo>
                  <a:close/>
                  <a:moveTo>
                    <a:pt x="732534" y="235339"/>
                  </a:moveTo>
                  <a:cubicBezTo>
                    <a:pt x="722590" y="235339"/>
                    <a:pt x="712646" y="238654"/>
                    <a:pt x="702702" y="215451"/>
                  </a:cubicBezTo>
                  <a:cubicBezTo>
                    <a:pt x="729219" y="215451"/>
                    <a:pt x="739163" y="208822"/>
                    <a:pt x="759051" y="222080"/>
                  </a:cubicBezTo>
                  <a:cubicBezTo>
                    <a:pt x="752422" y="235339"/>
                    <a:pt x="739163" y="235339"/>
                    <a:pt x="732534" y="235339"/>
                  </a:cubicBezTo>
                  <a:close/>
                  <a:moveTo>
                    <a:pt x="2519121" y="487251"/>
                  </a:moveTo>
                  <a:cubicBezTo>
                    <a:pt x="2548953" y="487251"/>
                    <a:pt x="2601987" y="460734"/>
                    <a:pt x="2601987" y="420958"/>
                  </a:cubicBezTo>
                  <a:cubicBezTo>
                    <a:pt x="2601987" y="391127"/>
                    <a:pt x="2578784" y="374554"/>
                    <a:pt x="2555582" y="374554"/>
                  </a:cubicBezTo>
                  <a:cubicBezTo>
                    <a:pt x="2548953" y="374554"/>
                    <a:pt x="2532380" y="387812"/>
                    <a:pt x="2522436" y="387812"/>
                  </a:cubicBezTo>
                  <a:cubicBezTo>
                    <a:pt x="2515807" y="387812"/>
                    <a:pt x="2512492" y="381183"/>
                    <a:pt x="2512492" y="374554"/>
                  </a:cubicBezTo>
                  <a:cubicBezTo>
                    <a:pt x="2512492" y="344722"/>
                    <a:pt x="2548953" y="334778"/>
                    <a:pt x="2558897" y="334778"/>
                  </a:cubicBezTo>
                  <a:cubicBezTo>
                    <a:pt x="2562211" y="334778"/>
                    <a:pt x="2595358" y="354666"/>
                    <a:pt x="2595358" y="341407"/>
                  </a:cubicBezTo>
                  <a:cubicBezTo>
                    <a:pt x="2595358" y="334778"/>
                    <a:pt x="2572155" y="295002"/>
                    <a:pt x="2555582" y="278429"/>
                  </a:cubicBezTo>
                  <a:cubicBezTo>
                    <a:pt x="2548953" y="271800"/>
                    <a:pt x="2539009" y="275115"/>
                    <a:pt x="2532380" y="275115"/>
                  </a:cubicBezTo>
                  <a:cubicBezTo>
                    <a:pt x="2459458" y="275115"/>
                    <a:pt x="2519121" y="324834"/>
                    <a:pt x="2466087" y="324834"/>
                  </a:cubicBezTo>
                  <a:cubicBezTo>
                    <a:pt x="2446199" y="324834"/>
                    <a:pt x="2449514" y="304946"/>
                    <a:pt x="2449514" y="298317"/>
                  </a:cubicBezTo>
                  <a:cubicBezTo>
                    <a:pt x="2449514" y="261856"/>
                    <a:pt x="2489289" y="238654"/>
                    <a:pt x="2512492" y="238654"/>
                  </a:cubicBezTo>
                  <a:cubicBezTo>
                    <a:pt x="2535694" y="238654"/>
                    <a:pt x="2539009" y="255227"/>
                    <a:pt x="2548953" y="255227"/>
                  </a:cubicBezTo>
                  <a:cubicBezTo>
                    <a:pt x="2595358" y="255227"/>
                    <a:pt x="2548953" y="222080"/>
                    <a:pt x="2588728" y="222080"/>
                  </a:cubicBezTo>
                  <a:cubicBezTo>
                    <a:pt x="2595358" y="222080"/>
                    <a:pt x="2605302" y="225395"/>
                    <a:pt x="2615245" y="235339"/>
                  </a:cubicBezTo>
                  <a:cubicBezTo>
                    <a:pt x="2608616" y="248598"/>
                    <a:pt x="2595358" y="268485"/>
                    <a:pt x="2595358" y="275115"/>
                  </a:cubicBezTo>
                  <a:cubicBezTo>
                    <a:pt x="2595358" y="285058"/>
                    <a:pt x="2605302" y="288373"/>
                    <a:pt x="2608616" y="298317"/>
                  </a:cubicBezTo>
                  <a:cubicBezTo>
                    <a:pt x="2631819" y="341407"/>
                    <a:pt x="2621875" y="401071"/>
                    <a:pt x="2684853" y="401071"/>
                  </a:cubicBezTo>
                  <a:cubicBezTo>
                    <a:pt x="2704740" y="401071"/>
                    <a:pt x="2747831" y="387812"/>
                    <a:pt x="2747831" y="357980"/>
                  </a:cubicBezTo>
                  <a:cubicBezTo>
                    <a:pt x="2747831" y="338093"/>
                    <a:pt x="2721314" y="348037"/>
                    <a:pt x="2717999" y="348037"/>
                  </a:cubicBezTo>
                  <a:cubicBezTo>
                    <a:pt x="2717999" y="344722"/>
                    <a:pt x="2717999" y="334778"/>
                    <a:pt x="2727943" y="331463"/>
                  </a:cubicBezTo>
                  <a:cubicBezTo>
                    <a:pt x="2734572" y="324834"/>
                    <a:pt x="2751145" y="324834"/>
                    <a:pt x="2757775" y="324834"/>
                  </a:cubicBezTo>
                  <a:cubicBezTo>
                    <a:pt x="2767718" y="324834"/>
                    <a:pt x="2794236" y="331463"/>
                    <a:pt x="2794236" y="348037"/>
                  </a:cubicBezTo>
                  <a:cubicBezTo>
                    <a:pt x="2794236" y="391127"/>
                    <a:pt x="2678223" y="424273"/>
                    <a:pt x="2674909" y="434217"/>
                  </a:cubicBezTo>
                  <a:cubicBezTo>
                    <a:pt x="2674909" y="447476"/>
                    <a:pt x="2671594" y="480622"/>
                    <a:pt x="2658336" y="497195"/>
                  </a:cubicBezTo>
                  <a:cubicBezTo>
                    <a:pt x="2651706" y="507139"/>
                    <a:pt x="2588728" y="563488"/>
                    <a:pt x="2578784" y="563488"/>
                  </a:cubicBezTo>
                  <a:cubicBezTo>
                    <a:pt x="2572155" y="563488"/>
                    <a:pt x="2548953" y="543600"/>
                    <a:pt x="2522436" y="543600"/>
                  </a:cubicBezTo>
                  <a:cubicBezTo>
                    <a:pt x="2552267" y="550229"/>
                    <a:pt x="2638448" y="497195"/>
                    <a:pt x="2638448" y="450790"/>
                  </a:cubicBezTo>
                  <a:cubicBezTo>
                    <a:pt x="2638448" y="440846"/>
                    <a:pt x="2638448" y="440846"/>
                    <a:pt x="2635133" y="437532"/>
                  </a:cubicBezTo>
                  <a:lnTo>
                    <a:pt x="2625189" y="437532"/>
                  </a:lnTo>
                  <a:cubicBezTo>
                    <a:pt x="2628504" y="490566"/>
                    <a:pt x="2555582" y="527027"/>
                    <a:pt x="2522436" y="527027"/>
                  </a:cubicBezTo>
                  <a:cubicBezTo>
                    <a:pt x="2495919" y="527027"/>
                    <a:pt x="2452829" y="510454"/>
                    <a:pt x="2429626" y="493880"/>
                  </a:cubicBezTo>
                  <a:cubicBezTo>
                    <a:pt x="2333502" y="430902"/>
                    <a:pt x="2257265" y="334778"/>
                    <a:pt x="2164455" y="295002"/>
                  </a:cubicBezTo>
                  <a:cubicBezTo>
                    <a:pt x="2118051" y="275115"/>
                    <a:pt x="2055072" y="265171"/>
                    <a:pt x="2011982" y="265171"/>
                  </a:cubicBezTo>
                  <a:cubicBezTo>
                    <a:pt x="1952319" y="265171"/>
                    <a:pt x="1909229" y="291688"/>
                    <a:pt x="1895970" y="291688"/>
                  </a:cubicBezTo>
                  <a:cubicBezTo>
                    <a:pt x="1886026" y="291688"/>
                    <a:pt x="1866138" y="281744"/>
                    <a:pt x="1849565" y="275115"/>
                  </a:cubicBezTo>
                  <a:cubicBezTo>
                    <a:pt x="1876082" y="235339"/>
                    <a:pt x="1975521" y="208822"/>
                    <a:pt x="2018612" y="208822"/>
                  </a:cubicBezTo>
                  <a:cubicBezTo>
                    <a:pt x="2253950" y="208822"/>
                    <a:pt x="2383221" y="487251"/>
                    <a:pt x="2519121" y="487251"/>
                  </a:cubicBezTo>
                  <a:close/>
                  <a:moveTo>
                    <a:pt x="2562211" y="215451"/>
                  </a:moveTo>
                  <a:lnTo>
                    <a:pt x="2552267" y="235339"/>
                  </a:lnTo>
                  <a:cubicBezTo>
                    <a:pt x="2532380" y="222080"/>
                    <a:pt x="2515807" y="232024"/>
                    <a:pt x="2505863" y="212137"/>
                  </a:cubicBezTo>
                  <a:lnTo>
                    <a:pt x="2505863" y="202193"/>
                  </a:lnTo>
                  <a:cubicBezTo>
                    <a:pt x="2529065" y="205507"/>
                    <a:pt x="2545638" y="208822"/>
                    <a:pt x="2562211" y="215451"/>
                  </a:cubicBezTo>
                  <a:close/>
                  <a:moveTo>
                    <a:pt x="2336816" y="202193"/>
                  </a:moveTo>
                  <a:cubicBezTo>
                    <a:pt x="2333502" y="208822"/>
                    <a:pt x="2330187" y="222080"/>
                    <a:pt x="2320243" y="222080"/>
                  </a:cubicBezTo>
                  <a:cubicBezTo>
                    <a:pt x="2283782" y="228710"/>
                    <a:pt x="2217489" y="251912"/>
                    <a:pt x="2207546" y="251912"/>
                  </a:cubicBezTo>
                  <a:cubicBezTo>
                    <a:pt x="2200916" y="251912"/>
                    <a:pt x="2194287" y="248598"/>
                    <a:pt x="2187658" y="245283"/>
                  </a:cubicBezTo>
                  <a:cubicBezTo>
                    <a:pt x="2187658" y="241968"/>
                    <a:pt x="2194287" y="238654"/>
                    <a:pt x="2197602" y="235339"/>
                  </a:cubicBezTo>
                  <a:cubicBezTo>
                    <a:pt x="2234063" y="225395"/>
                    <a:pt x="2273838" y="212137"/>
                    <a:pt x="2313614" y="202193"/>
                  </a:cubicBezTo>
                  <a:lnTo>
                    <a:pt x="2336816" y="202193"/>
                  </a:lnTo>
                  <a:close/>
                  <a:moveTo>
                    <a:pt x="4398518" y="450790"/>
                  </a:moveTo>
                  <a:cubicBezTo>
                    <a:pt x="4444923" y="450790"/>
                    <a:pt x="4468125" y="427588"/>
                    <a:pt x="4468125" y="387812"/>
                  </a:cubicBezTo>
                  <a:cubicBezTo>
                    <a:pt x="4468125" y="367924"/>
                    <a:pt x="4454867" y="334778"/>
                    <a:pt x="4425035" y="334778"/>
                  </a:cubicBezTo>
                  <a:cubicBezTo>
                    <a:pt x="4418406" y="334778"/>
                    <a:pt x="4415091" y="348037"/>
                    <a:pt x="4408462" y="354666"/>
                  </a:cubicBezTo>
                  <a:lnTo>
                    <a:pt x="4395203" y="354666"/>
                  </a:lnTo>
                  <a:cubicBezTo>
                    <a:pt x="4395203" y="351351"/>
                    <a:pt x="4391889" y="351351"/>
                    <a:pt x="4391889" y="341407"/>
                  </a:cubicBezTo>
                  <a:cubicBezTo>
                    <a:pt x="4391889" y="318205"/>
                    <a:pt x="4438293" y="318205"/>
                    <a:pt x="4438293" y="318205"/>
                  </a:cubicBezTo>
                  <a:cubicBezTo>
                    <a:pt x="4444923" y="318205"/>
                    <a:pt x="4461496" y="318205"/>
                    <a:pt x="4474755" y="334778"/>
                  </a:cubicBezTo>
                  <a:lnTo>
                    <a:pt x="4484699" y="334778"/>
                  </a:lnTo>
                  <a:cubicBezTo>
                    <a:pt x="4488013" y="328149"/>
                    <a:pt x="4484699" y="321519"/>
                    <a:pt x="4484699" y="314890"/>
                  </a:cubicBezTo>
                  <a:cubicBezTo>
                    <a:pt x="4488013" y="311576"/>
                    <a:pt x="4488013" y="311576"/>
                    <a:pt x="4494642" y="311576"/>
                  </a:cubicBezTo>
                  <a:cubicBezTo>
                    <a:pt x="4527789" y="311576"/>
                    <a:pt x="4524474" y="348037"/>
                    <a:pt x="4524474" y="354666"/>
                  </a:cubicBezTo>
                  <a:cubicBezTo>
                    <a:pt x="4524474" y="371239"/>
                    <a:pt x="4547676" y="371239"/>
                    <a:pt x="4547676" y="371239"/>
                  </a:cubicBezTo>
                  <a:cubicBezTo>
                    <a:pt x="4570879" y="371239"/>
                    <a:pt x="4613969" y="354666"/>
                    <a:pt x="4613969" y="328149"/>
                  </a:cubicBezTo>
                  <a:cubicBezTo>
                    <a:pt x="4613969" y="314890"/>
                    <a:pt x="4610654" y="308261"/>
                    <a:pt x="4587452" y="308261"/>
                  </a:cubicBezTo>
                  <a:lnTo>
                    <a:pt x="4587452" y="298317"/>
                  </a:lnTo>
                  <a:cubicBezTo>
                    <a:pt x="4594082" y="295002"/>
                    <a:pt x="4600711" y="288373"/>
                    <a:pt x="4610654" y="288373"/>
                  </a:cubicBezTo>
                  <a:cubicBezTo>
                    <a:pt x="4627228" y="288373"/>
                    <a:pt x="4663689" y="301632"/>
                    <a:pt x="4663689" y="328149"/>
                  </a:cubicBezTo>
                  <a:cubicBezTo>
                    <a:pt x="4663689" y="364610"/>
                    <a:pt x="4557620" y="394441"/>
                    <a:pt x="4557620" y="401071"/>
                  </a:cubicBezTo>
                  <a:cubicBezTo>
                    <a:pt x="4541047" y="440846"/>
                    <a:pt x="4524474" y="517083"/>
                    <a:pt x="4461496" y="523712"/>
                  </a:cubicBezTo>
                  <a:cubicBezTo>
                    <a:pt x="4451552" y="523712"/>
                    <a:pt x="4444923" y="530341"/>
                    <a:pt x="4438293" y="530341"/>
                  </a:cubicBezTo>
                  <a:cubicBezTo>
                    <a:pt x="4428350" y="530341"/>
                    <a:pt x="4391889" y="520397"/>
                    <a:pt x="4368686" y="513768"/>
                  </a:cubicBezTo>
                  <a:cubicBezTo>
                    <a:pt x="4362057" y="510454"/>
                    <a:pt x="4358743" y="500510"/>
                    <a:pt x="4352113" y="500510"/>
                  </a:cubicBezTo>
                  <a:cubicBezTo>
                    <a:pt x="4338855" y="500510"/>
                    <a:pt x="4318967" y="500510"/>
                    <a:pt x="4305708" y="493880"/>
                  </a:cubicBezTo>
                  <a:cubicBezTo>
                    <a:pt x="4259303" y="477307"/>
                    <a:pt x="4222843" y="440846"/>
                    <a:pt x="4176437" y="407700"/>
                  </a:cubicBezTo>
                  <a:cubicBezTo>
                    <a:pt x="4166494" y="401071"/>
                    <a:pt x="4149921" y="394441"/>
                    <a:pt x="4139977" y="384497"/>
                  </a:cubicBezTo>
                  <a:cubicBezTo>
                    <a:pt x="4070369" y="331463"/>
                    <a:pt x="3970930" y="288373"/>
                    <a:pt x="3894694" y="288373"/>
                  </a:cubicBezTo>
                  <a:cubicBezTo>
                    <a:pt x="3884750" y="288373"/>
                    <a:pt x="3821772" y="295002"/>
                    <a:pt x="3791940" y="304946"/>
                  </a:cubicBezTo>
                  <a:cubicBezTo>
                    <a:pt x="3778682" y="308261"/>
                    <a:pt x="3765423" y="321519"/>
                    <a:pt x="3758794" y="321519"/>
                  </a:cubicBezTo>
                  <a:cubicBezTo>
                    <a:pt x="3748850" y="321519"/>
                    <a:pt x="3742220" y="314890"/>
                    <a:pt x="3735591" y="308261"/>
                  </a:cubicBezTo>
                  <a:cubicBezTo>
                    <a:pt x="3768738" y="268485"/>
                    <a:pt x="3858233" y="268485"/>
                    <a:pt x="3901323" y="268485"/>
                  </a:cubicBezTo>
                  <a:cubicBezTo>
                    <a:pt x="4146606" y="268485"/>
                    <a:pt x="4206269" y="493880"/>
                    <a:pt x="4388574" y="493880"/>
                  </a:cubicBezTo>
                  <a:cubicBezTo>
                    <a:pt x="4418406" y="493880"/>
                    <a:pt x="4471440" y="473993"/>
                    <a:pt x="4494642" y="440846"/>
                  </a:cubicBezTo>
                  <a:lnTo>
                    <a:pt x="4491328" y="427588"/>
                  </a:lnTo>
                  <a:cubicBezTo>
                    <a:pt x="4458181" y="470678"/>
                    <a:pt x="4418406" y="477307"/>
                    <a:pt x="4385259" y="477307"/>
                  </a:cubicBezTo>
                  <a:cubicBezTo>
                    <a:pt x="4222843" y="477307"/>
                    <a:pt x="4130033" y="255227"/>
                    <a:pt x="3901323" y="255227"/>
                  </a:cubicBezTo>
                  <a:cubicBezTo>
                    <a:pt x="3894694" y="255227"/>
                    <a:pt x="3835030" y="255227"/>
                    <a:pt x="3805198" y="261856"/>
                  </a:cubicBezTo>
                  <a:cubicBezTo>
                    <a:pt x="3778682" y="265171"/>
                    <a:pt x="3719018" y="301632"/>
                    <a:pt x="3709074" y="301632"/>
                  </a:cubicBezTo>
                  <a:cubicBezTo>
                    <a:pt x="3702445" y="301632"/>
                    <a:pt x="3679242" y="291688"/>
                    <a:pt x="3665984" y="285058"/>
                  </a:cubicBezTo>
                  <a:cubicBezTo>
                    <a:pt x="3699130" y="232024"/>
                    <a:pt x="3801884" y="198878"/>
                    <a:pt x="3858233" y="198878"/>
                  </a:cubicBezTo>
                  <a:cubicBezTo>
                    <a:pt x="4136662" y="198878"/>
                    <a:pt x="4265933" y="450790"/>
                    <a:pt x="4398518" y="450790"/>
                  </a:cubicBezTo>
                  <a:close/>
                  <a:moveTo>
                    <a:pt x="3334521" y="278429"/>
                  </a:moveTo>
                  <a:cubicBezTo>
                    <a:pt x="3351094" y="295002"/>
                    <a:pt x="3377611" y="311576"/>
                    <a:pt x="3377611" y="324834"/>
                  </a:cubicBezTo>
                  <a:cubicBezTo>
                    <a:pt x="3377611" y="334778"/>
                    <a:pt x="3367667" y="338093"/>
                    <a:pt x="3361038" y="341407"/>
                  </a:cubicBezTo>
                  <a:cubicBezTo>
                    <a:pt x="3278172" y="248598"/>
                    <a:pt x="3168789" y="225395"/>
                    <a:pt x="3079294" y="225395"/>
                  </a:cubicBezTo>
                  <a:cubicBezTo>
                    <a:pt x="3013001" y="225395"/>
                    <a:pt x="2986484" y="238654"/>
                    <a:pt x="2959967" y="238654"/>
                  </a:cubicBezTo>
                  <a:cubicBezTo>
                    <a:pt x="2953338" y="238654"/>
                    <a:pt x="2953338" y="238654"/>
                    <a:pt x="2950023" y="235339"/>
                  </a:cubicBezTo>
                  <a:cubicBezTo>
                    <a:pt x="2959967" y="212137"/>
                    <a:pt x="3052777" y="192249"/>
                    <a:pt x="3089238" y="192249"/>
                  </a:cubicBezTo>
                  <a:cubicBezTo>
                    <a:pt x="3138957" y="192249"/>
                    <a:pt x="3294745" y="241968"/>
                    <a:pt x="3334521" y="278429"/>
                  </a:cubicBezTo>
                  <a:close/>
                  <a:moveTo>
                    <a:pt x="1448495" y="238654"/>
                  </a:moveTo>
                  <a:cubicBezTo>
                    <a:pt x="1465068" y="245283"/>
                    <a:pt x="1564507" y="295002"/>
                    <a:pt x="1564507" y="324834"/>
                  </a:cubicBezTo>
                  <a:cubicBezTo>
                    <a:pt x="1564507" y="334778"/>
                    <a:pt x="1557878" y="338093"/>
                    <a:pt x="1547934" y="338093"/>
                  </a:cubicBezTo>
                  <a:cubicBezTo>
                    <a:pt x="1547934" y="338093"/>
                    <a:pt x="1481641" y="271800"/>
                    <a:pt x="1448495" y="255227"/>
                  </a:cubicBezTo>
                  <a:cubicBezTo>
                    <a:pt x="1382202" y="222080"/>
                    <a:pt x="1325853" y="215451"/>
                    <a:pt x="1266190" y="215451"/>
                  </a:cubicBezTo>
                  <a:cubicBezTo>
                    <a:pt x="1236358" y="215451"/>
                    <a:pt x="1206526" y="218766"/>
                    <a:pt x="1176695" y="225395"/>
                  </a:cubicBezTo>
                  <a:cubicBezTo>
                    <a:pt x="1166751" y="225395"/>
                    <a:pt x="1153492" y="238654"/>
                    <a:pt x="1143548" y="238654"/>
                  </a:cubicBezTo>
                  <a:cubicBezTo>
                    <a:pt x="1136919" y="238654"/>
                    <a:pt x="1126975" y="225395"/>
                    <a:pt x="1120346" y="218766"/>
                  </a:cubicBezTo>
                  <a:cubicBezTo>
                    <a:pt x="1123661" y="215451"/>
                    <a:pt x="1133605" y="205507"/>
                    <a:pt x="1140234" y="205507"/>
                  </a:cubicBezTo>
                  <a:cubicBezTo>
                    <a:pt x="1173380" y="195563"/>
                    <a:pt x="1229729" y="192249"/>
                    <a:pt x="1239673" y="192249"/>
                  </a:cubicBezTo>
                  <a:cubicBezTo>
                    <a:pt x="1309280" y="192249"/>
                    <a:pt x="1378887" y="212137"/>
                    <a:pt x="1448495" y="238654"/>
                  </a:cubicBezTo>
                  <a:close/>
                  <a:moveTo>
                    <a:pt x="4484699" y="215451"/>
                  </a:moveTo>
                  <a:cubicBezTo>
                    <a:pt x="4484699" y="222080"/>
                    <a:pt x="4468125" y="232024"/>
                    <a:pt x="4468125" y="241968"/>
                  </a:cubicBezTo>
                  <a:cubicBezTo>
                    <a:pt x="4468125" y="248598"/>
                    <a:pt x="4488013" y="275115"/>
                    <a:pt x="4494642" y="291688"/>
                  </a:cubicBezTo>
                  <a:cubicBezTo>
                    <a:pt x="4491328" y="295002"/>
                    <a:pt x="4488013" y="295002"/>
                    <a:pt x="4484699" y="298317"/>
                  </a:cubicBezTo>
                  <a:cubicBezTo>
                    <a:pt x="4461496" y="265171"/>
                    <a:pt x="4421721" y="245283"/>
                    <a:pt x="4391889" y="245283"/>
                  </a:cubicBezTo>
                  <a:cubicBezTo>
                    <a:pt x="4375315" y="245283"/>
                    <a:pt x="4358743" y="248598"/>
                    <a:pt x="4352113" y="261856"/>
                  </a:cubicBezTo>
                  <a:cubicBezTo>
                    <a:pt x="4348799" y="265171"/>
                    <a:pt x="4348799" y="275115"/>
                    <a:pt x="4345484" y="281744"/>
                  </a:cubicBezTo>
                  <a:cubicBezTo>
                    <a:pt x="4342169" y="285058"/>
                    <a:pt x="4332225" y="291688"/>
                    <a:pt x="4325596" y="291688"/>
                  </a:cubicBezTo>
                  <a:cubicBezTo>
                    <a:pt x="4312337" y="291688"/>
                    <a:pt x="4315652" y="278429"/>
                    <a:pt x="4315652" y="275115"/>
                  </a:cubicBezTo>
                  <a:cubicBezTo>
                    <a:pt x="4315652" y="245283"/>
                    <a:pt x="4378630" y="215451"/>
                    <a:pt x="4388574" y="215451"/>
                  </a:cubicBezTo>
                  <a:cubicBezTo>
                    <a:pt x="4398518" y="215451"/>
                    <a:pt x="4405147" y="222080"/>
                    <a:pt x="4415091" y="222080"/>
                  </a:cubicBezTo>
                  <a:cubicBezTo>
                    <a:pt x="4421721" y="222080"/>
                    <a:pt x="4444923" y="185619"/>
                    <a:pt x="4454867" y="185619"/>
                  </a:cubicBezTo>
                  <a:cubicBezTo>
                    <a:pt x="4471440" y="185619"/>
                    <a:pt x="4484699" y="202193"/>
                    <a:pt x="4484699" y="215451"/>
                  </a:cubicBezTo>
                  <a:close/>
                  <a:moveTo>
                    <a:pt x="2495919" y="218766"/>
                  </a:moveTo>
                  <a:cubicBezTo>
                    <a:pt x="2495919" y="228710"/>
                    <a:pt x="2489289" y="232024"/>
                    <a:pt x="2479346" y="232024"/>
                  </a:cubicBezTo>
                  <a:cubicBezTo>
                    <a:pt x="2459458" y="232024"/>
                    <a:pt x="2446199" y="205507"/>
                    <a:pt x="2416368" y="205507"/>
                  </a:cubicBezTo>
                  <a:cubicBezTo>
                    <a:pt x="2383221" y="205507"/>
                    <a:pt x="2373277" y="228710"/>
                    <a:pt x="2350075" y="241968"/>
                  </a:cubicBezTo>
                  <a:cubicBezTo>
                    <a:pt x="2346760" y="238654"/>
                    <a:pt x="2343445" y="235339"/>
                    <a:pt x="2343445" y="228710"/>
                  </a:cubicBezTo>
                  <a:cubicBezTo>
                    <a:pt x="2343445" y="202193"/>
                    <a:pt x="2396480" y="178990"/>
                    <a:pt x="2416368" y="178990"/>
                  </a:cubicBezTo>
                  <a:cubicBezTo>
                    <a:pt x="2422997" y="178990"/>
                    <a:pt x="2495919" y="192249"/>
                    <a:pt x="2495919" y="218766"/>
                  </a:cubicBezTo>
                  <a:close/>
                  <a:moveTo>
                    <a:pt x="696073" y="235339"/>
                  </a:moveTo>
                  <a:cubicBezTo>
                    <a:pt x="696073" y="235339"/>
                    <a:pt x="696073" y="238654"/>
                    <a:pt x="689444" y="238654"/>
                  </a:cubicBezTo>
                  <a:cubicBezTo>
                    <a:pt x="679500" y="238654"/>
                    <a:pt x="676185" y="225395"/>
                    <a:pt x="672871" y="222080"/>
                  </a:cubicBezTo>
                  <a:cubicBezTo>
                    <a:pt x="643039" y="202193"/>
                    <a:pt x="636410" y="205507"/>
                    <a:pt x="613207" y="205507"/>
                  </a:cubicBezTo>
                  <a:cubicBezTo>
                    <a:pt x="550229" y="205507"/>
                    <a:pt x="580061" y="245283"/>
                    <a:pt x="540285" y="245283"/>
                  </a:cubicBezTo>
                  <a:cubicBezTo>
                    <a:pt x="527027" y="245283"/>
                    <a:pt x="527027" y="232024"/>
                    <a:pt x="527027" y="228710"/>
                  </a:cubicBezTo>
                  <a:cubicBezTo>
                    <a:pt x="527027" y="188934"/>
                    <a:pt x="596634" y="178990"/>
                    <a:pt x="606578" y="178990"/>
                  </a:cubicBezTo>
                  <a:cubicBezTo>
                    <a:pt x="639724" y="178990"/>
                    <a:pt x="669556" y="192249"/>
                    <a:pt x="696073" y="235339"/>
                  </a:cubicBezTo>
                  <a:close/>
                  <a:moveTo>
                    <a:pt x="831973" y="205507"/>
                  </a:moveTo>
                  <a:cubicBezTo>
                    <a:pt x="898266" y="225395"/>
                    <a:pt x="977817" y="291688"/>
                    <a:pt x="1044109" y="351351"/>
                  </a:cubicBezTo>
                  <a:cubicBezTo>
                    <a:pt x="1040795" y="354666"/>
                    <a:pt x="1040795" y="354666"/>
                    <a:pt x="1034165" y="354666"/>
                  </a:cubicBezTo>
                  <a:cubicBezTo>
                    <a:pt x="1024222" y="354666"/>
                    <a:pt x="977817" y="311576"/>
                    <a:pt x="951300" y="291688"/>
                  </a:cubicBezTo>
                  <a:cubicBezTo>
                    <a:pt x="918153" y="268485"/>
                    <a:pt x="878378" y="258541"/>
                    <a:pt x="845231" y="235339"/>
                  </a:cubicBezTo>
                  <a:cubicBezTo>
                    <a:pt x="812085" y="212137"/>
                    <a:pt x="822029" y="205507"/>
                    <a:pt x="798827" y="205507"/>
                  </a:cubicBezTo>
                  <a:cubicBezTo>
                    <a:pt x="792197" y="205507"/>
                    <a:pt x="785568" y="212137"/>
                    <a:pt x="775624" y="212137"/>
                  </a:cubicBezTo>
                  <a:cubicBezTo>
                    <a:pt x="768995" y="212137"/>
                    <a:pt x="709331" y="198878"/>
                    <a:pt x="682814" y="192249"/>
                  </a:cubicBezTo>
                  <a:cubicBezTo>
                    <a:pt x="672871" y="192249"/>
                    <a:pt x="669556" y="182305"/>
                    <a:pt x="662927" y="178990"/>
                  </a:cubicBezTo>
                  <a:cubicBezTo>
                    <a:pt x="629780" y="162417"/>
                    <a:pt x="633095" y="165732"/>
                    <a:pt x="606578" y="165732"/>
                  </a:cubicBezTo>
                  <a:cubicBezTo>
                    <a:pt x="586690" y="165732"/>
                    <a:pt x="573432" y="162417"/>
                    <a:pt x="553544" y="178990"/>
                  </a:cubicBezTo>
                  <a:cubicBezTo>
                    <a:pt x="540285" y="185619"/>
                    <a:pt x="533656" y="198878"/>
                    <a:pt x="523712" y="202193"/>
                  </a:cubicBezTo>
                  <a:cubicBezTo>
                    <a:pt x="500510" y="212137"/>
                    <a:pt x="470678" y="208822"/>
                    <a:pt x="450790" y="215451"/>
                  </a:cubicBezTo>
                  <a:cubicBezTo>
                    <a:pt x="420958" y="225395"/>
                    <a:pt x="377868" y="251912"/>
                    <a:pt x="371239" y="251912"/>
                  </a:cubicBezTo>
                  <a:cubicBezTo>
                    <a:pt x="361295" y="251912"/>
                    <a:pt x="348036" y="245283"/>
                    <a:pt x="338093" y="238654"/>
                  </a:cubicBezTo>
                  <a:cubicBezTo>
                    <a:pt x="404385" y="195563"/>
                    <a:pt x="527027" y="155788"/>
                    <a:pt x="603263" y="155788"/>
                  </a:cubicBezTo>
                  <a:cubicBezTo>
                    <a:pt x="672871" y="155788"/>
                    <a:pt x="765680" y="185619"/>
                    <a:pt x="831973" y="205507"/>
                  </a:cubicBezTo>
                  <a:close/>
                  <a:moveTo>
                    <a:pt x="1597653" y="314890"/>
                  </a:moveTo>
                  <a:cubicBezTo>
                    <a:pt x="1594338" y="314890"/>
                    <a:pt x="1591024" y="318205"/>
                    <a:pt x="1584395" y="318205"/>
                  </a:cubicBezTo>
                  <a:cubicBezTo>
                    <a:pt x="1574451" y="318205"/>
                    <a:pt x="1531360" y="265171"/>
                    <a:pt x="1504843" y="251912"/>
                  </a:cubicBezTo>
                  <a:cubicBezTo>
                    <a:pt x="1421978" y="208822"/>
                    <a:pt x="1322539" y="178990"/>
                    <a:pt x="1242987" y="178990"/>
                  </a:cubicBezTo>
                  <a:cubicBezTo>
                    <a:pt x="1233043" y="178990"/>
                    <a:pt x="1170065" y="185619"/>
                    <a:pt x="1136919" y="192249"/>
                  </a:cubicBezTo>
                  <a:cubicBezTo>
                    <a:pt x="1126975" y="192249"/>
                    <a:pt x="1113717" y="205507"/>
                    <a:pt x="1107087" y="205507"/>
                  </a:cubicBezTo>
                  <a:cubicBezTo>
                    <a:pt x="1097144" y="205507"/>
                    <a:pt x="1103773" y="202193"/>
                    <a:pt x="1097144" y="202193"/>
                  </a:cubicBezTo>
                  <a:cubicBezTo>
                    <a:pt x="1097144" y="198878"/>
                    <a:pt x="1093829" y="198878"/>
                    <a:pt x="1093829" y="188934"/>
                  </a:cubicBezTo>
                  <a:cubicBezTo>
                    <a:pt x="1093829" y="162417"/>
                    <a:pt x="1236358" y="152473"/>
                    <a:pt x="1246302" y="152473"/>
                  </a:cubicBezTo>
                  <a:cubicBezTo>
                    <a:pt x="1362314" y="152473"/>
                    <a:pt x="1564507" y="248598"/>
                    <a:pt x="1597653" y="314890"/>
                  </a:cubicBezTo>
                  <a:close/>
                  <a:moveTo>
                    <a:pt x="4352113" y="205507"/>
                  </a:moveTo>
                  <a:lnTo>
                    <a:pt x="4342169" y="205507"/>
                  </a:lnTo>
                  <a:cubicBezTo>
                    <a:pt x="4325596" y="178990"/>
                    <a:pt x="4292450" y="172361"/>
                    <a:pt x="4269247" y="172361"/>
                  </a:cubicBezTo>
                  <a:cubicBezTo>
                    <a:pt x="4219528" y="172361"/>
                    <a:pt x="4226157" y="212137"/>
                    <a:pt x="4199640" y="212137"/>
                  </a:cubicBezTo>
                  <a:cubicBezTo>
                    <a:pt x="4189696" y="212137"/>
                    <a:pt x="4183067" y="202193"/>
                    <a:pt x="4183067" y="195563"/>
                  </a:cubicBezTo>
                  <a:cubicBezTo>
                    <a:pt x="4183067" y="155788"/>
                    <a:pt x="4242730" y="145844"/>
                    <a:pt x="4259303" y="145844"/>
                  </a:cubicBezTo>
                  <a:cubicBezTo>
                    <a:pt x="4292450" y="145844"/>
                    <a:pt x="4335540" y="169046"/>
                    <a:pt x="4352113" y="205507"/>
                  </a:cubicBezTo>
                  <a:close/>
                  <a:moveTo>
                    <a:pt x="3410757" y="318205"/>
                  </a:moveTo>
                  <a:cubicBezTo>
                    <a:pt x="3407443" y="318205"/>
                    <a:pt x="3404128" y="321519"/>
                    <a:pt x="3394184" y="321519"/>
                  </a:cubicBezTo>
                  <a:cubicBezTo>
                    <a:pt x="3387555" y="321519"/>
                    <a:pt x="3347779" y="278429"/>
                    <a:pt x="3327892" y="258541"/>
                  </a:cubicBezTo>
                  <a:cubicBezTo>
                    <a:pt x="3288116" y="225395"/>
                    <a:pt x="3145587" y="178990"/>
                    <a:pt x="3089238" y="178990"/>
                  </a:cubicBezTo>
                  <a:cubicBezTo>
                    <a:pt x="3082609" y="178990"/>
                    <a:pt x="3049462" y="182305"/>
                    <a:pt x="3036204" y="185619"/>
                  </a:cubicBezTo>
                  <a:cubicBezTo>
                    <a:pt x="3003058" y="192249"/>
                    <a:pt x="2946709" y="218766"/>
                    <a:pt x="2936765" y="218766"/>
                  </a:cubicBezTo>
                  <a:cubicBezTo>
                    <a:pt x="2930136" y="218766"/>
                    <a:pt x="2916877" y="208822"/>
                    <a:pt x="2916877" y="198878"/>
                  </a:cubicBezTo>
                  <a:cubicBezTo>
                    <a:pt x="2916877" y="182305"/>
                    <a:pt x="2936765" y="182305"/>
                    <a:pt x="2943394" y="178990"/>
                  </a:cubicBezTo>
                  <a:cubicBezTo>
                    <a:pt x="2999743" y="149159"/>
                    <a:pt x="3029575" y="145844"/>
                    <a:pt x="3082609" y="145844"/>
                  </a:cubicBezTo>
                  <a:cubicBezTo>
                    <a:pt x="3188677" y="145844"/>
                    <a:pt x="3314633" y="185619"/>
                    <a:pt x="3410757" y="318205"/>
                  </a:cubicBezTo>
                  <a:close/>
                  <a:moveTo>
                    <a:pt x="2837326" y="301632"/>
                  </a:moveTo>
                  <a:lnTo>
                    <a:pt x="2837326" y="314890"/>
                  </a:lnTo>
                  <a:cubicBezTo>
                    <a:pt x="2807494" y="301632"/>
                    <a:pt x="2784292" y="285058"/>
                    <a:pt x="2761089" y="271800"/>
                  </a:cubicBezTo>
                  <a:cubicBezTo>
                    <a:pt x="2708055" y="245283"/>
                    <a:pt x="2655021" y="222080"/>
                    <a:pt x="2601987" y="205507"/>
                  </a:cubicBezTo>
                  <a:cubicBezTo>
                    <a:pt x="2565526" y="195563"/>
                    <a:pt x="2529065" y="192249"/>
                    <a:pt x="2492604" y="182305"/>
                  </a:cubicBezTo>
                  <a:cubicBezTo>
                    <a:pt x="2469402" y="178990"/>
                    <a:pt x="2426311" y="162417"/>
                    <a:pt x="2416368" y="162417"/>
                  </a:cubicBezTo>
                  <a:cubicBezTo>
                    <a:pt x="2393165" y="162417"/>
                    <a:pt x="2376592" y="175676"/>
                    <a:pt x="2356704" y="182305"/>
                  </a:cubicBezTo>
                  <a:cubicBezTo>
                    <a:pt x="2333502" y="188934"/>
                    <a:pt x="2303670" y="188934"/>
                    <a:pt x="2283782" y="195563"/>
                  </a:cubicBezTo>
                  <a:cubicBezTo>
                    <a:pt x="2247321" y="202193"/>
                    <a:pt x="2177714" y="232024"/>
                    <a:pt x="2167770" y="232024"/>
                  </a:cubicBezTo>
                  <a:cubicBezTo>
                    <a:pt x="2161141" y="232024"/>
                    <a:pt x="2157826" y="228710"/>
                    <a:pt x="2154511" y="228710"/>
                  </a:cubicBezTo>
                  <a:cubicBezTo>
                    <a:pt x="2154511" y="228710"/>
                    <a:pt x="2154511" y="225395"/>
                    <a:pt x="2151197" y="222080"/>
                  </a:cubicBezTo>
                  <a:cubicBezTo>
                    <a:pt x="2184343" y="195563"/>
                    <a:pt x="2234063" y="178990"/>
                    <a:pt x="2273838" y="169046"/>
                  </a:cubicBezTo>
                  <a:cubicBezTo>
                    <a:pt x="2323558" y="155788"/>
                    <a:pt x="2422997" y="145844"/>
                    <a:pt x="2429626" y="145844"/>
                  </a:cubicBezTo>
                  <a:cubicBezTo>
                    <a:pt x="2542324" y="145844"/>
                    <a:pt x="2741201" y="232024"/>
                    <a:pt x="2837326" y="301632"/>
                  </a:cubicBezTo>
                  <a:close/>
                  <a:moveTo>
                    <a:pt x="1070626" y="321519"/>
                  </a:moveTo>
                  <a:lnTo>
                    <a:pt x="1070626" y="331463"/>
                  </a:lnTo>
                  <a:cubicBezTo>
                    <a:pt x="1067312" y="331463"/>
                    <a:pt x="1067312" y="334778"/>
                    <a:pt x="1057368" y="334778"/>
                  </a:cubicBezTo>
                  <a:cubicBezTo>
                    <a:pt x="1050739" y="334778"/>
                    <a:pt x="941356" y="248598"/>
                    <a:pt x="881692" y="215451"/>
                  </a:cubicBezTo>
                  <a:cubicBezTo>
                    <a:pt x="818714" y="178990"/>
                    <a:pt x="679500" y="145844"/>
                    <a:pt x="599949" y="145844"/>
                  </a:cubicBezTo>
                  <a:cubicBezTo>
                    <a:pt x="467363" y="145844"/>
                    <a:pt x="344722" y="232024"/>
                    <a:pt x="308261" y="232024"/>
                  </a:cubicBezTo>
                  <a:cubicBezTo>
                    <a:pt x="298317" y="232024"/>
                    <a:pt x="291688" y="228710"/>
                    <a:pt x="285058" y="225395"/>
                  </a:cubicBezTo>
                  <a:cubicBezTo>
                    <a:pt x="295002" y="215451"/>
                    <a:pt x="304946" y="205507"/>
                    <a:pt x="314890" y="202193"/>
                  </a:cubicBezTo>
                  <a:cubicBezTo>
                    <a:pt x="444161" y="139215"/>
                    <a:pt x="483936" y="122641"/>
                    <a:pt x="599949" y="122641"/>
                  </a:cubicBezTo>
                  <a:cubicBezTo>
                    <a:pt x="788883" y="122641"/>
                    <a:pt x="941356" y="212137"/>
                    <a:pt x="1070626" y="321519"/>
                  </a:cubicBezTo>
                  <a:close/>
                  <a:moveTo>
                    <a:pt x="1587709" y="261856"/>
                  </a:moveTo>
                  <a:cubicBezTo>
                    <a:pt x="1594338" y="268485"/>
                    <a:pt x="1610912" y="278429"/>
                    <a:pt x="1624170" y="291688"/>
                  </a:cubicBezTo>
                  <a:cubicBezTo>
                    <a:pt x="1620856" y="301632"/>
                    <a:pt x="1624170" y="301632"/>
                    <a:pt x="1614226" y="301632"/>
                  </a:cubicBezTo>
                  <a:cubicBezTo>
                    <a:pt x="1607597" y="301632"/>
                    <a:pt x="1567821" y="258541"/>
                    <a:pt x="1544619" y="241968"/>
                  </a:cubicBezTo>
                  <a:cubicBezTo>
                    <a:pt x="1428607" y="169046"/>
                    <a:pt x="1349056" y="142529"/>
                    <a:pt x="1239673" y="142529"/>
                  </a:cubicBezTo>
                  <a:cubicBezTo>
                    <a:pt x="1233043" y="142529"/>
                    <a:pt x="1166751" y="142529"/>
                    <a:pt x="1133605" y="152473"/>
                  </a:cubicBezTo>
                  <a:cubicBezTo>
                    <a:pt x="1113717" y="155788"/>
                    <a:pt x="1097144" y="169046"/>
                    <a:pt x="1070626" y="175676"/>
                  </a:cubicBezTo>
                  <a:lnTo>
                    <a:pt x="1063997" y="169046"/>
                  </a:lnTo>
                  <a:cubicBezTo>
                    <a:pt x="1120346" y="135900"/>
                    <a:pt x="1213156" y="112698"/>
                    <a:pt x="1276134" y="112698"/>
                  </a:cubicBezTo>
                  <a:cubicBezTo>
                    <a:pt x="1375573" y="112698"/>
                    <a:pt x="1514787" y="169046"/>
                    <a:pt x="1587709" y="261856"/>
                  </a:cubicBezTo>
                  <a:close/>
                  <a:moveTo>
                    <a:pt x="2863843" y="288373"/>
                  </a:moveTo>
                  <a:cubicBezTo>
                    <a:pt x="2860528" y="291688"/>
                    <a:pt x="2863843" y="295002"/>
                    <a:pt x="2853899" y="295002"/>
                  </a:cubicBezTo>
                  <a:cubicBezTo>
                    <a:pt x="2847270" y="295002"/>
                    <a:pt x="2820753" y="268485"/>
                    <a:pt x="2804179" y="258541"/>
                  </a:cubicBezTo>
                  <a:cubicBezTo>
                    <a:pt x="2691482" y="192249"/>
                    <a:pt x="2539009" y="132585"/>
                    <a:pt x="2422997" y="132585"/>
                  </a:cubicBezTo>
                  <a:cubicBezTo>
                    <a:pt x="2413053" y="132585"/>
                    <a:pt x="2310299" y="145844"/>
                    <a:pt x="2260580" y="159102"/>
                  </a:cubicBezTo>
                  <a:cubicBezTo>
                    <a:pt x="2214175" y="169046"/>
                    <a:pt x="2131309" y="215451"/>
                    <a:pt x="2124680" y="215451"/>
                  </a:cubicBezTo>
                  <a:cubicBezTo>
                    <a:pt x="2114736" y="215451"/>
                    <a:pt x="2114736" y="212137"/>
                    <a:pt x="2108107" y="208822"/>
                  </a:cubicBezTo>
                  <a:cubicBezTo>
                    <a:pt x="2207546" y="135900"/>
                    <a:pt x="2316928" y="109383"/>
                    <a:pt x="2419682" y="109383"/>
                  </a:cubicBezTo>
                  <a:cubicBezTo>
                    <a:pt x="2568841" y="109383"/>
                    <a:pt x="2711370" y="162417"/>
                    <a:pt x="2863843" y="288373"/>
                  </a:cubicBezTo>
                  <a:close/>
                  <a:moveTo>
                    <a:pt x="3443904" y="301632"/>
                  </a:moveTo>
                  <a:cubicBezTo>
                    <a:pt x="3440589" y="304946"/>
                    <a:pt x="3437274" y="308261"/>
                    <a:pt x="3430645" y="308261"/>
                  </a:cubicBezTo>
                  <a:cubicBezTo>
                    <a:pt x="3420701" y="308261"/>
                    <a:pt x="3380926" y="258541"/>
                    <a:pt x="3354409" y="235339"/>
                  </a:cubicBezTo>
                  <a:cubicBezTo>
                    <a:pt x="3274857" y="172361"/>
                    <a:pt x="3168789" y="129271"/>
                    <a:pt x="3085923" y="129271"/>
                  </a:cubicBezTo>
                  <a:cubicBezTo>
                    <a:pt x="3032889" y="129271"/>
                    <a:pt x="2900304" y="185619"/>
                    <a:pt x="2900304" y="185619"/>
                  </a:cubicBezTo>
                  <a:cubicBezTo>
                    <a:pt x="2893675" y="185619"/>
                    <a:pt x="2883731" y="172361"/>
                    <a:pt x="2873787" y="162417"/>
                  </a:cubicBezTo>
                  <a:cubicBezTo>
                    <a:pt x="2930136" y="122641"/>
                    <a:pt x="3029575" y="102754"/>
                    <a:pt x="3095867" y="102754"/>
                  </a:cubicBezTo>
                  <a:cubicBezTo>
                    <a:pt x="3201935" y="102754"/>
                    <a:pt x="3361038" y="182305"/>
                    <a:pt x="3443904" y="301632"/>
                  </a:cubicBezTo>
                  <a:close/>
                  <a:moveTo>
                    <a:pt x="1624170" y="245283"/>
                  </a:moveTo>
                  <a:cubicBezTo>
                    <a:pt x="1637429" y="255227"/>
                    <a:pt x="1650687" y="275115"/>
                    <a:pt x="1657316" y="288373"/>
                  </a:cubicBezTo>
                  <a:cubicBezTo>
                    <a:pt x="1654002" y="291688"/>
                    <a:pt x="1650687" y="295002"/>
                    <a:pt x="1644058" y="295002"/>
                  </a:cubicBezTo>
                  <a:cubicBezTo>
                    <a:pt x="1634114" y="295002"/>
                    <a:pt x="1571136" y="215451"/>
                    <a:pt x="1531360" y="185619"/>
                  </a:cubicBezTo>
                  <a:cubicBezTo>
                    <a:pt x="1491585" y="155788"/>
                    <a:pt x="1451809" y="132585"/>
                    <a:pt x="1412034" y="119327"/>
                  </a:cubicBezTo>
                  <a:cubicBezTo>
                    <a:pt x="1378887" y="106068"/>
                    <a:pt x="1315909" y="99439"/>
                    <a:pt x="1305965" y="99439"/>
                  </a:cubicBezTo>
                  <a:lnTo>
                    <a:pt x="1249617" y="99439"/>
                  </a:lnTo>
                  <a:cubicBezTo>
                    <a:pt x="1180009" y="109383"/>
                    <a:pt x="1117031" y="112698"/>
                    <a:pt x="1050739" y="162417"/>
                  </a:cubicBezTo>
                  <a:cubicBezTo>
                    <a:pt x="1047424" y="162417"/>
                    <a:pt x="1040795" y="155788"/>
                    <a:pt x="1037480" y="152473"/>
                  </a:cubicBezTo>
                  <a:cubicBezTo>
                    <a:pt x="1100458" y="102754"/>
                    <a:pt x="1216470" y="82866"/>
                    <a:pt x="1292707" y="82866"/>
                  </a:cubicBezTo>
                  <a:cubicBezTo>
                    <a:pt x="1408719" y="82866"/>
                    <a:pt x="1498214" y="112698"/>
                    <a:pt x="1624170" y="245283"/>
                  </a:cubicBezTo>
                  <a:close/>
                  <a:moveTo>
                    <a:pt x="1097144" y="304946"/>
                  </a:moveTo>
                  <a:cubicBezTo>
                    <a:pt x="1097144" y="308261"/>
                    <a:pt x="1093829" y="314890"/>
                    <a:pt x="1083885" y="314890"/>
                  </a:cubicBezTo>
                  <a:cubicBezTo>
                    <a:pt x="1067312" y="314890"/>
                    <a:pt x="924783" y="192249"/>
                    <a:pt x="868434" y="165732"/>
                  </a:cubicBezTo>
                  <a:cubicBezTo>
                    <a:pt x="775624" y="122641"/>
                    <a:pt x="682814" y="109383"/>
                    <a:pt x="590005" y="109383"/>
                  </a:cubicBezTo>
                  <a:cubicBezTo>
                    <a:pt x="417644" y="109383"/>
                    <a:pt x="271800" y="222080"/>
                    <a:pt x="255227" y="222080"/>
                  </a:cubicBezTo>
                  <a:cubicBezTo>
                    <a:pt x="245283" y="222080"/>
                    <a:pt x="228710" y="218766"/>
                    <a:pt x="222080" y="215451"/>
                  </a:cubicBezTo>
                  <a:cubicBezTo>
                    <a:pt x="341407" y="129271"/>
                    <a:pt x="490566" y="79551"/>
                    <a:pt x="616522" y="79551"/>
                  </a:cubicBezTo>
                  <a:cubicBezTo>
                    <a:pt x="768995" y="79551"/>
                    <a:pt x="954614" y="188934"/>
                    <a:pt x="1097144" y="304946"/>
                  </a:cubicBezTo>
                  <a:close/>
                  <a:moveTo>
                    <a:pt x="2638448" y="112698"/>
                  </a:moveTo>
                  <a:cubicBezTo>
                    <a:pt x="2674909" y="122641"/>
                    <a:pt x="2714684" y="152473"/>
                    <a:pt x="2751145" y="175676"/>
                  </a:cubicBezTo>
                  <a:cubicBezTo>
                    <a:pt x="2794236" y="208822"/>
                    <a:pt x="2843955" y="238654"/>
                    <a:pt x="2887045" y="275115"/>
                  </a:cubicBezTo>
                  <a:lnTo>
                    <a:pt x="2880416" y="281744"/>
                  </a:lnTo>
                  <a:cubicBezTo>
                    <a:pt x="2708055" y="145844"/>
                    <a:pt x="2575470" y="96124"/>
                    <a:pt x="2422997" y="96124"/>
                  </a:cubicBezTo>
                  <a:cubicBezTo>
                    <a:pt x="2356704" y="96124"/>
                    <a:pt x="2257265" y="112698"/>
                    <a:pt x="2207546" y="135900"/>
                  </a:cubicBezTo>
                  <a:cubicBezTo>
                    <a:pt x="2164455" y="155788"/>
                    <a:pt x="2091533" y="205507"/>
                    <a:pt x="2081590" y="205507"/>
                  </a:cubicBezTo>
                  <a:cubicBezTo>
                    <a:pt x="2074960" y="205507"/>
                    <a:pt x="2071646" y="202193"/>
                    <a:pt x="2068331" y="202193"/>
                  </a:cubicBezTo>
                  <a:cubicBezTo>
                    <a:pt x="2144568" y="135900"/>
                    <a:pt x="2303670" y="69607"/>
                    <a:pt x="2393165" y="69607"/>
                  </a:cubicBezTo>
                  <a:cubicBezTo>
                    <a:pt x="2472716" y="69607"/>
                    <a:pt x="2562211" y="86180"/>
                    <a:pt x="2638448" y="112698"/>
                  </a:cubicBezTo>
                  <a:close/>
                  <a:moveTo>
                    <a:pt x="3215194" y="79551"/>
                  </a:moveTo>
                  <a:cubicBezTo>
                    <a:pt x="3228452" y="86180"/>
                    <a:pt x="3238396" y="99439"/>
                    <a:pt x="3254969" y="102754"/>
                  </a:cubicBezTo>
                  <a:cubicBezTo>
                    <a:pt x="3321262" y="125956"/>
                    <a:pt x="3424016" y="225395"/>
                    <a:pt x="3473735" y="295002"/>
                  </a:cubicBezTo>
                  <a:cubicBezTo>
                    <a:pt x="3470421" y="298317"/>
                    <a:pt x="3470421" y="298317"/>
                    <a:pt x="3463791" y="298317"/>
                  </a:cubicBezTo>
                  <a:cubicBezTo>
                    <a:pt x="3453848" y="298317"/>
                    <a:pt x="3390870" y="222080"/>
                    <a:pt x="3354409" y="188934"/>
                  </a:cubicBezTo>
                  <a:cubicBezTo>
                    <a:pt x="3331206" y="169046"/>
                    <a:pt x="3301374" y="152473"/>
                    <a:pt x="3274857" y="139215"/>
                  </a:cubicBezTo>
                  <a:cubicBezTo>
                    <a:pt x="3218509" y="112698"/>
                    <a:pt x="3155531" y="89495"/>
                    <a:pt x="3099182" y="89495"/>
                  </a:cubicBezTo>
                  <a:cubicBezTo>
                    <a:pt x="3059406" y="89495"/>
                    <a:pt x="2956653" y="109383"/>
                    <a:pt x="2946709" y="112698"/>
                  </a:cubicBezTo>
                  <a:cubicBezTo>
                    <a:pt x="2913562" y="122641"/>
                    <a:pt x="2867158" y="149159"/>
                    <a:pt x="2857214" y="149159"/>
                  </a:cubicBezTo>
                  <a:cubicBezTo>
                    <a:pt x="2850584" y="149159"/>
                    <a:pt x="2847270" y="145844"/>
                    <a:pt x="2840640" y="139215"/>
                  </a:cubicBezTo>
                  <a:cubicBezTo>
                    <a:pt x="2840640" y="135900"/>
                    <a:pt x="2840640" y="132585"/>
                    <a:pt x="2843955" y="129271"/>
                  </a:cubicBezTo>
                  <a:cubicBezTo>
                    <a:pt x="2887045" y="92810"/>
                    <a:pt x="3032889" y="62978"/>
                    <a:pt x="3102496" y="62978"/>
                  </a:cubicBezTo>
                  <a:cubicBezTo>
                    <a:pt x="3135643" y="62978"/>
                    <a:pt x="3198621" y="72922"/>
                    <a:pt x="3215194" y="79551"/>
                  </a:cubicBezTo>
                  <a:close/>
                  <a:moveTo>
                    <a:pt x="1362314" y="59663"/>
                  </a:moveTo>
                  <a:cubicBezTo>
                    <a:pt x="1461753" y="76237"/>
                    <a:pt x="1584395" y="139215"/>
                    <a:pt x="1677204" y="268485"/>
                  </a:cubicBezTo>
                  <a:cubicBezTo>
                    <a:pt x="1680519" y="271800"/>
                    <a:pt x="1683834" y="278429"/>
                    <a:pt x="1680519" y="285058"/>
                  </a:cubicBezTo>
                  <a:cubicBezTo>
                    <a:pt x="1677204" y="285058"/>
                    <a:pt x="1673890" y="281744"/>
                    <a:pt x="1670575" y="278429"/>
                  </a:cubicBezTo>
                  <a:cubicBezTo>
                    <a:pt x="1667260" y="275115"/>
                    <a:pt x="1660631" y="261856"/>
                    <a:pt x="1650687" y="255227"/>
                  </a:cubicBezTo>
                  <a:cubicBezTo>
                    <a:pt x="1501529" y="96124"/>
                    <a:pt x="1421978" y="69607"/>
                    <a:pt x="1286078" y="69607"/>
                  </a:cubicBezTo>
                  <a:cubicBezTo>
                    <a:pt x="1216470" y="69607"/>
                    <a:pt x="1180009" y="76237"/>
                    <a:pt x="1100458" y="102754"/>
                  </a:cubicBezTo>
                  <a:cubicBezTo>
                    <a:pt x="1070626" y="112698"/>
                    <a:pt x="1024222" y="139215"/>
                    <a:pt x="1017592" y="139215"/>
                  </a:cubicBezTo>
                  <a:cubicBezTo>
                    <a:pt x="1007648" y="139215"/>
                    <a:pt x="1001019" y="132585"/>
                    <a:pt x="994390" y="125956"/>
                  </a:cubicBezTo>
                  <a:cubicBezTo>
                    <a:pt x="1083885" y="72922"/>
                    <a:pt x="1183324" y="53034"/>
                    <a:pt x="1279448" y="53034"/>
                  </a:cubicBezTo>
                  <a:cubicBezTo>
                    <a:pt x="1286078" y="53034"/>
                    <a:pt x="1335797" y="56349"/>
                    <a:pt x="1362314" y="59663"/>
                  </a:cubicBezTo>
                  <a:close/>
                  <a:moveTo>
                    <a:pt x="3496938" y="281744"/>
                  </a:moveTo>
                  <a:lnTo>
                    <a:pt x="3496938" y="291688"/>
                  </a:lnTo>
                  <a:cubicBezTo>
                    <a:pt x="3397499" y="175676"/>
                    <a:pt x="3264913" y="69607"/>
                    <a:pt x="3155531" y="53034"/>
                  </a:cubicBezTo>
                  <a:cubicBezTo>
                    <a:pt x="3105811" y="53034"/>
                    <a:pt x="3102496" y="49720"/>
                    <a:pt x="3095867" y="49720"/>
                  </a:cubicBezTo>
                  <a:cubicBezTo>
                    <a:pt x="3056092" y="49720"/>
                    <a:pt x="2946709" y="69607"/>
                    <a:pt x="2920192" y="79551"/>
                  </a:cubicBezTo>
                  <a:cubicBezTo>
                    <a:pt x="2883731" y="89495"/>
                    <a:pt x="2830697" y="125956"/>
                    <a:pt x="2820753" y="125956"/>
                  </a:cubicBezTo>
                  <a:cubicBezTo>
                    <a:pt x="2814123" y="125956"/>
                    <a:pt x="2810809" y="119327"/>
                    <a:pt x="2807494" y="119327"/>
                  </a:cubicBezTo>
                  <a:cubicBezTo>
                    <a:pt x="2807494" y="116012"/>
                    <a:pt x="2807494" y="106068"/>
                    <a:pt x="2817438" y="102754"/>
                  </a:cubicBezTo>
                  <a:cubicBezTo>
                    <a:pt x="2873787" y="72922"/>
                    <a:pt x="2930136" y="46405"/>
                    <a:pt x="2989799" y="36461"/>
                  </a:cubicBezTo>
                  <a:cubicBezTo>
                    <a:pt x="3016316" y="29832"/>
                    <a:pt x="3072665" y="33146"/>
                    <a:pt x="3082609" y="33146"/>
                  </a:cubicBezTo>
                  <a:cubicBezTo>
                    <a:pt x="3228452" y="33146"/>
                    <a:pt x="3370982" y="96124"/>
                    <a:pt x="3496938" y="281744"/>
                  </a:cubicBezTo>
                  <a:close/>
                  <a:moveTo>
                    <a:pt x="709331" y="16573"/>
                  </a:moveTo>
                  <a:cubicBezTo>
                    <a:pt x="861805" y="53034"/>
                    <a:pt x="1014278" y="129271"/>
                    <a:pt x="1163436" y="278429"/>
                  </a:cubicBezTo>
                  <a:cubicBezTo>
                    <a:pt x="1146863" y="285058"/>
                    <a:pt x="1123661" y="298317"/>
                    <a:pt x="1113717" y="298317"/>
                  </a:cubicBezTo>
                  <a:cubicBezTo>
                    <a:pt x="1107087" y="298317"/>
                    <a:pt x="971187" y="195563"/>
                    <a:pt x="901580" y="152473"/>
                  </a:cubicBezTo>
                  <a:cubicBezTo>
                    <a:pt x="848546" y="119327"/>
                    <a:pt x="792197" y="106068"/>
                    <a:pt x="742478" y="89495"/>
                  </a:cubicBezTo>
                  <a:cubicBezTo>
                    <a:pt x="682814" y="72922"/>
                    <a:pt x="656297" y="69607"/>
                    <a:pt x="609892" y="69607"/>
                  </a:cubicBezTo>
                  <a:cubicBezTo>
                    <a:pt x="473993" y="69607"/>
                    <a:pt x="338093" y="132585"/>
                    <a:pt x="195563" y="215451"/>
                  </a:cubicBezTo>
                  <a:cubicBezTo>
                    <a:pt x="162417" y="235339"/>
                    <a:pt x="119327" y="232024"/>
                    <a:pt x="76237" y="245283"/>
                  </a:cubicBezTo>
                  <a:cubicBezTo>
                    <a:pt x="258541" y="62978"/>
                    <a:pt x="437532" y="16573"/>
                    <a:pt x="626466" y="16573"/>
                  </a:cubicBezTo>
                  <a:cubicBezTo>
                    <a:pt x="633095" y="16573"/>
                    <a:pt x="682814" y="9944"/>
                    <a:pt x="709331" y="16573"/>
                  </a:cubicBezTo>
                  <a:close/>
                  <a:moveTo>
                    <a:pt x="2936765" y="245283"/>
                  </a:moveTo>
                  <a:cubicBezTo>
                    <a:pt x="2930136" y="255227"/>
                    <a:pt x="2913562" y="265171"/>
                    <a:pt x="2903619" y="265171"/>
                  </a:cubicBezTo>
                  <a:cubicBezTo>
                    <a:pt x="2890360" y="265171"/>
                    <a:pt x="2721314" y="132585"/>
                    <a:pt x="2648392" y="102754"/>
                  </a:cubicBezTo>
                  <a:cubicBezTo>
                    <a:pt x="2582099" y="76237"/>
                    <a:pt x="2469402" y="59663"/>
                    <a:pt x="2396480" y="59663"/>
                  </a:cubicBezTo>
                  <a:cubicBezTo>
                    <a:pt x="2293726" y="59663"/>
                    <a:pt x="2161141" y="116012"/>
                    <a:pt x="2065016" y="185619"/>
                  </a:cubicBezTo>
                  <a:cubicBezTo>
                    <a:pt x="2061702" y="188934"/>
                    <a:pt x="2058387" y="195563"/>
                    <a:pt x="2058387" y="198878"/>
                  </a:cubicBezTo>
                  <a:lnTo>
                    <a:pt x="1972207" y="195563"/>
                  </a:lnTo>
                  <a:cubicBezTo>
                    <a:pt x="2031870" y="119327"/>
                    <a:pt x="2111421" y="69607"/>
                    <a:pt x="2184343" y="46405"/>
                  </a:cubicBezTo>
                  <a:cubicBezTo>
                    <a:pt x="2247321" y="23202"/>
                    <a:pt x="2350075" y="0"/>
                    <a:pt x="2429626" y="0"/>
                  </a:cubicBezTo>
                  <a:cubicBezTo>
                    <a:pt x="2582099" y="0"/>
                    <a:pt x="2827382" y="112698"/>
                    <a:pt x="2936765" y="245283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  <a:alpha val="0"/>
                  </a:schemeClr>
                </a:gs>
                <a:gs pos="67000">
                  <a:schemeClr val="accent2">
                    <a:lumMod val="40000"/>
                    <a:lumOff val="60000"/>
                  </a:schemeClr>
                </a:gs>
              </a:gsLst>
              <a:lin ang="16200000" scaled="1"/>
            </a:gra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armonyOS Sans SC Light" panose="020F0502020204030204"/>
                <a:cs typeface="+mn-cs"/>
              </a:endParaRP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4178247" y="984060"/>
            <a:ext cx="3285471" cy="709650"/>
            <a:chOff x="4525476" y="536137"/>
            <a:chExt cx="3190210" cy="689074"/>
          </a:xfrm>
        </p:grpSpPr>
        <p:pic>
          <p:nvPicPr>
            <p:cNvPr id="33" name="图片 32" descr="7b0a202020202266696c746572223a20223135220a7d0a"/>
            <p:cNvPicPr>
              <a:picLocks noChangeAspect="1"/>
            </p:cNvPicPr>
            <p:nvPr>
              <p:custDataLst>
                <p:tags r:id="rId1"/>
              </p:custDataLst>
            </p:nvPr>
          </p:nvPicPr>
          <p:blipFill>
            <a:blip r:embed="rId5">
              <a:duotone>
                <a:srgbClr val="F2BA02">
                  <a:shade val="45000"/>
                  <a:satMod val="135000"/>
                </a:srgb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850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5268611" y="604368"/>
              <a:ext cx="2447075" cy="592263"/>
            </a:xfrm>
            <a:prstGeom prst="rect">
              <a:avLst/>
            </a:prstGeom>
          </p:spPr>
        </p:pic>
        <p:pic>
          <p:nvPicPr>
            <p:cNvPr id="52" name="PA-图片 147" descr="徽标&#10;&#10;描述已自动生成"/>
            <p:cNvPicPr>
              <a:picLocks noChangeAspect="1"/>
            </p:cNvPicPr>
            <p:nvPr>
              <p:custDataLst>
                <p:tags r:id="rId2"/>
              </p:custDataLst>
            </p:nvPr>
          </p:nvPicPr>
          <p:blipFill>
            <a:blip r:embed="rId7" cstate="screen"/>
            <a:stretch>
              <a:fillRect/>
            </a:stretch>
          </p:blipFill>
          <p:spPr>
            <a:xfrm>
              <a:off x="4525476" y="536137"/>
              <a:ext cx="648983" cy="689074"/>
            </a:xfrm>
            <a:prstGeom prst="rect">
              <a:avLst/>
            </a:prstGeom>
          </p:spPr>
        </p:pic>
      </p:grpSp>
      <p:sp>
        <p:nvSpPr>
          <p:cNvPr id="53" name="文本框 52"/>
          <p:cNvSpPr txBox="1"/>
          <p:nvPr/>
        </p:nvSpPr>
        <p:spPr>
          <a:xfrm>
            <a:off x="4536401" y="4093937"/>
            <a:ext cx="2973891" cy="59894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lnSpc>
                <a:spcPct val="120000"/>
              </a:lnSpc>
              <a:defRPr/>
            </a:pPr>
            <a:r>
              <a:rPr lang="en-US" altLang="zh-CN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2026</a:t>
            </a:r>
            <a:r>
              <a:rPr lang="zh-CN" altLang="en-US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年 </a:t>
            </a:r>
            <a:r>
              <a:rPr lang="en-US" altLang="zh-CN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6</a:t>
            </a:r>
            <a:r>
              <a:rPr lang="zh-CN" altLang="en-US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月 </a:t>
            </a:r>
            <a:r>
              <a:rPr lang="en-US" altLang="zh-CN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9</a:t>
            </a:r>
            <a:r>
              <a:rPr lang="zh-CN" altLang="en-US" sz="3000" b="1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日</a:t>
            </a:r>
          </a:p>
        </p:txBody>
      </p:sp>
      <p:sp>
        <p:nvSpPr>
          <p:cNvPr id="54" name="文本框 53"/>
          <p:cNvSpPr txBox="1"/>
          <p:nvPr/>
        </p:nvSpPr>
        <p:spPr>
          <a:xfrm>
            <a:off x="1385902" y="1833057"/>
            <a:ext cx="9264075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教师教育学院</a:t>
            </a:r>
          </a:p>
          <a:p>
            <a:pPr algn="ctr" defTabSz="914400">
              <a:defRPr/>
            </a:pPr>
            <a:r>
              <a:rPr lang="en-US" altLang="zh-CN" sz="60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Xinwei" panose="02010800040101010101" pitchFamily="2" charset="-122"/>
                <a:cs typeface="Times New Roman" panose="02020603050405020304" pitchFamily="18" charset="0"/>
              </a:rPr>
              <a:t>2026 </a:t>
            </a:r>
            <a:r>
              <a:rPr lang="zh-CN" altLang="en-US" sz="6600" spc="-150" dirty="0">
                <a:gradFill>
                  <a:gsLst>
                    <a:gs pos="3670">
                      <a:srgbClr val="EE822F">
                        <a:lumMod val="40000"/>
                        <a:lumOff val="60000"/>
                      </a:srgbClr>
                    </a:gs>
                    <a:gs pos="34000">
                      <a:srgbClr val="75BD42">
                        <a:lumMod val="20000"/>
                        <a:lumOff val="80000"/>
                      </a:srgbClr>
                    </a:gs>
                    <a:gs pos="100000">
                      <a:srgbClr val="EE822F">
                        <a:lumMod val="40000"/>
                        <a:lumOff val="60000"/>
                      </a:srgb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届毕业生代表座谈会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图形 4"/>
          <p:cNvSpPr/>
          <p:nvPr/>
        </p:nvSpPr>
        <p:spPr>
          <a:xfrm>
            <a:off x="9112700" y="3927169"/>
            <a:ext cx="3063326" cy="2225743"/>
          </a:xfrm>
          <a:custGeom>
            <a:avLst/>
            <a:gdLst>
              <a:gd name="connsiteX0" fmla="*/ 337705 w 4528704"/>
              <a:gd name="connsiteY0" fmla="*/ 3203864 h 3290454"/>
              <a:gd name="connsiteX1" fmla="*/ 355023 w 4528704"/>
              <a:gd name="connsiteY1" fmla="*/ 3195205 h 3290454"/>
              <a:gd name="connsiteX2" fmla="*/ 337705 w 4528704"/>
              <a:gd name="connsiteY2" fmla="*/ 3203864 h 3290454"/>
              <a:gd name="connsiteX3" fmla="*/ 1099705 w 4528704"/>
              <a:gd name="connsiteY3" fmla="*/ 3177886 h 3290454"/>
              <a:gd name="connsiteX4" fmla="*/ 1065068 w 4528704"/>
              <a:gd name="connsiteY4" fmla="*/ 3203864 h 3290454"/>
              <a:gd name="connsiteX5" fmla="*/ 1073727 w 4528704"/>
              <a:gd name="connsiteY5" fmla="*/ 3177886 h 3290454"/>
              <a:gd name="connsiteX6" fmla="*/ 1099705 w 4528704"/>
              <a:gd name="connsiteY6" fmla="*/ 3177886 h 3290454"/>
              <a:gd name="connsiteX7" fmla="*/ 987136 w 4528704"/>
              <a:gd name="connsiteY7" fmla="*/ 3212523 h 3290454"/>
              <a:gd name="connsiteX8" fmla="*/ 1039091 w 4528704"/>
              <a:gd name="connsiteY8" fmla="*/ 3186546 h 3290454"/>
              <a:gd name="connsiteX9" fmla="*/ 987136 w 4528704"/>
              <a:gd name="connsiteY9" fmla="*/ 3212523 h 3290454"/>
              <a:gd name="connsiteX10" fmla="*/ 1177637 w 4528704"/>
              <a:gd name="connsiteY10" fmla="*/ 3099955 h 3290454"/>
              <a:gd name="connsiteX11" fmla="*/ 1117023 w 4528704"/>
              <a:gd name="connsiteY11" fmla="*/ 3125932 h 3290454"/>
              <a:gd name="connsiteX12" fmla="*/ 1151659 w 4528704"/>
              <a:gd name="connsiteY12" fmla="*/ 3099955 h 3290454"/>
              <a:gd name="connsiteX13" fmla="*/ 1177637 w 4528704"/>
              <a:gd name="connsiteY13" fmla="*/ 3099955 h 3290454"/>
              <a:gd name="connsiteX14" fmla="*/ 1212273 w 4528704"/>
              <a:gd name="connsiteY14" fmla="*/ 3108614 h 3290454"/>
              <a:gd name="connsiteX15" fmla="*/ 1229591 w 4528704"/>
              <a:gd name="connsiteY15" fmla="*/ 3091296 h 3290454"/>
              <a:gd name="connsiteX16" fmla="*/ 1212273 w 4528704"/>
              <a:gd name="connsiteY16" fmla="*/ 3108614 h 3290454"/>
              <a:gd name="connsiteX17" fmla="*/ 666750 w 4528704"/>
              <a:gd name="connsiteY17" fmla="*/ 3082636 h 3290454"/>
              <a:gd name="connsiteX18" fmla="*/ 1134341 w 4528704"/>
              <a:gd name="connsiteY18" fmla="*/ 3082636 h 3290454"/>
              <a:gd name="connsiteX19" fmla="*/ 1099705 w 4528704"/>
              <a:gd name="connsiteY19" fmla="*/ 3108614 h 3290454"/>
              <a:gd name="connsiteX20" fmla="*/ 528205 w 4528704"/>
              <a:gd name="connsiteY20" fmla="*/ 3108614 h 3290454"/>
              <a:gd name="connsiteX21" fmla="*/ 640773 w 4528704"/>
              <a:gd name="connsiteY21" fmla="*/ 3065318 h 3290454"/>
              <a:gd name="connsiteX22" fmla="*/ 666750 w 4528704"/>
              <a:gd name="connsiteY22" fmla="*/ 3082636 h 3290454"/>
              <a:gd name="connsiteX23" fmla="*/ 1246909 w 4528704"/>
              <a:gd name="connsiteY23" fmla="*/ 3048000 h 3290454"/>
              <a:gd name="connsiteX24" fmla="*/ 1290205 w 4528704"/>
              <a:gd name="connsiteY24" fmla="*/ 3022023 h 3290454"/>
              <a:gd name="connsiteX25" fmla="*/ 1246909 w 4528704"/>
              <a:gd name="connsiteY25" fmla="*/ 3048000 h 3290454"/>
              <a:gd name="connsiteX26" fmla="*/ 1333500 w 4528704"/>
              <a:gd name="connsiteY26" fmla="*/ 3030682 h 3290454"/>
              <a:gd name="connsiteX27" fmla="*/ 1350818 w 4528704"/>
              <a:gd name="connsiteY27" fmla="*/ 3022023 h 3290454"/>
              <a:gd name="connsiteX28" fmla="*/ 1333500 w 4528704"/>
              <a:gd name="connsiteY28" fmla="*/ 3030682 h 3290454"/>
              <a:gd name="connsiteX29" fmla="*/ 831273 w 4528704"/>
              <a:gd name="connsiteY29" fmla="*/ 3022023 h 3290454"/>
              <a:gd name="connsiteX30" fmla="*/ 1238250 w 4528704"/>
              <a:gd name="connsiteY30" fmla="*/ 3022023 h 3290454"/>
              <a:gd name="connsiteX31" fmla="*/ 1194955 w 4528704"/>
              <a:gd name="connsiteY31" fmla="*/ 3022023 h 3290454"/>
              <a:gd name="connsiteX32" fmla="*/ 1160318 w 4528704"/>
              <a:gd name="connsiteY32" fmla="*/ 3048000 h 3290454"/>
              <a:gd name="connsiteX33" fmla="*/ 692727 w 4528704"/>
              <a:gd name="connsiteY33" fmla="*/ 3048000 h 3290454"/>
              <a:gd name="connsiteX34" fmla="*/ 813955 w 4528704"/>
              <a:gd name="connsiteY34" fmla="*/ 3004705 h 3290454"/>
              <a:gd name="connsiteX35" fmla="*/ 831273 w 4528704"/>
              <a:gd name="connsiteY35" fmla="*/ 3022023 h 3290454"/>
              <a:gd name="connsiteX36" fmla="*/ 1359477 w 4528704"/>
              <a:gd name="connsiteY36" fmla="*/ 2970068 h 3290454"/>
              <a:gd name="connsiteX37" fmla="*/ 1402773 w 4528704"/>
              <a:gd name="connsiteY37" fmla="*/ 2944091 h 3290454"/>
              <a:gd name="connsiteX38" fmla="*/ 1359477 w 4528704"/>
              <a:gd name="connsiteY38" fmla="*/ 2970068 h 3290454"/>
              <a:gd name="connsiteX39" fmla="*/ 1281546 w 4528704"/>
              <a:gd name="connsiteY39" fmla="*/ 2952750 h 3290454"/>
              <a:gd name="connsiteX40" fmla="*/ 1255568 w 4528704"/>
              <a:gd name="connsiteY40" fmla="*/ 2987386 h 3290454"/>
              <a:gd name="connsiteX41" fmla="*/ 857250 w 4528704"/>
              <a:gd name="connsiteY41" fmla="*/ 2987386 h 3290454"/>
              <a:gd name="connsiteX42" fmla="*/ 943841 w 4528704"/>
              <a:gd name="connsiteY42" fmla="*/ 2944091 h 3290454"/>
              <a:gd name="connsiteX43" fmla="*/ 1281546 w 4528704"/>
              <a:gd name="connsiteY43" fmla="*/ 2952750 h 3290454"/>
              <a:gd name="connsiteX44" fmla="*/ 1454727 w 4528704"/>
              <a:gd name="connsiteY44" fmla="*/ 2952750 h 3290454"/>
              <a:gd name="connsiteX45" fmla="*/ 1463387 w 4528704"/>
              <a:gd name="connsiteY45" fmla="*/ 2935432 h 3290454"/>
              <a:gd name="connsiteX46" fmla="*/ 1454727 w 4528704"/>
              <a:gd name="connsiteY46" fmla="*/ 2952750 h 3290454"/>
              <a:gd name="connsiteX47" fmla="*/ 1359477 w 4528704"/>
              <a:gd name="connsiteY47" fmla="*/ 2883477 h 3290454"/>
              <a:gd name="connsiteX48" fmla="*/ 1342159 w 4528704"/>
              <a:gd name="connsiteY48" fmla="*/ 2900796 h 3290454"/>
              <a:gd name="connsiteX49" fmla="*/ 1368137 w 4528704"/>
              <a:gd name="connsiteY49" fmla="*/ 2909455 h 3290454"/>
              <a:gd name="connsiteX50" fmla="*/ 1342159 w 4528704"/>
              <a:gd name="connsiteY50" fmla="*/ 2926773 h 3290454"/>
              <a:gd name="connsiteX51" fmla="*/ 969818 w 4528704"/>
              <a:gd name="connsiteY51" fmla="*/ 2926773 h 3290454"/>
              <a:gd name="connsiteX52" fmla="*/ 1013114 w 4528704"/>
              <a:gd name="connsiteY52" fmla="*/ 2883477 h 3290454"/>
              <a:gd name="connsiteX53" fmla="*/ 1359477 w 4528704"/>
              <a:gd name="connsiteY53" fmla="*/ 2883477 h 3290454"/>
              <a:gd name="connsiteX54" fmla="*/ 1472046 w 4528704"/>
              <a:gd name="connsiteY54" fmla="*/ 2883477 h 3290454"/>
              <a:gd name="connsiteX55" fmla="*/ 1524000 w 4528704"/>
              <a:gd name="connsiteY55" fmla="*/ 2848841 h 3290454"/>
              <a:gd name="connsiteX56" fmla="*/ 1472046 w 4528704"/>
              <a:gd name="connsiteY56" fmla="*/ 2883477 h 3290454"/>
              <a:gd name="connsiteX57" fmla="*/ 1558637 w 4528704"/>
              <a:gd name="connsiteY57" fmla="*/ 2840182 h 3290454"/>
              <a:gd name="connsiteX58" fmla="*/ 1567296 w 4528704"/>
              <a:gd name="connsiteY58" fmla="*/ 2857500 h 3290454"/>
              <a:gd name="connsiteX59" fmla="*/ 1558637 w 4528704"/>
              <a:gd name="connsiteY59" fmla="*/ 2840182 h 3290454"/>
              <a:gd name="connsiteX60" fmla="*/ 1420091 w 4528704"/>
              <a:gd name="connsiteY60" fmla="*/ 2831523 h 3290454"/>
              <a:gd name="connsiteX61" fmla="*/ 1446068 w 4528704"/>
              <a:gd name="connsiteY61" fmla="*/ 2840182 h 3290454"/>
              <a:gd name="connsiteX62" fmla="*/ 1420091 w 4528704"/>
              <a:gd name="connsiteY62" fmla="*/ 2857500 h 3290454"/>
              <a:gd name="connsiteX63" fmla="*/ 1039091 w 4528704"/>
              <a:gd name="connsiteY63" fmla="*/ 2857500 h 3290454"/>
              <a:gd name="connsiteX64" fmla="*/ 1065068 w 4528704"/>
              <a:gd name="connsiteY64" fmla="*/ 2822864 h 3290454"/>
              <a:gd name="connsiteX65" fmla="*/ 1420091 w 4528704"/>
              <a:gd name="connsiteY65" fmla="*/ 2831523 h 3290454"/>
              <a:gd name="connsiteX66" fmla="*/ 1584614 w 4528704"/>
              <a:gd name="connsiteY66" fmla="*/ 2788227 h 3290454"/>
              <a:gd name="connsiteX67" fmla="*/ 1619250 w 4528704"/>
              <a:gd name="connsiteY67" fmla="*/ 2779568 h 3290454"/>
              <a:gd name="connsiteX68" fmla="*/ 1584614 w 4528704"/>
              <a:gd name="connsiteY68" fmla="*/ 2788227 h 3290454"/>
              <a:gd name="connsiteX69" fmla="*/ 1653887 w 4528704"/>
              <a:gd name="connsiteY69" fmla="*/ 2736273 h 3290454"/>
              <a:gd name="connsiteX70" fmla="*/ 1645227 w 4528704"/>
              <a:gd name="connsiteY70" fmla="*/ 2736273 h 3290454"/>
              <a:gd name="connsiteX71" fmla="*/ 1653887 w 4528704"/>
              <a:gd name="connsiteY71" fmla="*/ 2736273 h 3290454"/>
              <a:gd name="connsiteX72" fmla="*/ 1662546 w 4528704"/>
              <a:gd name="connsiteY72" fmla="*/ 2692977 h 3290454"/>
              <a:gd name="connsiteX73" fmla="*/ 1688523 w 4528704"/>
              <a:gd name="connsiteY73" fmla="*/ 2658341 h 3290454"/>
              <a:gd name="connsiteX74" fmla="*/ 1662546 w 4528704"/>
              <a:gd name="connsiteY74" fmla="*/ 2692977 h 3290454"/>
              <a:gd name="connsiteX75" fmla="*/ 1601932 w 4528704"/>
              <a:gd name="connsiteY75" fmla="*/ 2692977 h 3290454"/>
              <a:gd name="connsiteX76" fmla="*/ 1584614 w 4528704"/>
              <a:gd name="connsiteY76" fmla="*/ 2658341 h 3290454"/>
              <a:gd name="connsiteX77" fmla="*/ 1601932 w 4528704"/>
              <a:gd name="connsiteY77" fmla="*/ 2692977 h 3290454"/>
              <a:gd name="connsiteX78" fmla="*/ 692727 w 4528704"/>
              <a:gd name="connsiteY78" fmla="*/ 2658341 h 3290454"/>
              <a:gd name="connsiteX79" fmla="*/ 727364 w 4528704"/>
              <a:gd name="connsiteY79" fmla="*/ 2597727 h 3290454"/>
              <a:gd name="connsiteX80" fmla="*/ 692727 w 4528704"/>
              <a:gd name="connsiteY80" fmla="*/ 2658341 h 3290454"/>
              <a:gd name="connsiteX81" fmla="*/ 2926773 w 4528704"/>
              <a:gd name="connsiteY81" fmla="*/ 2589068 h 3290454"/>
              <a:gd name="connsiteX82" fmla="*/ 2935432 w 4528704"/>
              <a:gd name="connsiteY82" fmla="*/ 2563091 h 3290454"/>
              <a:gd name="connsiteX83" fmla="*/ 2944091 w 4528704"/>
              <a:gd name="connsiteY83" fmla="*/ 2597727 h 3290454"/>
              <a:gd name="connsiteX84" fmla="*/ 2918114 w 4528704"/>
              <a:gd name="connsiteY84" fmla="*/ 2606386 h 3290454"/>
              <a:gd name="connsiteX85" fmla="*/ 2892137 w 4528704"/>
              <a:gd name="connsiteY85" fmla="*/ 2563091 h 3290454"/>
              <a:gd name="connsiteX86" fmla="*/ 2926773 w 4528704"/>
              <a:gd name="connsiteY86" fmla="*/ 2589068 h 3290454"/>
              <a:gd name="connsiteX87" fmla="*/ 1688523 w 4528704"/>
              <a:gd name="connsiteY87" fmla="*/ 2597727 h 3290454"/>
              <a:gd name="connsiteX88" fmla="*/ 1688523 w 4528704"/>
              <a:gd name="connsiteY88" fmla="*/ 2563091 h 3290454"/>
              <a:gd name="connsiteX89" fmla="*/ 1688523 w 4528704"/>
              <a:gd name="connsiteY89" fmla="*/ 2597727 h 3290454"/>
              <a:gd name="connsiteX90" fmla="*/ 2796887 w 4528704"/>
              <a:gd name="connsiteY90" fmla="*/ 2589068 h 3290454"/>
              <a:gd name="connsiteX91" fmla="*/ 2796887 w 4528704"/>
              <a:gd name="connsiteY91" fmla="*/ 2554432 h 3290454"/>
              <a:gd name="connsiteX92" fmla="*/ 2796887 w 4528704"/>
              <a:gd name="connsiteY92" fmla="*/ 2589068 h 3290454"/>
              <a:gd name="connsiteX93" fmla="*/ 2892137 w 4528704"/>
              <a:gd name="connsiteY93" fmla="*/ 2537114 h 3290454"/>
              <a:gd name="connsiteX94" fmla="*/ 2866159 w 4528704"/>
              <a:gd name="connsiteY94" fmla="*/ 2554432 h 3290454"/>
              <a:gd name="connsiteX95" fmla="*/ 2883478 w 4528704"/>
              <a:gd name="connsiteY95" fmla="*/ 2571750 h 3290454"/>
              <a:gd name="connsiteX96" fmla="*/ 2857500 w 4528704"/>
              <a:gd name="connsiteY96" fmla="*/ 2563091 h 3290454"/>
              <a:gd name="connsiteX97" fmla="*/ 2866159 w 4528704"/>
              <a:gd name="connsiteY97" fmla="*/ 2537114 h 3290454"/>
              <a:gd name="connsiteX98" fmla="*/ 2892137 w 4528704"/>
              <a:gd name="connsiteY98" fmla="*/ 2537114 h 3290454"/>
              <a:gd name="connsiteX99" fmla="*/ 1420091 w 4528704"/>
              <a:gd name="connsiteY99" fmla="*/ 2563091 h 3290454"/>
              <a:gd name="connsiteX100" fmla="*/ 1342159 w 4528704"/>
              <a:gd name="connsiteY100" fmla="*/ 2537114 h 3290454"/>
              <a:gd name="connsiteX101" fmla="*/ 1420091 w 4528704"/>
              <a:gd name="connsiteY101" fmla="*/ 2563091 h 3290454"/>
              <a:gd name="connsiteX102" fmla="*/ 1212273 w 4528704"/>
              <a:gd name="connsiteY102" fmla="*/ 2537114 h 3290454"/>
              <a:gd name="connsiteX103" fmla="*/ 1272887 w 4528704"/>
              <a:gd name="connsiteY103" fmla="*/ 2563091 h 3290454"/>
              <a:gd name="connsiteX104" fmla="*/ 1125682 w 4528704"/>
              <a:gd name="connsiteY104" fmla="*/ 2580409 h 3290454"/>
              <a:gd name="connsiteX105" fmla="*/ 1272887 w 4528704"/>
              <a:gd name="connsiteY105" fmla="*/ 2589068 h 3290454"/>
              <a:gd name="connsiteX106" fmla="*/ 1307523 w 4528704"/>
              <a:gd name="connsiteY106" fmla="*/ 2606386 h 3290454"/>
              <a:gd name="connsiteX107" fmla="*/ 1333500 w 4528704"/>
              <a:gd name="connsiteY107" fmla="*/ 2589068 h 3290454"/>
              <a:gd name="connsiteX108" fmla="*/ 1359477 w 4528704"/>
              <a:gd name="connsiteY108" fmla="*/ 2606386 h 3290454"/>
              <a:gd name="connsiteX109" fmla="*/ 1342159 w 4528704"/>
              <a:gd name="connsiteY109" fmla="*/ 2615046 h 3290454"/>
              <a:gd name="connsiteX110" fmla="*/ 1437409 w 4528704"/>
              <a:gd name="connsiteY110" fmla="*/ 2641023 h 3290454"/>
              <a:gd name="connsiteX111" fmla="*/ 1428750 w 4528704"/>
              <a:gd name="connsiteY111" fmla="*/ 2658341 h 3290454"/>
              <a:gd name="connsiteX112" fmla="*/ 1480705 w 4528704"/>
              <a:gd name="connsiteY112" fmla="*/ 2701636 h 3290454"/>
              <a:gd name="connsiteX113" fmla="*/ 1463387 w 4528704"/>
              <a:gd name="connsiteY113" fmla="*/ 2736273 h 3290454"/>
              <a:gd name="connsiteX114" fmla="*/ 1125682 w 4528704"/>
              <a:gd name="connsiteY114" fmla="*/ 2744932 h 3290454"/>
              <a:gd name="connsiteX115" fmla="*/ 1125682 w 4528704"/>
              <a:gd name="connsiteY115" fmla="*/ 2762250 h 3290454"/>
              <a:gd name="connsiteX116" fmla="*/ 1480705 w 4528704"/>
              <a:gd name="connsiteY116" fmla="*/ 2762250 h 3290454"/>
              <a:gd name="connsiteX117" fmla="*/ 1463387 w 4528704"/>
              <a:gd name="connsiteY117" fmla="*/ 2796886 h 3290454"/>
              <a:gd name="connsiteX118" fmla="*/ 1091046 w 4528704"/>
              <a:gd name="connsiteY118" fmla="*/ 2796886 h 3290454"/>
              <a:gd name="connsiteX119" fmla="*/ 1099705 w 4528704"/>
              <a:gd name="connsiteY119" fmla="*/ 2701636 h 3290454"/>
              <a:gd name="connsiteX120" fmla="*/ 1402773 w 4528704"/>
              <a:gd name="connsiteY120" fmla="*/ 2684318 h 3290454"/>
              <a:gd name="connsiteX121" fmla="*/ 1099705 w 4528704"/>
              <a:gd name="connsiteY121" fmla="*/ 2675659 h 3290454"/>
              <a:gd name="connsiteX122" fmla="*/ 1099705 w 4528704"/>
              <a:gd name="connsiteY122" fmla="*/ 2632364 h 3290454"/>
              <a:gd name="connsiteX123" fmla="*/ 1298864 w 4528704"/>
              <a:gd name="connsiteY123" fmla="*/ 2641023 h 3290454"/>
              <a:gd name="connsiteX124" fmla="*/ 1333500 w 4528704"/>
              <a:gd name="connsiteY124" fmla="*/ 2623705 h 3290454"/>
              <a:gd name="connsiteX125" fmla="*/ 1099705 w 4528704"/>
              <a:gd name="connsiteY125" fmla="*/ 2615046 h 3290454"/>
              <a:gd name="connsiteX126" fmla="*/ 1091046 w 4528704"/>
              <a:gd name="connsiteY126" fmla="*/ 2537114 h 3290454"/>
              <a:gd name="connsiteX127" fmla="*/ 1212273 w 4528704"/>
              <a:gd name="connsiteY127" fmla="*/ 2537114 h 3290454"/>
              <a:gd name="connsiteX128" fmla="*/ 1333500 w 4528704"/>
              <a:gd name="connsiteY128" fmla="*/ 2528455 h 3290454"/>
              <a:gd name="connsiteX129" fmla="*/ 1298864 w 4528704"/>
              <a:gd name="connsiteY129" fmla="*/ 2519796 h 3290454"/>
              <a:gd name="connsiteX130" fmla="*/ 1333500 w 4528704"/>
              <a:gd name="connsiteY130" fmla="*/ 2528455 h 3290454"/>
              <a:gd name="connsiteX131" fmla="*/ 2978728 w 4528704"/>
              <a:gd name="connsiteY131" fmla="*/ 2528455 h 3290454"/>
              <a:gd name="connsiteX132" fmla="*/ 2978728 w 4528704"/>
              <a:gd name="connsiteY132" fmla="*/ 2554432 h 3290454"/>
              <a:gd name="connsiteX133" fmla="*/ 2944091 w 4528704"/>
              <a:gd name="connsiteY133" fmla="*/ 2554432 h 3290454"/>
              <a:gd name="connsiteX134" fmla="*/ 2952750 w 4528704"/>
              <a:gd name="connsiteY134" fmla="*/ 2545773 h 3290454"/>
              <a:gd name="connsiteX135" fmla="*/ 2952750 w 4528704"/>
              <a:gd name="connsiteY135" fmla="*/ 2502477 h 3290454"/>
              <a:gd name="connsiteX136" fmla="*/ 2978728 w 4528704"/>
              <a:gd name="connsiteY136" fmla="*/ 2528455 h 3290454"/>
              <a:gd name="connsiteX137" fmla="*/ 1151659 w 4528704"/>
              <a:gd name="connsiteY137" fmla="*/ 2493818 h 3290454"/>
              <a:gd name="connsiteX138" fmla="*/ 1186296 w 4528704"/>
              <a:gd name="connsiteY138" fmla="*/ 2519796 h 3290454"/>
              <a:gd name="connsiteX139" fmla="*/ 1065068 w 4528704"/>
              <a:gd name="connsiteY139" fmla="*/ 2493818 h 3290454"/>
              <a:gd name="connsiteX140" fmla="*/ 1151659 w 4528704"/>
              <a:gd name="connsiteY140" fmla="*/ 2493818 h 3290454"/>
              <a:gd name="connsiteX141" fmla="*/ 2909455 w 4528704"/>
              <a:gd name="connsiteY141" fmla="*/ 2485159 h 3290454"/>
              <a:gd name="connsiteX142" fmla="*/ 2900796 w 4528704"/>
              <a:gd name="connsiteY142" fmla="*/ 2485159 h 3290454"/>
              <a:gd name="connsiteX143" fmla="*/ 2909455 w 4528704"/>
              <a:gd name="connsiteY143" fmla="*/ 2485159 h 3290454"/>
              <a:gd name="connsiteX144" fmla="*/ 2814205 w 4528704"/>
              <a:gd name="connsiteY144" fmla="*/ 2519796 h 3290454"/>
              <a:gd name="connsiteX145" fmla="*/ 2779568 w 4528704"/>
              <a:gd name="connsiteY145" fmla="*/ 2528455 h 3290454"/>
              <a:gd name="connsiteX146" fmla="*/ 2796887 w 4528704"/>
              <a:gd name="connsiteY146" fmla="*/ 2511136 h 3290454"/>
              <a:gd name="connsiteX147" fmla="*/ 2770909 w 4528704"/>
              <a:gd name="connsiteY147" fmla="*/ 2485159 h 3290454"/>
              <a:gd name="connsiteX148" fmla="*/ 2814205 w 4528704"/>
              <a:gd name="connsiteY148" fmla="*/ 2519796 h 3290454"/>
              <a:gd name="connsiteX149" fmla="*/ 787977 w 4528704"/>
              <a:gd name="connsiteY149" fmla="*/ 2511136 h 3290454"/>
              <a:gd name="connsiteX150" fmla="*/ 796636 w 4528704"/>
              <a:gd name="connsiteY150" fmla="*/ 2485159 h 3290454"/>
              <a:gd name="connsiteX151" fmla="*/ 787977 w 4528704"/>
              <a:gd name="connsiteY151" fmla="*/ 2511136 h 3290454"/>
              <a:gd name="connsiteX152" fmla="*/ 753341 w 4528704"/>
              <a:gd name="connsiteY152" fmla="*/ 2511136 h 3290454"/>
              <a:gd name="connsiteX153" fmla="*/ 762000 w 4528704"/>
              <a:gd name="connsiteY153" fmla="*/ 2485159 h 3290454"/>
              <a:gd name="connsiteX154" fmla="*/ 753341 w 4528704"/>
              <a:gd name="connsiteY154" fmla="*/ 2511136 h 3290454"/>
              <a:gd name="connsiteX155" fmla="*/ 736023 w 4528704"/>
              <a:gd name="connsiteY155" fmla="*/ 2511136 h 3290454"/>
              <a:gd name="connsiteX156" fmla="*/ 692727 w 4528704"/>
              <a:gd name="connsiteY156" fmla="*/ 2485159 h 3290454"/>
              <a:gd name="connsiteX157" fmla="*/ 736023 w 4528704"/>
              <a:gd name="connsiteY157" fmla="*/ 2511136 h 3290454"/>
              <a:gd name="connsiteX158" fmla="*/ 2597728 w 4528704"/>
              <a:gd name="connsiteY158" fmla="*/ 2467841 h 3290454"/>
              <a:gd name="connsiteX159" fmla="*/ 2571750 w 4528704"/>
              <a:gd name="connsiteY159" fmla="*/ 2450523 h 3290454"/>
              <a:gd name="connsiteX160" fmla="*/ 2597728 w 4528704"/>
              <a:gd name="connsiteY160" fmla="*/ 2467841 h 3290454"/>
              <a:gd name="connsiteX161" fmla="*/ 1593273 w 4528704"/>
              <a:gd name="connsiteY161" fmla="*/ 2467841 h 3290454"/>
              <a:gd name="connsiteX162" fmla="*/ 1549977 w 4528704"/>
              <a:gd name="connsiteY162" fmla="*/ 2450523 h 3290454"/>
              <a:gd name="connsiteX163" fmla="*/ 1593273 w 4528704"/>
              <a:gd name="connsiteY163" fmla="*/ 2467841 h 3290454"/>
              <a:gd name="connsiteX164" fmla="*/ 2788228 w 4528704"/>
              <a:gd name="connsiteY164" fmla="*/ 2467841 h 3290454"/>
              <a:gd name="connsiteX165" fmla="*/ 2788228 w 4528704"/>
              <a:gd name="connsiteY165" fmla="*/ 2441864 h 3290454"/>
              <a:gd name="connsiteX166" fmla="*/ 2788228 w 4528704"/>
              <a:gd name="connsiteY166" fmla="*/ 2467841 h 3290454"/>
              <a:gd name="connsiteX167" fmla="*/ 1108364 w 4528704"/>
              <a:gd name="connsiteY167" fmla="*/ 2441864 h 3290454"/>
              <a:gd name="connsiteX168" fmla="*/ 1108364 w 4528704"/>
              <a:gd name="connsiteY168" fmla="*/ 2467841 h 3290454"/>
              <a:gd name="connsiteX169" fmla="*/ 1021773 w 4528704"/>
              <a:gd name="connsiteY169" fmla="*/ 2441864 h 3290454"/>
              <a:gd name="connsiteX170" fmla="*/ 1108364 w 4528704"/>
              <a:gd name="connsiteY170" fmla="*/ 2441864 h 3290454"/>
              <a:gd name="connsiteX171" fmla="*/ 736023 w 4528704"/>
              <a:gd name="connsiteY171" fmla="*/ 2467841 h 3290454"/>
              <a:gd name="connsiteX172" fmla="*/ 718705 w 4528704"/>
              <a:gd name="connsiteY172" fmla="*/ 2441864 h 3290454"/>
              <a:gd name="connsiteX173" fmla="*/ 736023 w 4528704"/>
              <a:gd name="connsiteY173" fmla="*/ 2467841 h 3290454"/>
              <a:gd name="connsiteX174" fmla="*/ 3377046 w 4528704"/>
              <a:gd name="connsiteY174" fmla="*/ 2433205 h 3290454"/>
              <a:gd name="connsiteX175" fmla="*/ 3463637 w 4528704"/>
              <a:gd name="connsiteY175" fmla="*/ 2467841 h 3290454"/>
              <a:gd name="connsiteX176" fmla="*/ 3403023 w 4528704"/>
              <a:gd name="connsiteY176" fmla="*/ 2493818 h 3290454"/>
              <a:gd name="connsiteX177" fmla="*/ 3342409 w 4528704"/>
              <a:gd name="connsiteY177" fmla="*/ 2459182 h 3290454"/>
              <a:gd name="connsiteX178" fmla="*/ 3333750 w 4528704"/>
              <a:gd name="connsiteY178" fmla="*/ 2485159 h 3290454"/>
              <a:gd name="connsiteX179" fmla="*/ 3325091 w 4528704"/>
              <a:gd name="connsiteY179" fmla="*/ 2459182 h 3290454"/>
              <a:gd name="connsiteX180" fmla="*/ 3281796 w 4528704"/>
              <a:gd name="connsiteY180" fmla="*/ 2433205 h 3290454"/>
              <a:gd name="connsiteX181" fmla="*/ 3377046 w 4528704"/>
              <a:gd name="connsiteY181" fmla="*/ 2433205 h 3290454"/>
              <a:gd name="connsiteX182" fmla="*/ 2900796 w 4528704"/>
              <a:gd name="connsiteY182" fmla="*/ 2450523 h 3290454"/>
              <a:gd name="connsiteX183" fmla="*/ 2892137 w 4528704"/>
              <a:gd name="connsiteY183" fmla="*/ 2476500 h 3290454"/>
              <a:gd name="connsiteX184" fmla="*/ 2822864 w 4528704"/>
              <a:gd name="connsiteY184" fmla="*/ 2424546 h 3290454"/>
              <a:gd name="connsiteX185" fmla="*/ 2857500 w 4528704"/>
              <a:gd name="connsiteY185" fmla="*/ 2415886 h 3290454"/>
              <a:gd name="connsiteX186" fmla="*/ 2900796 w 4528704"/>
              <a:gd name="connsiteY186" fmla="*/ 2450523 h 3290454"/>
              <a:gd name="connsiteX187" fmla="*/ 2563091 w 4528704"/>
              <a:gd name="connsiteY187" fmla="*/ 2441864 h 3290454"/>
              <a:gd name="connsiteX188" fmla="*/ 2502478 w 4528704"/>
              <a:gd name="connsiteY188" fmla="*/ 2415886 h 3290454"/>
              <a:gd name="connsiteX189" fmla="*/ 2563091 w 4528704"/>
              <a:gd name="connsiteY189" fmla="*/ 2441864 h 3290454"/>
              <a:gd name="connsiteX190" fmla="*/ 1082387 w 4528704"/>
              <a:gd name="connsiteY190" fmla="*/ 2415886 h 3290454"/>
              <a:gd name="connsiteX191" fmla="*/ 1039091 w 4528704"/>
              <a:gd name="connsiteY191" fmla="*/ 2424546 h 3290454"/>
              <a:gd name="connsiteX192" fmla="*/ 987136 w 4528704"/>
              <a:gd name="connsiteY192" fmla="*/ 2407227 h 3290454"/>
              <a:gd name="connsiteX193" fmla="*/ 1082387 w 4528704"/>
              <a:gd name="connsiteY193" fmla="*/ 2415886 h 3290454"/>
              <a:gd name="connsiteX194" fmla="*/ 2493818 w 4528704"/>
              <a:gd name="connsiteY194" fmla="*/ 2407227 h 3290454"/>
              <a:gd name="connsiteX195" fmla="*/ 2476500 w 4528704"/>
              <a:gd name="connsiteY195" fmla="*/ 2389909 h 3290454"/>
              <a:gd name="connsiteX196" fmla="*/ 2493818 w 4528704"/>
              <a:gd name="connsiteY196" fmla="*/ 2407227 h 3290454"/>
              <a:gd name="connsiteX197" fmla="*/ 1853046 w 4528704"/>
              <a:gd name="connsiteY197" fmla="*/ 2580409 h 3290454"/>
              <a:gd name="connsiteX198" fmla="*/ 2000250 w 4528704"/>
              <a:gd name="connsiteY198" fmla="*/ 2675659 h 3290454"/>
              <a:gd name="connsiteX199" fmla="*/ 2000250 w 4528704"/>
              <a:gd name="connsiteY199" fmla="*/ 2701636 h 3290454"/>
              <a:gd name="connsiteX200" fmla="*/ 1844387 w 4528704"/>
              <a:gd name="connsiteY200" fmla="*/ 2580409 h 3290454"/>
              <a:gd name="connsiteX201" fmla="*/ 1723159 w 4528704"/>
              <a:gd name="connsiteY201" fmla="*/ 2459182 h 3290454"/>
              <a:gd name="connsiteX202" fmla="*/ 1740477 w 4528704"/>
              <a:gd name="connsiteY202" fmla="*/ 2441864 h 3290454"/>
              <a:gd name="connsiteX203" fmla="*/ 1688523 w 4528704"/>
              <a:gd name="connsiteY203" fmla="*/ 2372591 h 3290454"/>
              <a:gd name="connsiteX204" fmla="*/ 1853046 w 4528704"/>
              <a:gd name="connsiteY204" fmla="*/ 2580409 h 3290454"/>
              <a:gd name="connsiteX205" fmla="*/ 2502478 w 4528704"/>
              <a:gd name="connsiteY205" fmla="*/ 2389909 h 3290454"/>
              <a:gd name="connsiteX206" fmla="*/ 2511137 w 4528704"/>
              <a:gd name="connsiteY206" fmla="*/ 2363932 h 3290454"/>
              <a:gd name="connsiteX207" fmla="*/ 2502478 w 4528704"/>
              <a:gd name="connsiteY207" fmla="*/ 2389909 h 3290454"/>
              <a:gd name="connsiteX208" fmla="*/ 2251364 w 4528704"/>
              <a:gd name="connsiteY208" fmla="*/ 2398568 h 3290454"/>
              <a:gd name="connsiteX209" fmla="*/ 2216728 w 4528704"/>
              <a:gd name="connsiteY209" fmla="*/ 2363932 h 3290454"/>
              <a:gd name="connsiteX210" fmla="*/ 2372591 w 4528704"/>
              <a:gd name="connsiteY210" fmla="*/ 2537114 h 3290454"/>
              <a:gd name="connsiteX211" fmla="*/ 2337955 w 4528704"/>
              <a:gd name="connsiteY211" fmla="*/ 2528455 h 3290454"/>
              <a:gd name="connsiteX212" fmla="*/ 2363932 w 4528704"/>
              <a:gd name="connsiteY212" fmla="*/ 2563091 h 3290454"/>
              <a:gd name="connsiteX213" fmla="*/ 2182091 w 4528704"/>
              <a:gd name="connsiteY213" fmla="*/ 2363932 h 3290454"/>
              <a:gd name="connsiteX214" fmla="*/ 2251364 w 4528704"/>
              <a:gd name="connsiteY214" fmla="*/ 2398568 h 3290454"/>
              <a:gd name="connsiteX215" fmla="*/ 831273 w 4528704"/>
              <a:gd name="connsiteY215" fmla="*/ 2415886 h 3290454"/>
              <a:gd name="connsiteX216" fmla="*/ 796636 w 4528704"/>
              <a:gd name="connsiteY216" fmla="*/ 2398568 h 3290454"/>
              <a:gd name="connsiteX217" fmla="*/ 762000 w 4528704"/>
              <a:gd name="connsiteY217" fmla="*/ 2433205 h 3290454"/>
              <a:gd name="connsiteX218" fmla="*/ 779318 w 4528704"/>
              <a:gd name="connsiteY218" fmla="*/ 2441864 h 3290454"/>
              <a:gd name="connsiteX219" fmla="*/ 796636 w 4528704"/>
              <a:gd name="connsiteY219" fmla="*/ 2415886 h 3290454"/>
              <a:gd name="connsiteX220" fmla="*/ 831273 w 4528704"/>
              <a:gd name="connsiteY220" fmla="*/ 2450523 h 3290454"/>
              <a:gd name="connsiteX221" fmla="*/ 805296 w 4528704"/>
              <a:gd name="connsiteY221" fmla="*/ 2441864 h 3290454"/>
              <a:gd name="connsiteX222" fmla="*/ 779318 w 4528704"/>
              <a:gd name="connsiteY222" fmla="*/ 2467841 h 3290454"/>
              <a:gd name="connsiteX223" fmla="*/ 831273 w 4528704"/>
              <a:gd name="connsiteY223" fmla="*/ 2467841 h 3290454"/>
              <a:gd name="connsiteX224" fmla="*/ 857250 w 4528704"/>
              <a:gd name="connsiteY224" fmla="*/ 2571750 h 3290454"/>
              <a:gd name="connsiteX225" fmla="*/ 805296 w 4528704"/>
              <a:gd name="connsiteY225" fmla="*/ 2571750 h 3290454"/>
              <a:gd name="connsiteX226" fmla="*/ 891886 w 4528704"/>
              <a:gd name="connsiteY226" fmla="*/ 2649682 h 3290454"/>
              <a:gd name="connsiteX227" fmla="*/ 865909 w 4528704"/>
              <a:gd name="connsiteY227" fmla="*/ 2658341 h 3290454"/>
              <a:gd name="connsiteX228" fmla="*/ 787977 w 4528704"/>
              <a:gd name="connsiteY228" fmla="*/ 2597727 h 3290454"/>
              <a:gd name="connsiteX229" fmla="*/ 632114 w 4528704"/>
              <a:gd name="connsiteY229" fmla="*/ 2727614 h 3290454"/>
              <a:gd name="connsiteX230" fmla="*/ 649432 w 4528704"/>
              <a:gd name="connsiteY230" fmla="*/ 2667000 h 3290454"/>
              <a:gd name="connsiteX231" fmla="*/ 727364 w 4528704"/>
              <a:gd name="connsiteY231" fmla="*/ 2545773 h 3290454"/>
              <a:gd name="connsiteX232" fmla="*/ 701386 w 4528704"/>
              <a:gd name="connsiteY232" fmla="*/ 2537114 h 3290454"/>
              <a:gd name="connsiteX233" fmla="*/ 484909 w 4528704"/>
              <a:gd name="connsiteY233" fmla="*/ 2736273 h 3290454"/>
              <a:gd name="connsiteX234" fmla="*/ 632114 w 4528704"/>
              <a:gd name="connsiteY234" fmla="*/ 2571750 h 3290454"/>
              <a:gd name="connsiteX235" fmla="*/ 597477 w 4528704"/>
              <a:gd name="connsiteY235" fmla="*/ 2563091 h 3290454"/>
              <a:gd name="connsiteX236" fmla="*/ 562841 w 4528704"/>
              <a:gd name="connsiteY236" fmla="*/ 2571750 h 3290454"/>
              <a:gd name="connsiteX237" fmla="*/ 432955 w 4528704"/>
              <a:gd name="connsiteY237" fmla="*/ 2727614 h 3290454"/>
              <a:gd name="connsiteX238" fmla="*/ 389659 w 4528704"/>
              <a:gd name="connsiteY238" fmla="*/ 2727614 h 3290454"/>
              <a:gd name="connsiteX239" fmla="*/ 554182 w 4528704"/>
              <a:gd name="connsiteY239" fmla="*/ 2563091 h 3290454"/>
              <a:gd name="connsiteX240" fmla="*/ 588818 w 4528704"/>
              <a:gd name="connsiteY240" fmla="*/ 2545773 h 3290454"/>
              <a:gd name="connsiteX241" fmla="*/ 632114 w 4528704"/>
              <a:gd name="connsiteY241" fmla="*/ 2571750 h 3290454"/>
              <a:gd name="connsiteX242" fmla="*/ 658091 w 4528704"/>
              <a:gd name="connsiteY242" fmla="*/ 2545773 h 3290454"/>
              <a:gd name="connsiteX243" fmla="*/ 640773 w 4528704"/>
              <a:gd name="connsiteY243" fmla="*/ 2519796 h 3290454"/>
              <a:gd name="connsiteX244" fmla="*/ 623455 w 4528704"/>
              <a:gd name="connsiteY244" fmla="*/ 2537114 h 3290454"/>
              <a:gd name="connsiteX245" fmla="*/ 692727 w 4528704"/>
              <a:gd name="connsiteY245" fmla="*/ 2433205 h 3290454"/>
              <a:gd name="connsiteX246" fmla="*/ 718705 w 4528704"/>
              <a:gd name="connsiteY246" fmla="*/ 2441864 h 3290454"/>
              <a:gd name="connsiteX247" fmla="*/ 727364 w 4528704"/>
              <a:gd name="connsiteY247" fmla="*/ 2381250 h 3290454"/>
              <a:gd name="connsiteX248" fmla="*/ 736023 w 4528704"/>
              <a:gd name="connsiteY248" fmla="*/ 2381250 h 3290454"/>
              <a:gd name="connsiteX249" fmla="*/ 762000 w 4528704"/>
              <a:gd name="connsiteY249" fmla="*/ 2424546 h 3290454"/>
              <a:gd name="connsiteX250" fmla="*/ 779318 w 4528704"/>
              <a:gd name="connsiteY250" fmla="*/ 2407227 h 3290454"/>
              <a:gd name="connsiteX251" fmla="*/ 762000 w 4528704"/>
              <a:gd name="connsiteY251" fmla="*/ 2389909 h 3290454"/>
              <a:gd name="connsiteX252" fmla="*/ 805296 w 4528704"/>
              <a:gd name="connsiteY252" fmla="*/ 2381250 h 3290454"/>
              <a:gd name="connsiteX253" fmla="*/ 805296 w 4528704"/>
              <a:gd name="connsiteY253" fmla="*/ 2355273 h 3290454"/>
              <a:gd name="connsiteX254" fmla="*/ 831273 w 4528704"/>
              <a:gd name="connsiteY254" fmla="*/ 2415886 h 3290454"/>
              <a:gd name="connsiteX255" fmla="*/ 3325091 w 4528704"/>
              <a:gd name="connsiteY255" fmla="*/ 2346614 h 3290454"/>
              <a:gd name="connsiteX256" fmla="*/ 3420341 w 4528704"/>
              <a:gd name="connsiteY256" fmla="*/ 2381250 h 3290454"/>
              <a:gd name="connsiteX257" fmla="*/ 3385705 w 4528704"/>
              <a:gd name="connsiteY257" fmla="*/ 2372591 h 3290454"/>
              <a:gd name="connsiteX258" fmla="*/ 3403023 w 4528704"/>
              <a:gd name="connsiteY258" fmla="*/ 2337955 h 3290454"/>
              <a:gd name="connsiteX259" fmla="*/ 3429000 w 4528704"/>
              <a:gd name="connsiteY259" fmla="*/ 2363932 h 3290454"/>
              <a:gd name="connsiteX260" fmla="*/ 3446319 w 4528704"/>
              <a:gd name="connsiteY260" fmla="*/ 2346614 h 3290454"/>
              <a:gd name="connsiteX261" fmla="*/ 3498273 w 4528704"/>
              <a:gd name="connsiteY261" fmla="*/ 2363932 h 3290454"/>
              <a:gd name="connsiteX262" fmla="*/ 3498273 w 4528704"/>
              <a:gd name="connsiteY262" fmla="*/ 2398568 h 3290454"/>
              <a:gd name="connsiteX263" fmla="*/ 3532909 w 4528704"/>
              <a:gd name="connsiteY263" fmla="*/ 2398568 h 3290454"/>
              <a:gd name="connsiteX264" fmla="*/ 3515591 w 4528704"/>
              <a:gd name="connsiteY264" fmla="*/ 2389909 h 3290454"/>
              <a:gd name="connsiteX265" fmla="*/ 3550228 w 4528704"/>
              <a:gd name="connsiteY265" fmla="*/ 2363932 h 3290454"/>
              <a:gd name="connsiteX266" fmla="*/ 3610841 w 4528704"/>
              <a:gd name="connsiteY266" fmla="*/ 2424546 h 3290454"/>
              <a:gd name="connsiteX267" fmla="*/ 3576205 w 4528704"/>
              <a:gd name="connsiteY267" fmla="*/ 2424546 h 3290454"/>
              <a:gd name="connsiteX268" fmla="*/ 3558887 w 4528704"/>
              <a:gd name="connsiteY268" fmla="*/ 2389909 h 3290454"/>
              <a:gd name="connsiteX269" fmla="*/ 3515591 w 4528704"/>
              <a:gd name="connsiteY269" fmla="*/ 2424546 h 3290454"/>
              <a:gd name="connsiteX270" fmla="*/ 3463637 w 4528704"/>
              <a:gd name="connsiteY270" fmla="*/ 2389909 h 3290454"/>
              <a:gd name="connsiteX271" fmla="*/ 3437659 w 4528704"/>
              <a:gd name="connsiteY271" fmla="*/ 2424546 h 3290454"/>
              <a:gd name="connsiteX272" fmla="*/ 3420341 w 4528704"/>
              <a:gd name="connsiteY272" fmla="*/ 2407227 h 3290454"/>
              <a:gd name="connsiteX273" fmla="*/ 3420341 w 4528704"/>
              <a:gd name="connsiteY273" fmla="*/ 2398568 h 3290454"/>
              <a:gd name="connsiteX274" fmla="*/ 3420341 w 4528704"/>
              <a:gd name="connsiteY274" fmla="*/ 2389909 h 3290454"/>
              <a:gd name="connsiteX275" fmla="*/ 3368387 w 4528704"/>
              <a:gd name="connsiteY275" fmla="*/ 2415886 h 3290454"/>
              <a:gd name="connsiteX276" fmla="*/ 3325091 w 4528704"/>
              <a:gd name="connsiteY276" fmla="*/ 2398568 h 3290454"/>
              <a:gd name="connsiteX277" fmla="*/ 3299114 w 4528704"/>
              <a:gd name="connsiteY277" fmla="*/ 2415886 h 3290454"/>
              <a:gd name="connsiteX278" fmla="*/ 3281796 w 4528704"/>
              <a:gd name="connsiteY278" fmla="*/ 2389909 h 3290454"/>
              <a:gd name="connsiteX279" fmla="*/ 3264478 w 4528704"/>
              <a:gd name="connsiteY279" fmla="*/ 2415886 h 3290454"/>
              <a:gd name="connsiteX280" fmla="*/ 3238500 w 4528704"/>
              <a:gd name="connsiteY280" fmla="*/ 2398568 h 3290454"/>
              <a:gd name="connsiteX281" fmla="*/ 3203864 w 4528704"/>
              <a:gd name="connsiteY281" fmla="*/ 2424546 h 3290454"/>
              <a:gd name="connsiteX282" fmla="*/ 3177887 w 4528704"/>
              <a:gd name="connsiteY282" fmla="*/ 2415886 h 3290454"/>
              <a:gd name="connsiteX283" fmla="*/ 3203864 w 4528704"/>
              <a:gd name="connsiteY283" fmla="*/ 2389909 h 3290454"/>
              <a:gd name="connsiteX284" fmla="*/ 3169228 w 4528704"/>
              <a:gd name="connsiteY284" fmla="*/ 2363932 h 3290454"/>
              <a:gd name="connsiteX285" fmla="*/ 3186546 w 4528704"/>
              <a:gd name="connsiteY285" fmla="*/ 2346614 h 3290454"/>
              <a:gd name="connsiteX286" fmla="*/ 3238500 w 4528704"/>
              <a:gd name="connsiteY286" fmla="*/ 2372591 h 3290454"/>
              <a:gd name="connsiteX287" fmla="*/ 3281796 w 4528704"/>
              <a:gd name="connsiteY287" fmla="*/ 2337955 h 3290454"/>
              <a:gd name="connsiteX288" fmla="*/ 3325091 w 4528704"/>
              <a:gd name="connsiteY288" fmla="*/ 2346614 h 3290454"/>
              <a:gd name="connsiteX289" fmla="*/ 2260023 w 4528704"/>
              <a:gd name="connsiteY289" fmla="*/ 2311977 h 3290454"/>
              <a:gd name="connsiteX290" fmla="*/ 2346614 w 4528704"/>
              <a:gd name="connsiteY290" fmla="*/ 2398568 h 3290454"/>
              <a:gd name="connsiteX291" fmla="*/ 2260023 w 4528704"/>
              <a:gd name="connsiteY291" fmla="*/ 2311977 h 3290454"/>
              <a:gd name="connsiteX292" fmla="*/ 1056409 w 4528704"/>
              <a:gd name="connsiteY292" fmla="*/ 2303318 h 3290454"/>
              <a:gd name="connsiteX293" fmla="*/ 952500 w 4528704"/>
              <a:gd name="connsiteY293" fmla="*/ 2303318 h 3290454"/>
              <a:gd name="connsiteX294" fmla="*/ 1056409 w 4528704"/>
              <a:gd name="connsiteY294" fmla="*/ 2303318 h 3290454"/>
              <a:gd name="connsiteX295" fmla="*/ 3212523 w 4528704"/>
              <a:gd name="connsiteY295" fmla="*/ 2294659 h 3290454"/>
              <a:gd name="connsiteX296" fmla="*/ 3203864 w 4528704"/>
              <a:gd name="connsiteY296" fmla="*/ 2294659 h 3290454"/>
              <a:gd name="connsiteX297" fmla="*/ 3212523 w 4528704"/>
              <a:gd name="connsiteY297" fmla="*/ 2294659 h 3290454"/>
              <a:gd name="connsiteX298" fmla="*/ 3186546 w 4528704"/>
              <a:gd name="connsiteY298" fmla="*/ 2294659 h 3290454"/>
              <a:gd name="connsiteX299" fmla="*/ 3169228 w 4528704"/>
              <a:gd name="connsiteY299" fmla="*/ 2311977 h 3290454"/>
              <a:gd name="connsiteX300" fmla="*/ 3125932 w 4528704"/>
              <a:gd name="connsiteY300" fmla="*/ 2294659 h 3290454"/>
              <a:gd name="connsiteX301" fmla="*/ 3186546 w 4528704"/>
              <a:gd name="connsiteY301" fmla="*/ 2294659 h 3290454"/>
              <a:gd name="connsiteX302" fmla="*/ 2459182 w 4528704"/>
              <a:gd name="connsiteY302" fmla="*/ 2372591 h 3290454"/>
              <a:gd name="connsiteX303" fmla="*/ 2381250 w 4528704"/>
              <a:gd name="connsiteY303" fmla="*/ 2268682 h 3290454"/>
              <a:gd name="connsiteX304" fmla="*/ 2459182 w 4528704"/>
              <a:gd name="connsiteY304" fmla="*/ 2372591 h 3290454"/>
              <a:gd name="connsiteX305" fmla="*/ 3177887 w 4528704"/>
              <a:gd name="connsiteY305" fmla="*/ 2260023 h 3290454"/>
              <a:gd name="connsiteX306" fmla="*/ 3108614 w 4528704"/>
              <a:gd name="connsiteY306" fmla="*/ 2268682 h 3290454"/>
              <a:gd name="connsiteX307" fmla="*/ 3056659 w 4528704"/>
              <a:gd name="connsiteY307" fmla="*/ 2251364 h 3290454"/>
              <a:gd name="connsiteX308" fmla="*/ 3177887 w 4528704"/>
              <a:gd name="connsiteY308" fmla="*/ 2260023 h 3290454"/>
              <a:gd name="connsiteX309" fmla="*/ 865909 w 4528704"/>
              <a:gd name="connsiteY309" fmla="*/ 2303318 h 3290454"/>
              <a:gd name="connsiteX310" fmla="*/ 865909 w 4528704"/>
              <a:gd name="connsiteY310" fmla="*/ 2234046 h 3290454"/>
              <a:gd name="connsiteX311" fmla="*/ 865909 w 4528704"/>
              <a:gd name="connsiteY311" fmla="*/ 2303318 h 3290454"/>
              <a:gd name="connsiteX312" fmla="*/ 3151909 w 4528704"/>
              <a:gd name="connsiteY312" fmla="*/ 2234046 h 3290454"/>
              <a:gd name="connsiteX313" fmla="*/ 3004705 w 4528704"/>
              <a:gd name="connsiteY313" fmla="*/ 2216727 h 3290454"/>
              <a:gd name="connsiteX314" fmla="*/ 3151909 w 4528704"/>
              <a:gd name="connsiteY314" fmla="*/ 2234046 h 3290454"/>
              <a:gd name="connsiteX315" fmla="*/ 2355273 w 4528704"/>
              <a:gd name="connsiteY315" fmla="*/ 2234046 h 3290454"/>
              <a:gd name="connsiteX316" fmla="*/ 2329296 w 4528704"/>
              <a:gd name="connsiteY316" fmla="*/ 2216727 h 3290454"/>
              <a:gd name="connsiteX317" fmla="*/ 2355273 w 4528704"/>
              <a:gd name="connsiteY317" fmla="*/ 2234046 h 3290454"/>
              <a:gd name="connsiteX318" fmla="*/ 2398568 w 4528704"/>
              <a:gd name="connsiteY318" fmla="*/ 2225386 h 3290454"/>
              <a:gd name="connsiteX319" fmla="*/ 2363932 w 4528704"/>
              <a:gd name="connsiteY319" fmla="*/ 2251364 h 3290454"/>
              <a:gd name="connsiteX320" fmla="*/ 2389909 w 4528704"/>
              <a:gd name="connsiteY320" fmla="*/ 2208068 h 3290454"/>
              <a:gd name="connsiteX321" fmla="*/ 2398568 w 4528704"/>
              <a:gd name="connsiteY321" fmla="*/ 2225386 h 3290454"/>
              <a:gd name="connsiteX322" fmla="*/ 2874819 w 4528704"/>
              <a:gd name="connsiteY322" fmla="*/ 2216727 h 3290454"/>
              <a:gd name="connsiteX323" fmla="*/ 2840182 w 4528704"/>
              <a:gd name="connsiteY323" fmla="*/ 2225386 h 3290454"/>
              <a:gd name="connsiteX324" fmla="*/ 2840182 w 4528704"/>
              <a:gd name="connsiteY324" fmla="*/ 2234046 h 3290454"/>
              <a:gd name="connsiteX325" fmla="*/ 2840182 w 4528704"/>
              <a:gd name="connsiteY325" fmla="*/ 2199409 h 3290454"/>
              <a:gd name="connsiteX326" fmla="*/ 2874819 w 4528704"/>
              <a:gd name="connsiteY326" fmla="*/ 2216727 h 3290454"/>
              <a:gd name="connsiteX327" fmla="*/ 2848841 w 4528704"/>
              <a:gd name="connsiteY327" fmla="*/ 2190750 h 3290454"/>
              <a:gd name="connsiteX328" fmla="*/ 2857500 w 4528704"/>
              <a:gd name="connsiteY328" fmla="*/ 2173432 h 3290454"/>
              <a:gd name="connsiteX329" fmla="*/ 2848841 w 4528704"/>
              <a:gd name="connsiteY329" fmla="*/ 2190750 h 3290454"/>
              <a:gd name="connsiteX330" fmla="*/ 2260023 w 4528704"/>
              <a:gd name="connsiteY330" fmla="*/ 2234046 h 3290454"/>
              <a:gd name="connsiteX331" fmla="*/ 2216728 w 4528704"/>
              <a:gd name="connsiteY331" fmla="*/ 2147455 h 3290454"/>
              <a:gd name="connsiteX332" fmla="*/ 2251364 w 4528704"/>
              <a:gd name="connsiteY332" fmla="*/ 2199409 h 3290454"/>
              <a:gd name="connsiteX333" fmla="*/ 2381250 w 4528704"/>
              <a:gd name="connsiteY333" fmla="*/ 2329296 h 3290454"/>
              <a:gd name="connsiteX334" fmla="*/ 2502478 w 4528704"/>
              <a:gd name="connsiteY334" fmla="*/ 2441864 h 3290454"/>
              <a:gd name="connsiteX335" fmla="*/ 2580409 w 4528704"/>
              <a:gd name="connsiteY335" fmla="*/ 2493818 h 3290454"/>
              <a:gd name="connsiteX336" fmla="*/ 2623705 w 4528704"/>
              <a:gd name="connsiteY336" fmla="*/ 2589068 h 3290454"/>
              <a:gd name="connsiteX337" fmla="*/ 2260023 w 4528704"/>
              <a:gd name="connsiteY337" fmla="*/ 2234046 h 3290454"/>
              <a:gd name="connsiteX338" fmla="*/ 2043546 w 4528704"/>
              <a:gd name="connsiteY338" fmla="*/ 2138796 h 3290454"/>
              <a:gd name="connsiteX339" fmla="*/ 2000250 w 4528704"/>
              <a:gd name="connsiteY339" fmla="*/ 2138796 h 3290454"/>
              <a:gd name="connsiteX340" fmla="*/ 2043546 w 4528704"/>
              <a:gd name="connsiteY340" fmla="*/ 2138796 h 3290454"/>
              <a:gd name="connsiteX341" fmla="*/ 2857500 w 4528704"/>
              <a:gd name="connsiteY341" fmla="*/ 2121477 h 3290454"/>
              <a:gd name="connsiteX342" fmla="*/ 2848841 w 4528704"/>
              <a:gd name="connsiteY342" fmla="*/ 2121477 h 3290454"/>
              <a:gd name="connsiteX343" fmla="*/ 2857500 w 4528704"/>
              <a:gd name="connsiteY343" fmla="*/ 2121477 h 3290454"/>
              <a:gd name="connsiteX344" fmla="*/ 1913659 w 4528704"/>
              <a:gd name="connsiteY344" fmla="*/ 2130136 h 3290454"/>
              <a:gd name="connsiteX345" fmla="*/ 1887682 w 4528704"/>
              <a:gd name="connsiteY345" fmla="*/ 2086841 h 3290454"/>
              <a:gd name="connsiteX346" fmla="*/ 1982932 w 4528704"/>
              <a:gd name="connsiteY346" fmla="*/ 2156114 h 3290454"/>
              <a:gd name="connsiteX347" fmla="*/ 1939637 w 4528704"/>
              <a:gd name="connsiteY347" fmla="*/ 2199409 h 3290454"/>
              <a:gd name="connsiteX348" fmla="*/ 1835727 w 4528704"/>
              <a:gd name="connsiteY348" fmla="*/ 2156114 h 3290454"/>
              <a:gd name="connsiteX349" fmla="*/ 1775114 w 4528704"/>
              <a:gd name="connsiteY349" fmla="*/ 2173432 h 3290454"/>
              <a:gd name="connsiteX350" fmla="*/ 1723159 w 4528704"/>
              <a:gd name="connsiteY350" fmla="*/ 2138796 h 3290454"/>
              <a:gd name="connsiteX351" fmla="*/ 1731818 w 4528704"/>
              <a:gd name="connsiteY351" fmla="*/ 2130136 h 3290454"/>
              <a:gd name="connsiteX352" fmla="*/ 1766455 w 4528704"/>
              <a:gd name="connsiteY352" fmla="*/ 2121477 h 3290454"/>
              <a:gd name="connsiteX353" fmla="*/ 1835727 w 4528704"/>
              <a:gd name="connsiteY353" fmla="*/ 2138796 h 3290454"/>
              <a:gd name="connsiteX354" fmla="*/ 1809750 w 4528704"/>
              <a:gd name="connsiteY354" fmla="*/ 2069523 h 3290454"/>
              <a:gd name="connsiteX355" fmla="*/ 1913659 w 4528704"/>
              <a:gd name="connsiteY355" fmla="*/ 2130136 h 3290454"/>
              <a:gd name="connsiteX356" fmla="*/ 1541318 w 4528704"/>
              <a:gd name="connsiteY356" fmla="*/ 2147455 h 3290454"/>
              <a:gd name="connsiteX357" fmla="*/ 1428750 w 4528704"/>
              <a:gd name="connsiteY357" fmla="*/ 2147455 h 3290454"/>
              <a:gd name="connsiteX358" fmla="*/ 1584614 w 4528704"/>
              <a:gd name="connsiteY358" fmla="*/ 2069523 h 3290454"/>
              <a:gd name="connsiteX359" fmla="*/ 1541318 w 4528704"/>
              <a:gd name="connsiteY359" fmla="*/ 2147455 h 3290454"/>
              <a:gd name="connsiteX360" fmla="*/ 1723159 w 4528704"/>
              <a:gd name="connsiteY360" fmla="*/ 2095500 h 3290454"/>
              <a:gd name="connsiteX361" fmla="*/ 1740477 w 4528704"/>
              <a:gd name="connsiteY361" fmla="*/ 2060864 h 3290454"/>
              <a:gd name="connsiteX362" fmla="*/ 1723159 w 4528704"/>
              <a:gd name="connsiteY362" fmla="*/ 2095500 h 3290454"/>
              <a:gd name="connsiteX363" fmla="*/ 1368137 w 4528704"/>
              <a:gd name="connsiteY363" fmla="*/ 2156114 h 3290454"/>
              <a:gd name="connsiteX364" fmla="*/ 1220932 w 4528704"/>
              <a:gd name="connsiteY364" fmla="*/ 2286000 h 3290454"/>
              <a:gd name="connsiteX365" fmla="*/ 1584614 w 4528704"/>
              <a:gd name="connsiteY365" fmla="*/ 2034886 h 3290454"/>
              <a:gd name="connsiteX366" fmla="*/ 1368137 w 4528704"/>
              <a:gd name="connsiteY366" fmla="*/ 2156114 h 3290454"/>
              <a:gd name="connsiteX367" fmla="*/ 3091296 w 4528704"/>
              <a:gd name="connsiteY367" fmla="*/ 2017568 h 3290454"/>
              <a:gd name="connsiteX368" fmla="*/ 3082637 w 4528704"/>
              <a:gd name="connsiteY368" fmla="*/ 2086841 h 3290454"/>
              <a:gd name="connsiteX369" fmla="*/ 3117273 w 4528704"/>
              <a:gd name="connsiteY369" fmla="*/ 2190750 h 3290454"/>
              <a:gd name="connsiteX370" fmla="*/ 2978728 w 4528704"/>
              <a:gd name="connsiteY370" fmla="*/ 2182091 h 3290454"/>
              <a:gd name="connsiteX371" fmla="*/ 3099955 w 4528704"/>
              <a:gd name="connsiteY371" fmla="*/ 2156114 h 3290454"/>
              <a:gd name="connsiteX372" fmla="*/ 2961409 w 4528704"/>
              <a:gd name="connsiteY372" fmla="*/ 2156114 h 3290454"/>
              <a:gd name="connsiteX373" fmla="*/ 3082637 w 4528704"/>
              <a:gd name="connsiteY373" fmla="*/ 2112818 h 3290454"/>
              <a:gd name="connsiteX374" fmla="*/ 2970069 w 4528704"/>
              <a:gd name="connsiteY374" fmla="*/ 2112818 h 3290454"/>
              <a:gd name="connsiteX375" fmla="*/ 3082637 w 4528704"/>
              <a:gd name="connsiteY375" fmla="*/ 2078182 h 3290454"/>
              <a:gd name="connsiteX376" fmla="*/ 2987387 w 4528704"/>
              <a:gd name="connsiteY376" fmla="*/ 2078182 h 3290454"/>
              <a:gd name="connsiteX377" fmla="*/ 3082637 w 4528704"/>
              <a:gd name="connsiteY377" fmla="*/ 2052205 h 3290454"/>
              <a:gd name="connsiteX378" fmla="*/ 3013364 w 4528704"/>
              <a:gd name="connsiteY378" fmla="*/ 2052205 h 3290454"/>
              <a:gd name="connsiteX379" fmla="*/ 3082637 w 4528704"/>
              <a:gd name="connsiteY379" fmla="*/ 2017568 h 3290454"/>
              <a:gd name="connsiteX380" fmla="*/ 3048000 w 4528704"/>
              <a:gd name="connsiteY380" fmla="*/ 2017568 h 3290454"/>
              <a:gd name="connsiteX381" fmla="*/ 3091296 w 4528704"/>
              <a:gd name="connsiteY381" fmla="*/ 2017568 h 3290454"/>
              <a:gd name="connsiteX382" fmla="*/ 1948296 w 4528704"/>
              <a:gd name="connsiteY382" fmla="*/ 2034886 h 3290454"/>
              <a:gd name="connsiteX383" fmla="*/ 1905000 w 4528704"/>
              <a:gd name="connsiteY383" fmla="*/ 2017568 h 3290454"/>
              <a:gd name="connsiteX384" fmla="*/ 1887682 w 4528704"/>
              <a:gd name="connsiteY384" fmla="*/ 2034886 h 3290454"/>
              <a:gd name="connsiteX385" fmla="*/ 1870364 w 4528704"/>
              <a:gd name="connsiteY385" fmla="*/ 2026227 h 3290454"/>
              <a:gd name="connsiteX386" fmla="*/ 1905000 w 4528704"/>
              <a:gd name="connsiteY386" fmla="*/ 2017568 h 3290454"/>
              <a:gd name="connsiteX387" fmla="*/ 1948296 w 4528704"/>
              <a:gd name="connsiteY387" fmla="*/ 2034886 h 3290454"/>
              <a:gd name="connsiteX388" fmla="*/ 3480955 w 4528704"/>
              <a:gd name="connsiteY388" fmla="*/ 2052205 h 3290454"/>
              <a:gd name="connsiteX389" fmla="*/ 3411682 w 4528704"/>
              <a:gd name="connsiteY389" fmla="*/ 2008909 h 3290454"/>
              <a:gd name="connsiteX390" fmla="*/ 3429000 w 4528704"/>
              <a:gd name="connsiteY390" fmla="*/ 1991591 h 3290454"/>
              <a:gd name="connsiteX391" fmla="*/ 3480955 w 4528704"/>
              <a:gd name="connsiteY391" fmla="*/ 2052205 h 3290454"/>
              <a:gd name="connsiteX392" fmla="*/ 3099955 w 4528704"/>
              <a:gd name="connsiteY392" fmla="*/ 1991591 h 3290454"/>
              <a:gd name="connsiteX393" fmla="*/ 3073978 w 4528704"/>
              <a:gd name="connsiteY393" fmla="*/ 1991591 h 3290454"/>
              <a:gd name="connsiteX394" fmla="*/ 3099955 w 4528704"/>
              <a:gd name="connsiteY394" fmla="*/ 1991591 h 3290454"/>
              <a:gd name="connsiteX395" fmla="*/ 1861705 w 4528704"/>
              <a:gd name="connsiteY395" fmla="*/ 2017568 h 3290454"/>
              <a:gd name="connsiteX396" fmla="*/ 1835727 w 4528704"/>
              <a:gd name="connsiteY396" fmla="*/ 1991591 h 3290454"/>
              <a:gd name="connsiteX397" fmla="*/ 1861705 w 4528704"/>
              <a:gd name="connsiteY397" fmla="*/ 2017568 h 3290454"/>
              <a:gd name="connsiteX398" fmla="*/ 1827068 w 4528704"/>
              <a:gd name="connsiteY398" fmla="*/ 2000250 h 3290454"/>
              <a:gd name="connsiteX399" fmla="*/ 1801091 w 4528704"/>
              <a:gd name="connsiteY399" fmla="*/ 1982932 h 3290454"/>
              <a:gd name="connsiteX400" fmla="*/ 1827068 w 4528704"/>
              <a:gd name="connsiteY400" fmla="*/ 2000250 h 3290454"/>
              <a:gd name="connsiteX401" fmla="*/ 1982932 w 4528704"/>
              <a:gd name="connsiteY401" fmla="*/ 2000250 h 3290454"/>
              <a:gd name="connsiteX402" fmla="*/ 1956955 w 4528704"/>
              <a:gd name="connsiteY402" fmla="*/ 1974273 h 3290454"/>
              <a:gd name="connsiteX403" fmla="*/ 1982932 w 4528704"/>
              <a:gd name="connsiteY403" fmla="*/ 1965614 h 3290454"/>
              <a:gd name="connsiteX404" fmla="*/ 1982932 w 4528704"/>
              <a:gd name="connsiteY404" fmla="*/ 2000250 h 3290454"/>
              <a:gd name="connsiteX405" fmla="*/ 3827319 w 4528704"/>
              <a:gd name="connsiteY405" fmla="*/ 1956955 h 3290454"/>
              <a:gd name="connsiteX406" fmla="*/ 3905250 w 4528704"/>
              <a:gd name="connsiteY406" fmla="*/ 2000250 h 3290454"/>
              <a:gd name="connsiteX407" fmla="*/ 3827319 w 4528704"/>
              <a:gd name="connsiteY407" fmla="*/ 1956955 h 3290454"/>
              <a:gd name="connsiteX408" fmla="*/ 3801341 w 4528704"/>
              <a:gd name="connsiteY408" fmla="*/ 1939636 h 3290454"/>
              <a:gd name="connsiteX409" fmla="*/ 3792682 w 4528704"/>
              <a:gd name="connsiteY409" fmla="*/ 1939636 h 3290454"/>
              <a:gd name="connsiteX410" fmla="*/ 3801341 w 4528704"/>
              <a:gd name="connsiteY410" fmla="*/ 1939636 h 3290454"/>
              <a:gd name="connsiteX411" fmla="*/ 3775364 w 4528704"/>
              <a:gd name="connsiteY411" fmla="*/ 1956955 h 3290454"/>
              <a:gd name="connsiteX412" fmla="*/ 3714750 w 4528704"/>
              <a:gd name="connsiteY412" fmla="*/ 1991591 h 3290454"/>
              <a:gd name="connsiteX413" fmla="*/ 3619500 w 4528704"/>
              <a:gd name="connsiteY413" fmla="*/ 1948296 h 3290454"/>
              <a:gd name="connsiteX414" fmla="*/ 3671455 w 4528704"/>
              <a:gd name="connsiteY414" fmla="*/ 1965614 h 3290454"/>
              <a:gd name="connsiteX415" fmla="*/ 3697432 w 4528704"/>
              <a:gd name="connsiteY415" fmla="*/ 1939636 h 3290454"/>
              <a:gd name="connsiteX416" fmla="*/ 3714750 w 4528704"/>
              <a:gd name="connsiteY416" fmla="*/ 1974273 h 3290454"/>
              <a:gd name="connsiteX417" fmla="*/ 3732069 w 4528704"/>
              <a:gd name="connsiteY417" fmla="*/ 1930977 h 3290454"/>
              <a:gd name="connsiteX418" fmla="*/ 3775364 w 4528704"/>
              <a:gd name="connsiteY418" fmla="*/ 1956955 h 3290454"/>
              <a:gd name="connsiteX419" fmla="*/ 1342159 w 4528704"/>
              <a:gd name="connsiteY419" fmla="*/ 1974273 h 3290454"/>
              <a:gd name="connsiteX420" fmla="*/ 1324841 w 4528704"/>
              <a:gd name="connsiteY420" fmla="*/ 2000250 h 3290454"/>
              <a:gd name="connsiteX421" fmla="*/ 1290205 w 4528704"/>
              <a:gd name="connsiteY421" fmla="*/ 2034886 h 3290454"/>
              <a:gd name="connsiteX422" fmla="*/ 1117023 w 4528704"/>
              <a:gd name="connsiteY422" fmla="*/ 2190750 h 3290454"/>
              <a:gd name="connsiteX423" fmla="*/ 1039091 w 4528704"/>
              <a:gd name="connsiteY423" fmla="*/ 2216727 h 3290454"/>
              <a:gd name="connsiteX424" fmla="*/ 1125682 w 4528704"/>
              <a:gd name="connsiteY424" fmla="*/ 2234046 h 3290454"/>
              <a:gd name="connsiteX425" fmla="*/ 1125682 w 4528704"/>
              <a:gd name="connsiteY425" fmla="*/ 2260023 h 3290454"/>
              <a:gd name="connsiteX426" fmla="*/ 995796 w 4528704"/>
              <a:gd name="connsiteY426" fmla="*/ 2268682 h 3290454"/>
              <a:gd name="connsiteX427" fmla="*/ 1125682 w 4528704"/>
              <a:gd name="connsiteY427" fmla="*/ 2277341 h 3290454"/>
              <a:gd name="connsiteX428" fmla="*/ 1099705 w 4528704"/>
              <a:gd name="connsiteY428" fmla="*/ 2329296 h 3290454"/>
              <a:gd name="connsiteX429" fmla="*/ 969818 w 4528704"/>
              <a:gd name="connsiteY429" fmla="*/ 2337955 h 3290454"/>
              <a:gd name="connsiteX430" fmla="*/ 961159 w 4528704"/>
              <a:gd name="connsiteY430" fmla="*/ 2355273 h 3290454"/>
              <a:gd name="connsiteX431" fmla="*/ 1091046 w 4528704"/>
              <a:gd name="connsiteY431" fmla="*/ 2381250 h 3290454"/>
              <a:gd name="connsiteX432" fmla="*/ 969818 w 4528704"/>
              <a:gd name="connsiteY432" fmla="*/ 2381250 h 3290454"/>
              <a:gd name="connsiteX433" fmla="*/ 883227 w 4528704"/>
              <a:gd name="connsiteY433" fmla="*/ 2268682 h 3290454"/>
              <a:gd name="connsiteX434" fmla="*/ 1333500 w 4528704"/>
              <a:gd name="connsiteY434" fmla="*/ 1930977 h 3290454"/>
              <a:gd name="connsiteX435" fmla="*/ 1342159 w 4528704"/>
              <a:gd name="connsiteY435" fmla="*/ 1974273 h 3290454"/>
              <a:gd name="connsiteX436" fmla="*/ 1593273 w 4528704"/>
              <a:gd name="connsiteY436" fmla="*/ 1974273 h 3290454"/>
              <a:gd name="connsiteX437" fmla="*/ 1584614 w 4528704"/>
              <a:gd name="connsiteY437" fmla="*/ 2000250 h 3290454"/>
              <a:gd name="connsiteX438" fmla="*/ 1203614 w 4528704"/>
              <a:gd name="connsiteY438" fmla="*/ 2268682 h 3290454"/>
              <a:gd name="connsiteX439" fmla="*/ 1177637 w 4528704"/>
              <a:gd name="connsiteY439" fmla="*/ 2199409 h 3290454"/>
              <a:gd name="connsiteX440" fmla="*/ 1220932 w 4528704"/>
              <a:gd name="connsiteY440" fmla="*/ 2130136 h 3290454"/>
              <a:gd name="connsiteX441" fmla="*/ 1281546 w 4528704"/>
              <a:gd name="connsiteY441" fmla="*/ 2078182 h 3290454"/>
              <a:gd name="connsiteX442" fmla="*/ 1342159 w 4528704"/>
              <a:gd name="connsiteY442" fmla="*/ 2043546 h 3290454"/>
              <a:gd name="connsiteX443" fmla="*/ 1394114 w 4528704"/>
              <a:gd name="connsiteY443" fmla="*/ 2026227 h 3290454"/>
              <a:gd name="connsiteX444" fmla="*/ 1411432 w 4528704"/>
              <a:gd name="connsiteY444" fmla="*/ 2000250 h 3290454"/>
              <a:gd name="connsiteX445" fmla="*/ 1472046 w 4528704"/>
              <a:gd name="connsiteY445" fmla="*/ 1965614 h 3290454"/>
              <a:gd name="connsiteX446" fmla="*/ 1489364 w 4528704"/>
              <a:gd name="connsiteY446" fmla="*/ 1982932 h 3290454"/>
              <a:gd name="connsiteX447" fmla="*/ 1584614 w 4528704"/>
              <a:gd name="connsiteY447" fmla="*/ 1922318 h 3290454"/>
              <a:gd name="connsiteX448" fmla="*/ 1593273 w 4528704"/>
              <a:gd name="connsiteY448" fmla="*/ 1974273 h 3290454"/>
              <a:gd name="connsiteX449" fmla="*/ 1316182 w 4528704"/>
              <a:gd name="connsiteY449" fmla="*/ 1922318 h 3290454"/>
              <a:gd name="connsiteX450" fmla="*/ 1316182 w 4528704"/>
              <a:gd name="connsiteY450" fmla="*/ 1913659 h 3290454"/>
              <a:gd name="connsiteX451" fmla="*/ 1316182 w 4528704"/>
              <a:gd name="connsiteY451" fmla="*/ 1922318 h 3290454"/>
              <a:gd name="connsiteX452" fmla="*/ 3593523 w 4528704"/>
              <a:gd name="connsiteY452" fmla="*/ 1896341 h 3290454"/>
              <a:gd name="connsiteX453" fmla="*/ 3584864 w 4528704"/>
              <a:gd name="connsiteY453" fmla="*/ 1913659 h 3290454"/>
              <a:gd name="connsiteX454" fmla="*/ 3558887 w 4528704"/>
              <a:gd name="connsiteY454" fmla="*/ 1887682 h 3290454"/>
              <a:gd name="connsiteX455" fmla="*/ 3593523 w 4528704"/>
              <a:gd name="connsiteY455" fmla="*/ 1896341 h 3290454"/>
              <a:gd name="connsiteX456" fmla="*/ 3342409 w 4528704"/>
              <a:gd name="connsiteY456" fmla="*/ 1905000 h 3290454"/>
              <a:gd name="connsiteX457" fmla="*/ 3368387 w 4528704"/>
              <a:gd name="connsiteY457" fmla="*/ 1930977 h 3290454"/>
              <a:gd name="connsiteX458" fmla="*/ 3325091 w 4528704"/>
              <a:gd name="connsiteY458" fmla="*/ 1930977 h 3290454"/>
              <a:gd name="connsiteX459" fmla="*/ 3307773 w 4528704"/>
              <a:gd name="connsiteY459" fmla="*/ 1913659 h 3290454"/>
              <a:gd name="connsiteX460" fmla="*/ 3368387 w 4528704"/>
              <a:gd name="connsiteY460" fmla="*/ 1887682 h 3290454"/>
              <a:gd name="connsiteX461" fmla="*/ 3342409 w 4528704"/>
              <a:gd name="connsiteY461" fmla="*/ 1905000 h 3290454"/>
              <a:gd name="connsiteX462" fmla="*/ 3515591 w 4528704"/>
              <a:gd name="connsiteY462" fmla="*/ 1887682 h 3290454"/>
              <a:gd name="connsiteX463" fmla="*/ 3472296 w 4528704"/>
              <a:gd name="connsiteY463" fmla="*/ 1922318 h 3290454"/>
              <a:gd name="connsiteX464" fmla="*/ 3411682 w 4528704"/>
              <a:gd name="connsiteY464" fmla="*/ 1879023 h 3290454"/>
              <a:gd name="connsiteX465" fmla="*/ 3515591 w 4528704"/>
              <a:gd name="connsiteY465" fmla="*/ 1887682 h 3290454"/>
              <a:gd name="connsiteX466" fmla="*/ 1402773 w 4528704"/>
              <a:gd name="connsiteY466" fmla="*/ 1965614 h 3290454"/>
              <a:gd name="connsiteX467" fmla="*/ 1402773 w 4528704"/>
              <a:gd name="connsiteY467" fmla="*/ 1870364 h 3290454"/>
              <a:gd name="connsiteX468" fmla="*/ 1402773 w 4528704"/>
              <a:gd name="connsiteY468" fmla="*/ 1965614 h 3290454"/>
              <a:gd name="connsiteX469" fmla="*/ 3723409 w 4528704"/>
              <a:gd name="connsiteY469" fmla="*/ 1870364 h 3290454"/>
              <a:gd name="connsiteX470" fmla="*/ 3723409 w 4528704"/>
              <a:gd name="connsiteY470" fmla="*/ 1922318 h 3290454"/>
              <a:gd name="connsiteX471" fmla="*/ 3697432 w 4528704"/>
              <a:gd name="connsiteY471" fmla="*/ 1879023 h 3290454"/>
              <a:gd name="connsiteX472" fmla="*/ 3688773 w 4528704"/>
              <a:gd name="connsiteY472" fmla="*/ 1896341 h 3290454"/>
              <a:gd name="connsiteX473" fmla="*/ 3662796 w 4528704"/>
              <a:gd name="connsiteY473" fmla="*/ 1870364 h 3290454"/>
              <a:gd name="connsiteX474" fmla="*/ 3654137 w 4528704"/>
              <a:gd name="connsiteY474" fmla="*/ 1887682 h 3290454"/>
              <a:gd name="connsiteX475" fmla="*/ 3610841 w 4528704"/>
              <a:gd name="connsiteY475" fmla="*/ 1861705 h 3290454"/>
              <a:gd name="connsiteX476" fmla="*/ 3723409 w 4528704"/>
              <a:gd name="connsiteY476" fmla="*/ 1870364 h 3290454"/>
              <a:gd name="connsiteX477" fmla="*/ 2978728 w 4528704"/>
              <a:gd name="connsiteY477" fmla="*/ 2043546 h 3290454"/>
              <a:gd name="connsiteX478" fmla="*/ 2944091 w 4528704"/>
              <a:gd name="connsiteY478" fmla="*/ 2121477 h 3290454"/>
              <a:gd name="connsiteX479" fmla="*/ 3186546 w 4528704"/>
              <a:gd name="connsiteY479" fmla="*/ 1835727 h 3290454"/>
              <a:gd name="connsiteX480" fmla="*/ 2978728 w 4528704"/>
              <a:gd name="connsiteY480" fmla="*/ 2043546 h 3290454"/>
              <a:gd name="connsiteX481" fmla="*/ 1446068 w 4528704"/>
              <a:gd name="connsiteY481" fmla="*/ 1939636 h 3290454"/>
              <a:gd name="connsiteX482" fmla="*/ 1472046 w 4528704"/>
              <a:gd name="connsiteY482" fmla="*/ 1827068 h 3290454"/>
              <a:gd name="connsiteX483" fmla="*/ 1472046 w 4528704"/>
              <a:gd name="connsiteY483" fmla="*/ 1939636 h 3290454"/>
              <a:gd name="connsiteX484" fmla="*/ 1446068 w 4528704"/>
              <a:gd name="connsiteY484" fmla="*/ 1939636 h 3290454"/>
              <a:gd name="connsiteX485" fmla="*/ 1420091 w 4528704"/>
              <a:gd name="connsiteY485" fmla="*/ 1827068 h 3290454"/>
              <a:gd name="connsiteX486" fmla="*/ 1420091 w 4528704"/>
              <a:gd name="connsiteY486" fmla="*/ 1965614 h 3290454"/>
              <a:gd name="connsiteX487" fmla="*/ 1420091 w 4528704"/>
              <a:gd name="connsiteY487" fmla="*/ 1827068 h 3290454"/>
              <a:gd name="connsiteX488" fmla="*/ 3368387 w 4528704"/>
              <a:gd name="connsiteY488" fmla="*/ 1861705 h 3290454"/>
              <a:gd name="connsiteX489" fmla="*/ 3125932 w 4528704"/>
              <a:gd name="connsiteY489" fmla="*/ 2060864 h 3290454"/>
              <a:gd name="connsiteX490" fmla="*/ 3117273 w 4528704"/>
              <a:gd name="connsiteY490" fmla="*/ 2034886 h 3290454"/>
              <a:gd name="connsiteX491" fmla="*/ 3169228 w 4528704"/>
              <a:gd name="connsiteY491" fmla="*/ 1939636 h 3290454"/>
              <a:gd name="connsiteX492" fmla="*/ 3368387 w 4528704"/>
              <a:gd name="connsiteY492" fmla="*/ 1801091 h 3290454"/>
              <a:gd name="connsiteX493" fmla="*/ 3368387 w 4528704"/>
              <a:gd name="connsiteY493" fmla="*/ 1861705 h 3290454"/>
              <a:gd name="connsiteX494" fmla="*/ 3255819 w 4528704"/>
              <a:gd name="connsiteY494" fmla="*/ 1844386 h 3290454"/>
              <a:gd name="connsiteX495" fmla="*/ 3255819 w 4528704"/>
              <a:gd name="connsiteY495" fmla="*/ 1801091 h 3290454"/>
              <a:gd name="connsiteX496" fmla="*/ 3255819 w 4528704"/>
              <a:gd name="connsiteY496" fmla="*/ 1844386 h 3290454"/>
              <a:gd name="connsiteX497" fmla="*/ 1480705 w 4528704"/>
              <a:gd name="connsiteY497" fmla="*/ 1792432 h 3290454"/>
              <a:gd name="connsiteX498" fmla="*/ 1506682 w 4528704"/>
              <a:gd name="connsiteY498" fmla="*/ 1827068 h 3290454"/>
              <a:gd name="connsiteX499" fmla="*/ 1524000 w 4528704"/>
              <a:gd name="connsiteY499" fmla="*/ 1896341 h 3290454"/>
              <a:gd name="connsiteX500" fmla="*/ 1506682 w 4528704"/>
              <a:gd name="connsiteY500" fmla="*/ 1922318 h 3290454"/>
              <a:gd name="connsiteX501" fmla="*/ 1446068 w 4528704"/>
              <a:gd name="connsiteY501" fmla="*/ 1792432 h 3290454"/>
              <a:gd name="connsiteX502" fmla="*/ 1480705 w 4528704"/>
              <a:gd name="connsiteY502" fmla="*/ 1792432 h 3290454"/>
              <a:gd name="connsiteX503" fmla="*/ 1853046 w 4528704"/>
              <a:gd name="connsiteY503" fmla="*/ 1844386 h 3290454"/>
              <a:gd name="connsiteX504" fmla="*/ 1827068 w 4528704"/>
              <a:gd name="connsiteY504" fmla="*/ 1844386 h 3290454"/>
              <a:gd name="connsiteX505" fmla="*/ 1827068 w 4528704"/>
              <a:gd name="connsiteY505" fmla="*/ 1766455 h 3290454"/>
              <a:gd name="connsiteX506" fmla="*/ 1853046 w 4528704"/>
              <a:gd name="connsiteY506" fmla="*/ 1766455 h 3290454"/>
              <a:gd name="connsiteX507" fmla="*/ 1853046 w 4528704"/>
              <a:gd name="connsiteY507" fmla="*/ 1844386 h 3290454"/>
              <a:gd name="connsiteX508" fmla="*/ 1801091 w 4528704"/>
              <a:gd name="connsiteY508" fmla="*/ 1766455 h 3290454"/>
              <a:gd name="connsiteX509" fmla="*/ 1801091 w 4528704"/>
              <a:gd name="connsiteY509" fmla="*/ 1835727 h 3290454"/>
              <a:gd name="connsiteX510" fmla="*/ 1775114 w 4528704"/>
              <a:gd name="connsiteY510" fmla="*/ 1835727 h 3290454"/>
              <a:gd name="connsiteX511" fmla="*/ 1775114 w 4528704"/>
              <a:gd name="connsiteY511" fmla="*/ 1766455 h 3290454"/>
              <a:gd name="connsiteX512" fmla="*/ 1801091 w 4528704"/>
              <a:gd name="connsiteY512" fmla="*/ 1766455 h 3290454"/>
              <a:gd name="connsiteX513" fmla="*/ 1368137 w 4528704"/>
              <a:gd name="connsiteY513" fmla="*/ 1757796 h 3290454"/>
              <a:gd name="connsiteX514" fmla="*/ 1359477 w 4528704"/>
              <a:gd name="connsiteY514" fmla="*/ 1827068 h 3290454"/>
              <a:gd name="connsiteX515" fmla="*/ 1333500 w 4528704"/>
              <a:gd name="connsiteY515" fmla="*/ 1827068 h 3290454"/>
              <a:gd name="connsiteX516" fmla="*/ 1342159 w 4528704"/>
              <a:gd name="connsiteY516" fmla="*/ 1757796 h 3290454"/>
              <a:gd name="connsiteX517" fmla="*/ 1368137 w 4528704"/>
              <a:gd name="connsiteY517" fmla="*/ 1757796 h 3290454"/>
              <a:gd name="connsiteX518" fmla="*/ 3299114 w 4528704"/>
              <a:gd name="connsiteY518" fmla="*/ 1792432 h 3290454"/>
              <a:gd name="connsiteX519" fmla="*/ 3273137 w 4528704"/>
              <a:gd name="connsiteY519" fmla="*/ 1818409 h 3290454"/>
              <a:gd name="connsiteX520" fmla="*/ 3273137 w 4528704"/>
              <a:gd name="connsiteY520" fmla="*/ 1749136 h 3290454"/>
              <a:gd name="connsiteX521" fmla="*/ 3299114 w 4528704"/>
              <a:gd name="connsiteY521" fmla="*/ 1792432 h 3290454"/>
              <a:gd name="connsiteX522" fmla="*/ 1757796 w 4528704"/>
              <a:gd name="connsiteY522" fmla="*/ 1757796 h 3290454"/>
              <a:gd name="connsiteX523" fmla="*/ 1757796 w 4528704"/>
              <a:gd name="connsiteY523" fmla="*/ 1827068 h 3290454"/>
              <a:gd name="connsiteX524" fmla="*/ 1731818 w 4528704"/>
              <a:gd name="connsiteY524" fmla="*/ 1827068 h 3290454"/>
              <a:gd name="connsiteX525" fmla="*/ 1731818 w 4528704"/>
              <a:gd name="connsiteY525" fmla="*/ 1749136 h 3290454"/>
              <a:gd name="connsiteX526" fmla="*/ 1757796 w 4528704"/>
              <a:gd name="connsiteY526" fmla="*/ 1757796 h 3290454"/>
              <a:gd name="connsiteX527" fmla="*/ 1697182 w 4528704"/>
              <a:gd name="connsiteY527" fmla="*/ 1818409 h 3290454"/>
              <a:gd name="connsiteX528" fmla="*/ 1671205 w 4528704"/>
              <a:gd name="connsiteY528" fmla="*/ 1818409 h 3290454"/>
              <a:gd name="connsiteX529" fmla="*/ 1679864 w 4528704"/>
              <a:gd name="connsiteY529" fmla="*/ 1740477 h 3290454"/>
              <a:gd name="connsiteX530" fmla="*/ 1697182 w 4528704"/>
              <a:gd name="connsiteY530" fmla="*/ 1818409 h 3290454"/>
              <a:gd name="connsiteX531" fmla="*/ 1584614 w 4528704"/>
              <a:gd name="connsiteY531" fmla="*/ 1731818 h 3290454"/>
              <a:gd name="connsiteX532" fmla="*/ 1584614 w 4528704"/>
              <a:gd name="connsiteY532" fmla="*/ 1801091 h 3290454"/>
              <a:gd name="connsiteX533" fmla="*/ 1541318 w 4528704"/>
              <a:gd name="connsiteY533" fmla="*/ 1801091 h 3290454"/>
              <a:gd name="connsiteX534" fmla="*/ 1541318 w 4528704"/>
              <a:gd name="connsiteY534" fmla="*/ 1731818 h 3290454"/>
              <a:gd name="connsiteX535" fmla="*/ 1584614 w 4528704"/>
              <a:gd name="connsiteY535" fmla="*/ 1731818 h 3290454"/>
              <a:gd name="connsiteX536" fmla="*/ 1350818 w 4528704"/>
              <a:gd name="connsiteY536" fmla="*/ 1723159 h 3290454"/>
              <a:gd name="connsiteX537" fmla="*/ 1316182 w 4528704"/>
              <a:gd name="connsiteY537" fmla="*/ 1723159 h 3290454"/>
              <a:gd name="connsiteX538" fmla="*/ 1350818 w 4528704"/>
              <a:gd name="connsiteY538" fmla="*/ 1723159 h 3290454"/>
              <a:gd name="connsiteX539" fmla="*/ 3325091 w 4528704"/>
              <a:gd name="connsiteY539" fmla="*/ 1757796 h 3290454"/>
              <a:gd name="connsiteX540" fmla="*/ 3316432 w 4528704"/>
              <a:gd name="connsiteY540" fmla="*/ 1792432 h 3290454"/>
              <a:gd name="connsiteX541" fmla="*/ 3264478 w 4528704"/>
              <a:gd name="connsiteY541" fmla="*/ 1723159 h 3290454"/>
              <a:gd name="connsiteX542" fmla="*/ 3299114 w 4528704"/>
              <a:gd name="connsiteY542" fmla="*/ 1714500 h 3290454"/>
              <a:gd name="connsiteX543" fmla="*/ 3325091 w 4528704"/>
              <a:gd name="connsiteY543" fmla="*/ 1757796 h 3290454"/>
              <a:gd name="connsiteX544" fmla="*/ 3576205 w 4528704"/>
              <a:gd name="connsiteY544" fmla="*/ 1757796 h 3290454"/>
              <a:gd name="connsiteX545" fmla="*/ 3576205 w 4528704"/>
              <a:gd name="connsiteY545" fmla="*/ 1705841 h 3290454"/>
              <a:gd name="connsiteX546" fmla="*/ 3576205 w 4528704"/>
              <a:gd name="connsiteY546" fmla="*/ 1757796 h 3290454"/>
              <a:gd name="connsiteX547" fmla="*/ 1359477 w 4528704"/>
              <a:gd name="connsiteY547" fmla="*/ 1714500 h 3290454"/>
              <a:gd name="connsiteX548" fmla="*/ 1472046 w 4528704"/>
              <a:gd name="connsiteY548" fmla="*/ 1705841 h 3290454"/>
              <a:gd name="connsiteX549" fmla="*/ 1359477 w 4528704"/>
              <a:gd name="connsiteY549" fmla="*/ 1714500 h 3290454"/>
              <a:gd name="connsiteX550" fmla="*/ 3541569 w 4528704"/>
              <a:gd name="connsiteY550" fmla="*/ 1697182 h 3290454"/>
              <a:gd name="connsiteX551" fmla="*/ 3541569 w 4528704"/>
              <a:gd name="connsiteY551" fmla="*/ 1749136 h 3290454"/>
              <a:gd name="connsiteX552" fmla="*/ 3515591 w 4528704"/>
              <a:gd name="connsiteY552" fmla="*/ 1749136 h 3290454"/>
              <a:gd name="connsiteX553" fmla="*/ 3515591 w 4528704"/>
              <a:gd name="connsiteY553" fmla="*/ 1697182 h 3290454"/>
              <a:gd name="connsiteX554" fmla="*/ 3541569 w 4528704"/>
              <a:gd name="connsiteY554" fmla="*/ 1697182 h 3290454"/>
              <a:gd name="connsiteX555" fmla="*/ 3212523 w 4528704"/>
              <a:gd name="connsiteY555" fmla="*/ 1697182 h 3290454"/>
              <a:gd name="connsiteX556" fmla="*/ 3212523 w 4528704"/>
              <a:gd name="connsiteY556" fmla="*/ 1740477 h 3290454"/>
              <a:gd name="connsiteX557" fmla="*/ 3195205 w 4528704"/>
              <a:gd name="connsiteY557" fmla="*/ 1740477 h 3290454"/>
              <a:gd name="connsiteX558" fmla="*/ 3195205 w 4528704"/>
              <a:gd name="connsiteY558" fmla="*/ 1697182 h 3290454"/>
              <a:gd name="connsiteX559" fmla="*/ 3212523 w 4528704"/>
              <a:gd name="connsiteY559" fmla="*/ 1697182 h 3290454"/>
              <a:gd name="connsiteX560" fmla="*/ 1870364 w 4528704"/>
              <a:gd name="connsiteY560" fmla="*/ 1740477 h 3290454"/>
              <a:gd name="connsiteX561" fmla="*/ 1861705 w 4528704"/>
              <a:gd name="connsiteY561" fmla="*/ 1922318 h 3290454"/>
              <a:gd name="connsiteX562" fmla="*/ 1887682 w 4528704"/>
              <a:gd name="connsiteY562" fmla="*/ 1956955 h 3290454"/>
              <a:gd name="connsiteX563" fmla="*/ 1844387 w 4528704"/>
              <a:gd name="connsiteY563" fmla="*/ 1930977 h 3290454"/>
              <a:gd name="connsiteX564" fmla="*/ 1818409 w 4528704"/>
              <a:gd name="connsiteY564" fmla="*/ 1930977 h 3290454"/>
              <a:gd name="connsiteX565" fmla="*/ 1827068 w 4528704"/>
              <a:gd name="connsiteY565" fmla="*/ 1965614 h 3290454"/>
              <a:gd name="connsiteX566" fmla="*/ 1792432 w 4528704"/>
              <a:gd name="connsiteY566" fmla="*/ 1956955 h 3290454"/>
              <a:gd name="connsiteX567" fmla="*/ 1775114 w 4528704"/>
              <a:gd name="connsiteY567" fmla="*/ 1974273 h 3290454"/>
              <a:gd name="connsiteX568" fmla="*/ 1792432 w 4528704"/>
              <a:gd name="connsiteY568" fmla="*/ 1991591 h 3290454"/>
              <a:gd name="connsiteX569" fmla="*/ 1783773 w 4528704"/>
              <a:gd name="connsiteY569" fmla="*/ 2017568 h 3290454"/>
              <a:gd name="connsiteX570" fmla="*/ 1749137 w 4528704"/>
              <a:gd name="connsiteY570" fmla="*/ 1991591 h 3290454"/>
              <a:gd name="connsiteX571" fmla="*/ 1697182 w 4528704"/>
              <a:gd name="connsiteY571" fmla="*/ 2026227 h 3290454"/>
              <a:gd name="connsiteX572" fmla="*/ 1723159 w 4528704"/>
              <a:gd name="connsiteY572" fmla="*/ 2052205 h 3290454"/>
              <a:gd name="connsiteX573" fmla="*/ 1671205 w 4528704"/>
              <a:gd name="connsiteY573" fmla="*/ 2052205 h 3290454"/>
              <a:gd name="connsiteX574" fmla="*/ 1636568 w 4528704"/>
              <a:gd name="connsiteY574" fmla="*/ 2078182 h 3290454"/>
              <a:gd name="connsiteX575" fmla="*/ 1645227 w 4528704"/>
              <a:gd name="connsiteY575" fmla="*/ 1697182 h 3290454"/>
              <a:gd name="connsiteX576" fmla="*/ 1870364 w 4528704"/>
              <a:gd name="connsiteY576" fmla="*/ 1740477 h 3290454"/>
              <a:gd name="connsiteX577" fmla="*/ 3498273 w 4528704"/>
              <a:gd name="connsiteY577" fmla="*/ 1688523 h 3290454"/>
              <a:gd name="connsiteX578" fmla="*/ 3498273 w 4528704"/>
              <a:gd name="connsiteY578" fmla="*/ 1749136 h 3290454"/>
              <a:gd name="connsiteX579" fmla="*/ 3480955 w 4528704"/>
              <a:gd name="connsiteY579" fmla="*/ 1749136 h 3290454"/>
              <a:gd name="connsiteX580" fmla="*/ 3480955 w 4528704"/>
              <a:gd name="connsiteY580" fmla="*/ 1688523 h 3290454"/>
              <a:gd name="connsiteX581" fmla="*/ 3498273 w 4528704"/>
              <a:gd name="connsiteY581" fmla="*/ 1688523 h 3290454"/>
              <a:gd name="connsiteX582" fmla="*/ 1480705 w 4528704"/>
              <a:gd name="connsiteY582" fmla="*/ 1697182 h 3290454"/>
              <a:gd name="connsiteX583" fmla="*/ 1593273 w 4528704"/>
              <a:gd name="connsiteY583" fmla="*/ 1688523 h 3290454"/>
              <a:gd name="connsiteX584" fmla="*/ 1480705 w 4528704"/>
              <a:gd name="connsiteY584" fmla="*/ 1697182 h 3290454"/>
              <a:gd name="connsiteX585" fmla="*/ 1324841 w 4528704"/>
              <a:gd name="connsiteY585" fmla="*/ 1697182 h 3290454"/>
              <a:gd name="connsiteX586" fmla="*/ 1359477 w 4528704"/>
              <a:gd name="connsiteY586" fmla="*/ 1688523 h 3290454"/>
              <a:gd name="connsiteX587" fmla="*/ 1324841 w 4528704"/>
              <a:gd name="connsiteY587" fmla="*/ 1697182 h 3290454"/>
              <a:gd name="connsiteX588" fmla="*/ 3463637 w 4528704"/>
              <a:gd name="connsiteY588" fmla="*/ 1688523 h 3290454"/>
              <a:gd name="connsiteX589" fmla="*/ 3463637 w 4528704"/>
              <a:gd name="connsiteY589" fmla="*/ 1740477 h 3290454"/>
              <a:gd name="connsiteX590" fmla="*/ 3437659 w 4528704"/>
              <a:gd name="connsiteY590" fmla="*/ 1740477 h 3290454"/>
              <a:gd name="connsiteX591" fmla="*/ 3446319 w 4528704"/>
              <a:gd name="connsiteY591" fmla="*/ 1679864 h 3290454"/>
              <a:gd name="connsiteX592" fmla="*/ 3463637 w 4528704"/>
              <a:gd name="connsiteY592" fmla="*/ 1688523 h 3290454"/>
              <a:gd name="connsiteX593" fmla="*/ 3359728 w 4528704"/>
              <a:gd name="connsiteY593" fmla="*/ 1731818 h 3290454"/>
              <a:gd name="connsiteX594" fmla="*/ 3342409 w 4528704"/>
              <a:gd name="connsiteY594" fmla="*/ 1731818 h 3290454"/>
              <a:gd name="connsiteX595" fmla="*/ 3342409 w 4528704"/>
              <a:gd name="connsiteY595" fmla="*/ 1679864 h 3290454"/>
              <a:gd name="connsiteX596" fmla="*/ 3359728 w 4528704"/>
              <a:gd name="connsiteY596" fmla="*/ 1671205 h 3290454"/>
              <a:gd name="connsiteX597" fmla="*/ 3359728 w 4528704"/>
              <a:gd name="connsiteY597" fmla="*/ 1731818 h 3290454"/>
              <a:gd name="connsiteX598" fmla="*/ 1385455 w 4528704"/>
              <a:gd name="connsiteY598" fmla="*/ 1688523 h 3290454"/>
              <a:gd name="connsiteX599" fmla="*/ 1411432 w 4528704"/>
              <a:gd name="connsiteY599" fmla="*/ 1688523 h 3290454"/>
              <a:gd name="connsiteX600" fmla="*/ 1385455 w 4528704"/>
              <a:gd name="connsiteY600" fmla="*/ 1688523 h 3290454"/>
              <a:gd name="connsiteX601" fmla="*/ 3238500 w 4528704"/>
              <a:gd name="connsiteY601" fmla="*/ 1662546 h 3290454"/>
              <a:gd name="connsiteX602" fmla="*/ 3203864 w 4528704"/>
              <a:gd name="connsiteY602" fmla="*/ 1662546 h 3290454"/>
              <a:gd name="connsiteX603" fmla="*/ 3238500 w 4528704"/>
              <a:gd name="connsiteY603" fmla="*/ 1662546 h 3290454"/>
              <a:gd name="connsiteX604" fmla="*/ 1524000 w 4528704"/>
              <a:gd name="connsiteY604" fmla="*/ 1662546 h 3290454"/>
              <a:gd name="connsiteX605" fmla="*/ 1498023 w 4528704"/>
              <a:gd name="connsiteY605" fmla="*/ 1662546 h 3290454"/>
              <a:gd name="connsiteX606" fmla="*/ 1524000 w 4528704"/>
              <a:gd name="connsiteY606" fmla="*/ 1662546 h 3290454"/>
              <a:gd name="connsiteX607" fmla="*/ 3584864 w 4528704"/>
              <a:gd name="connsiteY607" fmla="*/ 1688523 h 3290454"/>
              <a:gd name="connsiteX608" fmla="*/ 3593523 w 4528704"/>
              <a:gd name="connsiteY608" fmla="*/ 1861705 h 3290454"/>
              <a:gd name="connsiteX609" fmla="*/ 3411682 w 4528704"/>
              <a:gd name="connsiteY609" fmla="*/ 1861705 h 3290454"/>
              <a:gd name="connsiteX610" fmla="*/ 3411682 w 4528704"/>
              <a:gd name="connsiteY610" fmla="*/ 1653886 h 3290454"/>
              <a:gd name="connsiteX611" fmla="*/ 3584864 w 4528704"/>
              <a:gd name="connsiteY611" fmla="*/ 1688523 h 3290454"/>
              <a:gd name="connsiteX612" fmla="*/ 3316432 w 4528704"/>
              <a:gd name="connsiteY612" fmla="*/ 1653886 h 3290454"/>
              <a:gd name="connsiteX613" fmla="*/ 3273137 w 4528704"/>
              <a:gd name="connsiteY613" fmla="*/ 1653886 h 3290454"/>
              <a:gd name="connsiteX614" fmla="*/ 3316432 w 4528704"/>
              <a:gd name="connsiteY614" fmla="*/ 1653886 h 3290454"/>
              <a:gd name="connsiteX615" fmla="*/ 1549977 w 4528704"/>
              <a:gd name="connsiteY615" fmla="*/ 1662546 h 3290454"/>
              <a:gd name="connsiteX616" fmla="*/ 1575955 w 4528704"/>
              <a:gd name="connsiteY616" fmla="*/ 1662546 h 3290454"/>
              <a:gd name="connsiteX617" fmla="*/ 1549977 w 4528704"/>
              <a:gd name="connsiteY617" fmla="*/ 1662546 h 3290454"/>
              <a:gd name="connsiteX618" fmla="*/ 3368387 w 4528704"/>
              <a:gd name="connsiteY618" fmla="*/ 1645227 h 3290454"/>
              <a:gd name="connsiteX619" fmla="*/ 3333750 w 4528704"/>
              <a:gd name="connsiteY619" fmla="*/ 1645227 h 3290454"/>
              <a:gd name="connsiteX620" fmla="*/ 3368387 w 4528704"/>
              <a:gd name="connsiteY620" fmla="*/ 1645227 h 3290454"/>
              <a:gd name="connsiteX621" fmla="*/ 3203864 w 4528704"/>
              <a:gd name="connsiteY621" fmla="*/ 1645227 h 3290454"/>
              <a:gd name="connsiteX622" fmla="*/ 3203864 w 4528704"/>
              <a:gd name="connsiteY622" fmla="*/ 1636568 h 3290454"/>
              <a:gd name="connsiteX623" fmla="*/ 3203864 w 4528704"/>
              <a:gd name="connsiteY623" fmla="*/ 1645227 h 3290454"/>
              <a:gd name="connsiteX624" fmla="*/ 3325091 w 4528704"/>
              <a:gd name="connsiteY624" fmla="*/ 1627909 h 3290454"/>
              <a:gd name="connsiteX625" fmla="*/ 3325091 w 4528704"/>
              <a:gd name="connsiteY625" fmla="*/ 1619250 h 3290454"/>
              <a:gd name="connsiteX626" fmla="*/ 3325091 w 4528704"/>
              <a:gd name="connsiteY626" fmla="*/ 1627909 h 3290454"/>
              <a:gd name="connsiteX627" fmla="*/ 1723159 w 4528704"/>
              <a:gd name="connsiteY627" fmla="*/ 1627909 h 3290454"/>
              <a:gd name="connsiteX628" fmla="*/ 1801091 w 4528704"/>
              <a:gd name="connsiteY628" fmla="*/ 1653886 h 3290454"/>
              <a:gd name="connsiteX629" fmla="*/ 1861705 w 4528704"/>
              <a:gd name="connsiteY629" fmla="*/ 1671205 h 3290454"/>
              <a:gd name="connsiteX630" fmla="*/ 1861705 w 4528704"/>
              <a:gd name="connsiteY630" fmla="*/ 1723159 h 3290454"/>
              <a:gd name="connsiteX631" fmla="*/ 1861705 w 4528704"/>
              <a:gd name="connsiteY631" fmla="*/ 1688523 h 3290454"/>
              <a:gd name="connsiteX632" fmla="*/ 1827068 w 4528704"/>
              <a:gd name="connsiteY632" fmla="*/ 1679864 h 3290454"/>
              <a:gd name="connsiteX633" fmla="*/ 1783773 w 4528704"/>
              <a:gd name="connsiteY633" fmla="*/ 1705841 h 3290454"/>
              <a:gd name="connsiteX634" fmla="*/ 1818409 w 4528704"/>
              <a:gd name="connsiteY634" fmla="*/ 1679864 h 3290454"/>
              <a:gd name="connsiteX635" fmla="*/ 1792432 w 4528704"/>
              <a:gd name="connsiteY635" fmla="*/ 1671205 h 3290454"/>
              <a:gd name="connsiteX636" fmla="*/ 1749137 w 4528704"/>
              <a:gd name="connsiteY636" fmla="*/ 1697182 h 3290454"/>
              <a:gd name="connsiteX637" fmla="*/ 1775114 w 4528704"/>
              <a:gd name="connsiteY637" fmla="*/ 1688523 h 3290454"/>
              <a:gd name="connsiteX638" fmla="*/ 1757796 w 4528704"/>
              <a:gd name="connsiteY638" fmla="*/ 1662546 h 3290454"/>
              <a:gd name="connsiteX639" fmla="*/ 1705841 w 4528704"/>
              <a:gd name="connsiteY639" fmla="*/ 1688523 h 3290454"/>
              <a:gd name="connsiteX640" fmla="*/ 1740477 w 4528704"/>
              <a:gd name="connsiteY640" fmla="*/ 1679864 h 3290454"/>
              <a:gd name="connsiteX641" fmla="*/ 1714500 w 4528704"/>
              <a:gd name="connsiteY641" fmla="*/ 1653886 h 3290454"/>
              <a:gd name="connsiteX642" fmla="*/ 1671205 w 4528704"/>
              <a:gd name="connsiteY642" fmla="*/ 1679864 h 3290454"/>
              <a:gd name="connsiteX643" fmla="*/ 1697182 w 4528704"/>
              <a:gd name="connsiteY643" fmla="*/ 1671205 h 3290454"/>
              <a:gd name="connsiteX644" fmla="*/ 1697182 w 4528704"/>
              <a:gd name="connsiteY644" fmla="*/ 1645227 h 3290454"/>
              <a:gd name="connsiteX645" fmla="*/ 1662546 w 4528704"/>
              <a:gd name="connsiteY645" fmla="*/ 1636568 h 3290454"/>
              <a:gd name="connsiteX646" fmla="*/ 1645227 w 4528704"/>
              <a:gd name="connsiteY646" fmla="*/ 1653886 h 3290454"/>
              <a:gd name="connsiteX647" fmla="*/ 1662546 w 4528704"/>
              <a:gd name="connsiteY647" fmla="*/ 1671205 h 3290454"/>
              <a:gd name="connsiteX648" fmla="*/ 1636568 w 4528704"/>
              <a:gd name="connsiteY648" fmla="*/ 1610591 h 3290454"/>
              <a:gd name="connsiteX649" fmla="*/ 1688523 w 4528704"/>
              <a:gd name="connsiteY649" fmla="*/ 1645227 h 3290454"/>
              <a:gd name="connsiteX650" fmla="*/ 1723159 w 4528704"/>
              <a:gd name="connsiteY650" fmla="*/ 1627909 h 3290454"/>
              <a:gd name="connsiteX651" fmla="*/ 3758046 w 4528704"/>
              <a:gd name="connsiteY651" fmla="*/ 1619250 h 3290454"/>
              <a:gd name="connsiteX652" fmla="*/ 3801341 w 4528704"/>
              <a:gd name="connsiteY652" fmla="*/ 1584614 h 3290454"/>
              <a:gd name="connsiteX653" fmla="*/ 3758046 w 4528704"/>
              <a:gd name="connsiteY653" fmla="*/ 1619250 h 3290454"/>
              <a:gd name="connsiteX654" fmla="*/ 3446319 w 4528704"/>
              <a:gd name="connsiteY654" fmla="*/ 1610591 h 3290454"/>
              <a:gd name="connsiteX655" fmla="*/ 3472296 w 4528704"/>
              <a:gd name="connsiteY655" fmla="*/ 1593273 h 3290454"/>
              <a:gd name="connsiteX656" fmla="*/ 3506932 w 4528704"/>
              <a:gd name="connsiteY656" fmla="*/ 1627909 h 3290454"/>
              <a:gd name="connsiteX657" fmla="*/ 3532909 w 4528704"/>
              <a:gd name="connsiteY657" fmla="*/ 1610591 h 3290454"/>
              <a:gd name="connsiteX658" fmla="*/ 3576205 w 4528704"/>
              <a:gd name="connsiteY658" fmla="*/ 1627909 h 3290454"/>
              <a:gd name="connsiteX659" fmla="*/ 3584864 w 4528704"/>
              <a:gd name="connsiteY659" fmla="*/ 1627909 h 3290454"/>
              <a:gd name="connsiteX660" fmla="*/ 3584864 w 4528704"/>
              <a:gd name="connsiteY660" fmla="*/ 1653886 h 3290454"/>
              <a:gd name="connsiteX661" fmla="*/ 3532909 w 4528704"/>
              <a:gd name="connsiteY661" fmla="*/ 1627909 h 3290454"/>
              <a:gd name="connsiteX662" fmla="*/ 3515591 w 4528704"/>
              <a:gd name="connsiteY662" fmla="*/ 1645227 h 3290454"/>
              <a:gd name="connsiteX663" fmla="*/ 3532909 w 4528704"/>
              <a:gd name="connsiteY663" fmla="*/ 1653886 h 3290454"/>
              <a:gd name="connsiteX664" fmla="*/ 3506932 w 4528704"/>
              <a:gd name="connsiteY664" fmla="*/ 1627909 h 3290454"/>
              <a:gd name="connsiteX665" fmla="*/ 3472296 w 4528704"/>
              <a:gd name="connsiteY665" fmla="*/ 1645227 h 3290454"/>
              <a:gd name="connsiteX666" fmla="*/ 3489614 w 4528704"/>
              <a:gd name="connsiteY666" fmla="*/ 1627909 h 3290454"/>
              <a:gd name="connsiteX667" fmla="*/ 3472296 w 4528704"/>
              <a:gd name="connsiteY667" fmla="*/ 1619250 h 3290454"/>
              <a:gd name="connsiteX668" fmla="*/ 3463637 w 4528704"/>
              <a:gd name="connsiteY668" fmla="*/ 1636568 h 3290454"/>
              <a:gd name="connsiteX669" fmla="*/ 3437659 w 4528704"/>
              <a:gd name="connsiteY669" fmla="*/ 1636568 h 3290454"/>
              <a:gd name="connsiteX670" fmla="*/ 3454978 w 4528704"/>
              <a:gd name="connsiteY670" fmla="*/ 1619250 h 3290454"/>
              <a:gd name="connsiteX671" fmla="*/ 3429000 w 4528704"/>
              <a:gd name="connsiteY671" fmla="*/ 1610591 h 3290454"/>
              <a:gd name="connsiteX672" fmla="*/ 3411682 w 4528704"/>
              <a:gd name="connsiteY672" fmla="*/ 1627909 h 3290454"/>
              <a:gd name="connsiteX673" fmla="*/ 3411682 w 4528704"/>
              <a:gd name="connsiteY673" fmla="*/ 1584614 h 3290454"/>
              <a:gd name="connsiteX674" fmla="*/ 3446319 w 4528704"/>
              <a:gd name="connsiteY674" fmla="*/ 1610591 h 3290454"/>
              <a:gd name="connsiteX675" fmla="*/ 3835978 w 4528704"/>
              <a:gd name="connsiteY675" fmla="*/ 1601932 h 3290454"/>
              <a:gd name="connsiteX676" fmla="*/ 3870614 w 4528704"/>
              <a:gd name="connsiteY676" fmla="*/ 1584614 h 3290454"/>
              <a:gd name="connsiteX677" fmla="*/ 3835978 w 4528704"/>
              <a:gd name="connsiteY677" fmla="*/ 1601932 h 3290454"/>
              <a:gd name="connsiteX678" fmla="*/ 3463637 w 4528704"/>
              <a:gd name="connsiteY678" fmla="*/ 1575955 h 3290454"/>
              <a:gd name="connsiteX679" fmla="*/ 3498273 w 4528704"/>
              <a:gd name="connsiteY679" fmla="*/ 1610591 h 3290454"/>
              <a:gd name="connsiteX680" fmla="*/ 3524250 w 4528704"/>
              <a:gd name="connsiteY680" fmla="*/ 1593273 h 3290454"/>
              <a:gd name="connsiteX681" fmla="*/ 3593523 w 4528704"/>
              <a:gd name="connsiteY681" fmla="*/ 1627909 h 3290454"/>
              <a:gd name="connsiteX682" fmla="*/ 3636819 w 4528704"/>
              <a:gd name="connsiteY682" fmla="*/ 1749136 h 3290454"/>
              <a:gd name="connsiteX683" fmla="*/ 3792682 w 4528704"/>
              <a:gd name="connsiteY683" fmla="*/ 1792432 h 3290454"/>
              <a:gd name="connsiteX684" fmla="*/ 3957205 w 4528704"/>
              <a:gd name="connsiteY684" fmla="*/ 1835727 h 3290454"/>
              <a:gd name="connsiteX685" fmla="*/ 4009159 w 4528704"/>
              <a:gd name="connsiteY685" fmla="*/ 1861705 h 3290454"/>
              <a:gd name="connsiteX686" fmla="*/ 4026478 w 4528704"/>
              <a:gd name="connsiteY686" fmla="*/ 1844386 h 3290454"/>
              <a:gd name="connsiteX687" fmla="*/ 4069773 w 4528704"/>
              <a:gd name="connsiteY687" fmla="*/ 1870364 h 3290454"/>
              <a:gd name="connsiteX688" fmla="*/ 4173682 w 4528704"/>
              <a:gd name="connsiteY688" fmla="*/ 1905000 h 3290454"/>
              <a:gd name="connsiteX689" fmla="*/ 4208319 w 4528704"/>
              <a:gd name="connsiteY689" fmla="*/ 1905000 h 3290454"/>
              <a:gd name="connsiteX690" fmla="*/ 4147705 w 4528704"/>
              <a:gd name="connsiteY690" fmla="*/ 1930977 h 3290454"/>
              <a:gd name="connsiteX691" fmla="*/ 4165023 w 4528704"/>
              <a:gd name="connsiteY691" fmla="*/ 1913659 h 3290454"/>
              <a:gd name="connsiteX692" fmla="*/ 4035137 w 4528704"/>
              <a:gd name="connsiteY692" fmla="*/ 1853046 h 3290454"/>
              <a:gd name="connsiteX693" fmla="*/ 3835978 w 4528704"/>
              <a:gd name="connsiteY693" fmla="*/ 1809750 h 3290454"/>
              <a:gd name="connsiteX694" fmla="*/ 3818659 w 4528704"/>
              <a:gd name="connsiteY694" fmla="*/ 1792432 h 3290454"/>
              <a:gd name="connsiteX695" fmla="*/ 3628159 w 4528704"/>
              <a:gd name="connsiteY695" fmla="*/ 1757796 h 3290454"/>
              <a:gd name="connsiteX696" fmla="*/ 3602182 w 4528704"/>
              <a:gd name="connsiteY696" fmla="*/ 1740477 h 3290454"/>
              <a:gd name="connsiteX697" fmla="*/ 3602182 w 4528704"/>
              <a:gd name="connsiteY697" fmla="*/ 1827068 h 3290454"/>
              <a:gd name="connsiteX698" fmla="*/ 3619500 w 4528704"/>
              <a:gd name="connsiteY698" fmla="*/ 1835727 h 3290454"/>
              <a:gd name="connsiteX699" fmla="*/ 4173682 w 4528704"/>
              <a:gd name="connsiteY699" fmla="*/ 1982932 h 3290454"/>
              <a:gd name="connsiteX700" fmla="*/ 3775364 w 4528704"/>
              <a:gd name="connsiteY700" fmla="*/ 1887682 h 3290454"/>
              <a:gd name="connsiteX701" fmla="*/ 3810000 w 4528704"/>
              <a:gd name="connsiteY701" fmla="*/ 1930977 h 3290454"/>
              <a:gd name="connsiteX702" fmla="*/ 3835978 w 4528704"/>
              <a:gd name="connsiteY702" fmla="*/ 1905000 h 3290454"/>
              <a:gd name="connsiteX703" fmla="*/ 3861955 w 4528704"/>
              <a:gd name="connsiteY703" fmla="*/ 1922318 h 3290454"/>
              <a:gd name="connsiteX704" fmla="*/ 3939887 w 4528704"/>
              <a:gd name="connsiteY704" fmla="*/ 2008909 h 3290454"/>
              <a:gd name="connsiteX705" fmla="*/ 3913909 w 4528704"/>
              <a:gd name="connsiteY705" fmla="*/ 2000250 h 3290454"/>
              <a:gd name="connsiteX706" fmla="*/ 3913909 w 4528704"/>
              <a:gd name="connsiteY706" fmla="*/ 2017568 h 3290454"/>
              <a:gd name="connsiteX707" fmla="*/ 3801341 w 4528704"/>
              <a:gd name="connsiteY707" fmla="*/ 1956955 h 3290454"/>
              <a:gd name="connsiteX708" fmla="*/ 3723409 w 4528704"/>
              <a:gd name="connsiteY708" fmla="*/ 2017568 h 3290454"/>
              <a:gd name="connsiteX709" fmla="*/ 3680114 w 4528704"/>
              <a:gd name="connsiteY709" fmla="*/ 1982932 h 3290454"/>
              <a:gd name="connsiteX710" fmla="*/ 3654137 w 4528704"/>
              <a:gd name="connsiteY710" fmla="*/ 2008909 h 3290454"/>
              <a:gd name="connsiteX711" fmla="*/ 3680114 w 4528704"/>
              <a:gd name="connsiteY711" fmla="*/ 2034886 h 3290454"/>
              <a:gd name="connsiteX712" fmla="*/ 3662796 w 4528704"/>
              <a:gd name="connsiteY712" fmla="*/ 2060864 h 3290454"/>
              <a:gd name="connsiteX713" fmla="*/ 3602182 w 4528704"/>
              <a:gd name="connsiteY713" fmla="*/ 1948296 h 3290454"/>
              <a:gd name="connsiteX714" fmla="*/ 3541569 w 4528704"/>
              <a:gd name="connsiteY714" fmla="*/ 1896341 h 3290454"/>
              <a:gd name="connsiteX715" fmla="*/ 3524250 w 4528704"/>
              <a:gd name="connsiteY715" fmla="*/ 1905000 h 3290454"/>
              <a:gd name="connsiteX716" fmla="*/ 3558887 w 4528704"/>
              <a:gd name="connsiteY716" fmla="*/ 1948296 h 3290454"/>
              <a:gd name="connsiteX717" fmla="*/ 3524250 w 4528704"/>
              <a:gd name="connsiteY717" fmla="*/ 1930977 h 3290454"/>
              <a:gd name="connsiteX718" fmla="*/ 3506932 w 4528704"/>
              <a:gd name="connsiteY718" fmla="*/ 1948296 h 3290454"/>
              <a:gd name="connsiteX719" fmla="*/ 3636819 w 4528704"/>
              <a:gd name="connsiteY719" fmla="*/ 2060864 h 3290454"/>
              <a:gd name="connsiteX720" fmla="*/ 3584864 w 4528704"/>
              <a:gd name="connsiteY720" fmla="*/ 2017568 h 3290454"/>
              <a:gd name="connsiteX721" fmla="*/ 3576205 w 4528704"/>
              <a:gd name="connsiteY721" fmla="*/ 2034886 h 3290454"/>
              <a:gd name="connsiteX722" fmla="*/ 3550228 w 4528704"/>
              <a:gd name="connsiteY722" fmla="*/ 2034886 h 3290454"/>
              <a:gd name="connsiteX723" fmla="*/ 3454978 w 4528704"/>
              <a:gd name="connsiteY723" fmla="*/ 1930977 h 3290454"/>
              <a:gd name="connsiteX724" fmla="*/ 3377046 w 4528704"/>
              <a:gd name="connsiteY724" fmla="*/ 1991591 h 3290454"/>
              <a:gd name="connsiteX725" fmla="*/ 3420341 w 4528704"/>
              <a:gd name="connsiteY725" fmla="*/ 2043546 h 3290454"/>
              <a:gd name="connsiteX726" fmla="*/ 3359728 w 4528704"/>
              <a:gd name="connsiteY726" fmla="*/ 2017568 h 3290454"/>
              <a:gd name="connsiteX727" fmla="*/ 3472296 w 4528704"/>
              <a:gd name="connsiteY727" fmla="*/ 2156114 h 3290454"/>
              <a:gd name="connsiteX728" fmla="*/ 3377046 w 4528704"/>
              <a:gd name="connsiteY728" fmla="*/ 2069523 h 3290454"/>
              <a:gd name="connsiteX729" fmla="*/ 3351069 w 4528704"/>
              <a:gd name="connsiteY729" fmla="*/ 2017568 h 3290454"/>
              <a:gd name="connsiteX730" fmla="*/ 3394364 w 4528704"/>
              <a:gd name="connsiteY730" fmla="*/ 1965614 h 3290454"/>
              <a:gd name="connsiteX731" fmla="*/ 3351069 w 4528704"/>
              <a:gd name="connsiteY731" fmla="*/ 1930977 h 3290454"/>
              <a:gd name="connsiteX732" fmla="*/ 3299114 w 4528704"/>
              <a:gd name="connsiteY732" fmla="*/ 2000250 h 3290454"/>
              <a:gd name="connsiteX733" fmla="*/ 3403023 w 4528704"/>
              <a:gd name="connsiteY733" fmla="*/ 2173432 h 3290454"/>
              <a:gd name="connsiteX734" fmla="*/ 3273137 w 4528704"/>
              <a:gd name="connsiteY734" fmla="*/ 2060864 h 3290454"/>
              <a:gd name="connsiteX735" fmla="*/ 3316432 w 4528704"/>
              <a:gd name="connsiteY735" fmla="*/ 2078182 h 3290454"/>
              <a:gd name="connsiteX736" fmla="*/ 3299114 w 4528704"/>
              <a:gd name="connsiteY736" fmla="*/ 2017568 h 3290454"/>
              <a:gd name="connsiteX737" fmla="*/ 3281796 w 4528704"/>
              <a:gd name="connsiteY737" fmla="*/ 2000250 h 3290454"/>
              <a:gd name="connsiteX738" fmla="*/ 3203864 w 4528704"/>
              <a:gd name="connsiteY738" fmla="*/ 2086841 h 3290454"/>
              <a:gd name="connsiteX739" fmla="*/ 3195205 w 4528704"/>
              <a:gd name="connsiteY739" fmla="*/ 2069523 h 3290454"/>
              <a:gd name="connsiteX740" fmla="*/ 3160569 w 4528704"/>
              <a:gd name="connsiteY740" fmla="*/ 2078182 h 3290454"/>
              <a:gd name="connsiteX741" fmla="*/ 3203864 w 4528704"/>
              <a:gd name="connsiteY741" fmla="*/ 2017568 h 3290454"/>
              <a:gd name="connsiteX742" fmla="*/ 3238500 w 4528704"/>
              <a:gd name="connsiteY742" fmla="*/ 2008909 h 3290454"/>
              <a:gd name="connsiteX743" fmla="*/ 3255819 w 4528704"/>
              <a:gd name="connsiteY743" fmla="*/ 2026227 h 3290454"/>
              <a:gd name="connsiteX744" fmla="*/ 3273137 w 4528704"/>
              <a:gd name="connsiteY744" fmla="*/ 2000250 h 3290454"/>
              <a:gd name="connsiteX745" fmla="*/ 3255819 w 4528704"/>
              <a:gd name="connsiteY745" fmla="*/ 1982932 h 3290454"/>
              <a:gd name="connsiteX746" fmla="*/ 3299114 w 4528704"/>
              <a:gd name="connsiteY746" fmla="*/ 1948296 h 3290454"/>
              <a:gd name="connsiteX747" fmla="*/ 3290455 w 4528704"/>
              <a:gd name="connsiteY747" fmla="*/ 1913659 h 3290454"/>
              <a:gd name="connsiteX748" fmla="*/ 3134591 w 4528704"/>
              <a:gd name="connsiteY748" fmla="*/ 2078182 h 3290454"/>
              <a:gd name="connsiteX749" fmla="*/ 3195205 w 4528704"/>
              <a:gd name="connsiteY749" fmla="*/ 2182091 h 3290454"/>
              <a:gd name="connsiteX750" fmla="*/ 3221182 w 4528704"/>
              <a:gd name="connsiteY750" fmla="*/ 2190750 h 3290454"/>
              <a:gd name="connsiteX751" fmla="*/ 3385705 w 4528704"/>
              <a:gd name="connsiteY751" fmla="*/ 2286000 h 3290454"/>
              <a:gd name="connsiteX752" fmla="*/ 3420341 w 4528704"/>
              <a:gd name="connsiteY752" fmla="*/ 2268682 h 3290454"/>
              <a:gd name="connsiteX753" fmla="*/ 3446319 w 4528704"/>
              <a:gd name="connsiteY753" fmla="*/ 2286000 h 3290454"/>
              <a:gd name="connsiteX754" fmla="*/ 3472296 w 4528704"/>
              <a:gd name="connsiteY754" fmla="*/ 2260023 h 3290454"/>
              <a:gd name="connsiteX755" fmla="*/ 3506932 w 4528704"/>
              <a:gd name="connsiteY755" fmla="*/ 2277341 h 3290454"/>
              <a:gd name="connsiteX756" fmla="*/ 3532909 w 4528704"/>
              <a:gd name="connsiteY756" fmla="*/ 2251364 h 3290454"/>
              <a:gd name="connsiteX757" fmla="*/ 3480955 w 4528704"/>
              <a:gd name="connsiteY757" fmla="*/ 2208068 h 3290454"/>
              <a:gd name="connsiteX758" fmla="*/ 3420341 w 4528704"/>
              <a:gd name="connsiteY758" fmla="*/ 2190750 h 3290454"/>
              <a:gd name="connsiteX759" fmla="*/ 3515591 w 4528704"/>
              <a:gd name="connsiteY759" fmla="*/ 2164773 h 3290454"/>
              <a:gd name="connsiteX760" fmla="*/ 3480955 w 4528704"/>
              <a:gd name="connsiteY760" fmla="*/ 2112818 h 3290454"/>
              <a:gd name="connsiteX761" fmla="*/ 3489614 w 4528704"/>
              <a:gd name="connsiteY761" fmla="*/ 2078182 h 3290454"/>
              <a:gd name="connsiteX762" fmla="*/ 3524250 w 4528704"/>
              <a:gd name="connsiteY762" fmla="*/ 2086841 h 3290454"/>
              <a:gd name="connsiteX763" fmla="*/ 3532909 w 4528704"/>
              <a:gd name="connsiteY763" fmla="*/ 2104159 h 3290454"/>
              <a:gd name="connsiteX764" fmla="*/ 3515591 w 4528704"/>
              <a:gd name="connsiteY764" fmla="*/ 2112818 h 3290454"/>
              <a:gd name="connsiteX765" fmla="*/ 3532909 w 4528704"/>
              <a:gd name="connsiteY765" fmla="*/ 2147455 h 3290454"/>
              <a:gd name="connsiteX766" fmla="*/ 3602182 w 4528704"/>
              <a:gd name="connsiteY766" fmla="*/ 2147455 h 3290454"/>
              <a:gd name="connsiteX767" fmla="*/ 3584864 w 4528704"/>
              <a:gd name="connsiteY767" fmla="*/ 2104159 h 3290454"/>
              <a:gd name="connsiteX768" fmla="*/ 3636819 w 4528704"/>
              <a:gd name="connsiteY768" fmla="*/ 2112818 h 3290454"/>
              <a:gd name="connsiteX769" fmla="*/ 3576205 w 4528704"/>
              <a:gd name="connsiteY769" fmla="*/ 2164773 h 3290454"/>
              <a:gd name="connsiteX770" fmla="*/ 3532909 w 4528704"/>
              <a:gd name="connsiteY770" fmla="*/ 2147455 h 3290454"/>
              <a:gd name="connsiteX771" fmla="*/ 3584864 w 4528704"/>
              <a:gd name="connsiteY771" fmla="*/ 2208068 h 3290454"/>
              <a:gd name="connsiteX772" fmla="*/ 3558887 w 4528704"/>
              <a:gd name="connsiteY772" fmla="*/ 2199409 h 3290454"/>
              <a:gd name="connsiteX773" fmla="*/ 3541569 w 4528704"/>
              <a:gd name="connsiteY773" fmla="*/ 2216727 h 3290454"/>
              <a:gd name="connsiteX774" fmla="*/ 3506932 w 4528704"/>
              <a:gd name="connsiteY774" fmla="*/ 2208068 h 3290454"/>
              <a:gd name="connsiteX775" fmla="*/ 3532909 w 4528704"/>
              <a:gd name="connsiteY775" fmla="*/ 2260023 h 3290454"/>
              <a:gd name="connsiteX776" fmla="*/ 3714750 w 4528704"/>
              <a:gd name="connsiteY776" fmla="*/ 2337955 h 3290454"/>
              <a:gd name="connsiteX777" fmla="*/ 3706091 w 4528704"/>
              <a:gd name="connsiteY777" fmla="*/ 2441864 h 3290454"/>
              <a:gd name="connsiteX778" fmla="*/ 3680114 w 4528704"/>
              <a:gd name="connsiteY778" fmla="*/ 2311977 h 3290454"/>
              <a:gd name="connsiteX779" fmla="*/ 3558887 w 4528704"/>
              <a:gd name="connsiteY779" fmla="*/ 2286000 h 3290454"/>
              <a:gd name="connsiteX780" fmla="*/ 3524250 w 4528704"/>
              <a:gd name="connsiteY780" fmla="*/ 2268682 h 3290454"/>
              <a:gd name="connsiteX781" fmla="*/ 3498273 w 4528704"/>
              <a:gd name="connsiteY781" fmla="*/ 2286000 h 3290454"/>
              <a:gd name="connsiteX782" fmla="*/ 3472296 w 4528704"/>
              <a:gd name="connsiteY782" fmla="*/ 2268682 h 3290454"/>
              <a:gd name="connsiteX783" fmla="*/ 3446319 w 4528704"/>
              <a:gd name="connsiteY783" fmla="*/ 2294659 h 3290454"/>
              <a:gd name="connsiteX784" fmla="*/ 3411682 w 4528704"/>
              <a:gd name="connsiteY784" fmla="*/ 2277341 h 3290454"/>
              <a:gd name="connsiteX785" fmla="*/ 3325091 w 4528704"/>
              <a:gd name="connsiteY785" fmla="*/ 2303318 h 3290454"/>
              <a:gd name="connsiteX786" fmla="*/ 3299114 w 4528704"/>
              <a:gd name="connsiteY786" fmla="*/ 2286000 h 3290454"/>
              <a:gd name="connsiteX787" fmla="*/ 3221182 w 4528704"/>
              <a:gd name="connsiteY787" fmla="*/ 2311977 h 3290454"/>
              <a:gd name="connsiteX788" fmla="*/ 3048000 w 4528704"/>
              <a:gd name="connsiteY788" fmla="*/ 2346614 h 3290454"/>
              <a:gd name="connsiteX789" fmla="*/ 3022023 w 4528704"/>
              <a:gd name="connsiteY789" fmla="*/ 2329296 h 3290454"/>
              <a:gd name="connsiteX790" fmla="*/ 2848841 w 4528704"/>
              <a:gd name="connsiteY790" fmla="*/ 2294659 h 3290454"/>
              <a:gd name="connsiteX791" fmla="*/ 2770909 w 4528704"/>
              <a:gd name="connsiteY791" fmla="*/ 2286000 h 3290454"/>
              <a:gd name="connsiteX792" fmla="*/ 2753591 w 4528704"/>
              <a:gd name="connsiteY792" fmla="*/ 2268682 h 3290454"/>
              <a:gd name="connsiteX793" fmla="*/ 2667000 w 4528704"/>
              <a:gd name="connsiteY793" fmla="*/ 2208068 h 3290454"/>
              <a:gd name="connsiteX794" fmla="*/ 2632364 w 4528704"/>
              <a:gd name="connsiteY794" fmla="*/ 2199409 h 3290454"/>
              <a:gd name="connsiteX795" fmla="*/ 2606387 w 4528704"/>
              <a:gd name="connsiteY795" fmla="*/ 2164773 h 3290454"/>
              <a:gd name="connsiteX796" fmla="*/ 2493818 w 4528704"/>
              <a:gd name="connsiteY796" fmla="*/ 2104159 h 3290454"/>
              <a:gd name="connsiteX797" fmla="*/ 2363932 w 4528704"/>
              <a:gd name="connsiteY797" fmla="*/ 2000250 h 3290454"/>
              <a:gd name="connsiteX798" fmla="*/ 2294659 w 4528704"/>
              <a:gd name="connsiteY798" fmla="*/ 1939636 h 3290454"/>
              <a:gd name="connsiteX799" fmla="*/ 2190750 w 4528704"/>
              <a:gd name="connsiteY799" fmla="*/ 1896341 h 3290454"/>
              <a:gd name="connsiteX800" fmla="*/ 1974273 w 4528704"/>
              <a:gd name="connsiteY800" fmla="*/ 1844386 h 3290454"/>
              <a:gd name="connsiteX801" fmla="*/ 1948296 w 4528704"/>
              <a:gd name="connsiteY801" fmla="*/ 1861705 h 3290454"/>
              <a:gd name="connsiteX802" fmla="*/ 1922318 w 4528704"/>
              <a:gd name="connsiteY802" fmla="*/ 1835727 h 3290454"/>
              <a:gd name="connsiteX803" fmla="*/ 1887682 w 4528704"/>
              <a:gd name="connsiteY803" fmla="*/ 1861705 h 3290454"/>
              <a:gd name="connsiteX804" fmla="*/ 1887682 w 4528704"/>
              <a:gd name="connsiteY804" fmla="*/ 1913659 h 3290454"/>
              <a:gd name="connsiteX805" fmla="*/ 1930977 w 4528704"/>
              <a:gd name="connsiteY805" fmla="*/ 1913659 h 3290454"/>
              <a:gd name="connsiteX806" fmla="*/ 1913659 w 4528704"/>
              <a:gd name="connsiteY806" fmla="*/ 1896341 h 3290454"/>
              <a:gd name="connsiteX807" fmla="*/ 1956955 w 4528704"/>
              <a:gd name="connsiteY807" fmla="*/ 1887682 h 3290454"/>
              <a:gd name="connsiteX808" fmla="*/ 2052205 w 4528704"/>
              <a:gd name="connsiteY808" fmla="*/ 1974273 h 3290454"/>
              <a:gd name="connsiteX809" fmla="*/ 2147455 w 4528704"/>
              <a:gd name="connsiteY809" fmla="*/ 1922318 h 3290454"/>
              <a:gd name="connsiteX810" fmla="*/ 2173432 w 4528704"/>
              <a:gd name="connsiteY810" fmla="*/ 1956955 h 3290454"/>
              <a:gd name="connsiteX811" fmla="*/ 2208068 w 4528704"/>
              <a:gd name="connsiteY811" fmla="*/ 1965614 h 3290454"/>
              <a:gd name="connsiteX812" fmla="*/ 2208068 w 4528704"/>
              <a:gd name="connsiteY812" fmla="*/ 1991591 h 3290454"/>
              <a:gd name="connsiteX813" fmla="*/ 2190750 w 4528704"/>
              <a:gd name="connsiteY813" fmla="*/ 2000250 h 3290454"/>
              <a:gd name="connsiteX814" fmla="*/ 2156114 w 4528704"/>
              <a:gd name="connsiteY814" fmla="*/ 1982932 h 3290454"/>
              <a:gd name="connsiteX815" fmla="*/ 2147455 w 4528704"/>
              <a:gd name="connsiteY815" fmla="*/ 2043546 h 3290454"/>
              <a:gd name="connsiteX816" fmla="*/ 2104159 w 4528704"/>
              <a:gd name="connsiteY816" fmla="*/ 2043546 h 3290454"/>
              <a:gd name="connsiteX817" fmla="*/ 2121478 w 4528704"/>
              <a:gd name="connsiteY817" fmla="*/ 2069523 h 3290454"/>
              <a:gd name="connsiteX818" fmla="*/ 2086841 w 4528704"/>
              <a:gd name="connsiteY818" fmla="*/ 2086841 h 3290454"/>
              <a:gd name="connsiteX819" fmla="*/ 2112818 w 4528704"/>
              <a:gd name="connsiteY819" fmla="*/ 2104159 h 3290454"/>
              <a:gd name="connsiteX820" fmla="*/ 2164773 w 4528704"/>
              <a:gd name="connsiteY820" fmla="*/ 2052205 h 3290454"/>
              <a:gd name="connsiteX821" fmla="*/ 2234046 w 4528704"/>
              <a:gd name="connsiteY821" fmla="*/ 2078182 h 3290454"/>
              <a:gd name="connsiteX822" fmla="*/ 2268682 w 4528704"/>
              <a:gd name="connsiteY822" fmla="*/ 2034886 h 3290454"/>
              <a:gd name="connsiteX823" fmla="*/ 2303318 w 4528704"/>
              <a:gd name="connsiteY823" fmla="*/ 2095500 h 3290454"/>
              <a:gd name="connsiteX824" fmla="*/ 2329296 w 4528704"/>
              <a:gd name="connsiteY824" fmla="*/ 2078182 h 3290454"/>
              <a:gd name="connsiteX825" fmla="*/ 2389909 w 4528704"/>
              <a:gd name="connsiteY825" fmla="*/ 2104159 h 3290454"/>
              <a:gd name="connsiteX826" fmla="*/ 2311978 w 4528704"/>
              <a:gd name="connsiteY826" fmla="*/ 2147455 h 3290454"/>
              <a:gd name="connsiteX827" fmla="*/ 2286000 w 4528704"/>
              <a:gd name="connsiteY827" fmla="*/ 2121477 h 3290454"/>
              <a:gd name="connsiteX828" fmla="*/ 2268682 w 4528704"/>
              <a:gd name="connsiteY828" fmla="*/ 2138796 h 3290454"/>
              <a:gd name="connsiteX829" fmla="*/ 2242705 w 4528704"/>
              <a:gd name="connsiteY829" fmla="*/ 2078182 h 3290454"/>
              <a:gd name="connsiteX830" fmla="*/ 2121478 w 4528704"/>
              <a:gd name="connsiteY830" fmla="*/ 2130136 h 3290454"/>
              <a:gd name="connsiteX831" fmla="*/ 2078182 w 4528704"/>
              <a:gd name="connsiteY831" fmla="*/ 2130136 h 3290454"/>
              <a:gd name="connsiteX832" fmla="*/ 2069523 w 4528704"/>
              <a:gd name="connsiteY832" fmla="*/ 2095500 h 3290454"/>
              <a:gd name="connsiteX833" fmla="*/ 2086841 w 4528704"/>
              <a:gd name="connsiteY833" fmla="*/ 2078182 h 3290454"/>
              <a:gd name="connsiteX834" fmla="*/ 2017568 w 4528704"/>
              <a:gd name="connsiteY834" fmla="*/ 2026227 h 3290454"/>
              <a:gd name="connsiteX835" fmla="*/ 2086841 w 4528704"/>
              <a:gd name="connsiteY835" fmla="*/ 2008909 h 3290454"/>
              <a:gd name="connsiteX836" fmla="*/ 2052205 w 4528704"/>
              <a:gd name="connsiteY836" fmla="*/ 1991591 h 3290454"/>
              <a:gd name="connsiteX837" fmla="*/ 1982932 w 4528704"/>
              <a:gd name="connsiteY837" fmla="*/ 2017568 h 3290454"/>
              <a:gd name="connsiteX838" fmla="*/ 1922318 w 4528704"/>
              <a:gd name="connsiteY838" fmla="*/ 1991591 h 3290454"/>
              <a:gd name="connsiteX839" fmla="*/ 2000250 w 4528704"/>
              <a:gd name="connsiteY839" fmla="*/ 2034886 h 3290454"/>
              <a:gd name="connsiteX840" fmla="*/ 2017568 w 4528704"/>
              <a:gd name="connsiteY840" fmla="*/ 2052205 h 3290454"/>
              <a:gd name="connsiteX841" fmla="*/ 2052205 w 4528704"/>
              <a:gd name="connsiteY841" fmla="*/ 2138796 h 3290454"/>
              <a:gd name="connsiteX842" fmla="*/ 2095500 w 4528704"/>
              <a:gd name="connsiteY842" fmla="*/ 2156114 h 3290454"/>
              <a:gd name="connsiteX843" fmla="*/ 2242705 w 4528704"/>
              <a:gd name="connsiteY843" fmla="*/ 2121477 h 3290454"/>
              <a:gd name="connsiteX844" fmla="*/ 2329296 w 4528704"/>
              <a:gd name="connsiteY844" fmla="*/ 2216727 h 3290454"/>
              <a:gd name="connsiteX845" fmla="*/ 2337955 w 4528704"/>
              <a:gd name="connsiteY845" fmla="*/ 2182091 h 3290454"/>
              <a:gd name="connsiteX846" fmla="*/ 2320637 w 4528704"/>
              <a:gd name="connsiteY846" fmla="*/ 2164773 h 3290454"/>
              <a:gd name="connsiteX847" fmla="*/ 2381250 w 4528704"/>
              <a:gd name="connsiteY847" fmla="*/ 2138796 h 3290454"/>
              <a:gd name="connsiteX848" fmla="*/ 2407228 w 4528704"/>
              <a:gd name="connsiteY848" fmla="*/ 2173432 h 3290454"/>
              <a:gd name="connsiteX849" fmla="*/ 2433205 w 4528704"/>
              <a:gd name="connsiteY849" fmla="*/ 2147455 h 3290454"/>
              <a:gd name="connsiteX850" fmla="*/ 2476500 w 4528704"/>
              <a:gd name="connsiteY850" fmla="*/ 2190750 h 3290454"/>
              <a:gd name="connsiteX851" fmla="*/ 2424546 w 4528704"/>
              <a:gd name="connsiteY851" fmla="*/ 2216727 h 3290454"/>
              <a:gd name="connsiteX852" fmla="*/ 2450523 w 4528704"/>
              <a:gd name="connsiteY852" fmla="*/ 2225386 h 3290454"/>
              <a:gd name="connsiteX853" fmla="*/ 2493818 w 4528704"/>
              <a:gd name="connsiteY853" fmla="*/ 2208068 h 3290454"/>
              <a:gd name="connsiteX854" fmla="*/ 2502478 w 4528704"/>
              <a:gd name="connsiteY854" fmla="*/ 2286000 h 3290454"/>
              <a:gd name="connsiteX855" fmla="*/ 2476500 w 4528704"/>
              <a:gd name="connsiteY855" fmla="*/ 2216727 h 3290454"/>
              <a:gd name="connsiteX856" fmla="*/ 2459182 w 4528704"/>
              <a:gd name="connsiteY856" fmla="*/ 2234046 h 3290454"/>
              <a:gd name="connsiteX857" fmla="*/ 2519796 w 4528704"/>
              <a:gd name="connsiteY857" fmla="*/ 2311977 h 3290454"/>
              <a:gd name="connsiteX858" fmla="*/ 2485159 w 4528704"/>
              <a:gd name="connsiteY858" fmla="*/ 2337955 h 3290454"/>
              <a:gd name="connsiteX859" fmla="*/ 2511137 w 4528704"/>
              <a:gd name="connsiteY859" fmla="*/ 2355273 h 3290454"/>
              <a:gd name="connsiteX860" fmla="*/ 2545773 w 4528704"/>
              <a:gd name="connsiteY860" fmla="*/ 2311977 h 3290454"/>
              <a:gd name="connsiteX861" fmla="*/ 2528455 w 4528704"/>
              <a:gd name="connsiteY861" fmla="*/ 2268682 h 3290454"/>
              <a:gd name="connsiteX862" fmla="*/ 2545773 w 4528704"/>
              <a:gd name="connsiteY862" fmla="*/ 2225386 h 3290454"/>
              <a:gd name="connsiteX863" fmla="*/ 2597728 w 4528704"/>
              <a:gd name="connsiteY863" fmla="*/ 2260023 h 3290454"/>
              <a:gd name="connsiteX864" fmla="*/ 2571750 w 4528704"/>
              <a:gd name="connsiteY864" fmla="*/ 2286000 h 3290454"/>
              <a:gd name="connsiteX865" fmla="*/ 2589068 w 4528704"/>
              <a:gd name="connsiteY865" fmla="*/ 2303318 h 3290454"/>
              <a:gd name="connsiteX866" fmla="*/ 2563091 w 4528704"/>
              <a:gd name="connsiteY866" fmla="*/ 2329296 h 3290454"/>
              <a:gd name="connsiteX867" fmla="*/ 2571750 w 4528704"/>
              <a:gd name="connsiteY867" fmla="*/ 2363932 h 3290454"/>
              <a:gd name="connsiteX868" fmla="*/ 2632364 w 4528704"/>
              <a:gd name="connsiteY868" fmla="*/ 2294659 h 3290454"/>
              <a:gd name="connsiteX869" fmla="*/ 2675659 w 4528704"/>
              <a:gd name="connsiteY869" fmla="*/ 2363932 h 3290454"/>
              <a:gd name="connsiteX870" fmla="*/ 2632364 w 4528704"/>
              <a:gd name="connsiteY870" fmla="*/ 2476500 h 3290454"/>
              <a:gd name="connsiteX871" fmla="*/ 2667000 w 4528704"/>
              <a:gd name="connsiteY871" fmla="*/ 2407227 h 3290454"/>
              <a:gd name="connsiteX872" fmla="*/ 2684318 w 4528704"/>
              <a:gd name="connsiteY872" fmla="*/ 2398568 h 3290454"/>
              <a:gd name="connsiteX873" fmla="*/ 2701637 w 4528704"/>
              <a:gd name="connsiteY873" fmla="*/ 2415886 h 3290454"/>
              <a:gd name="connsiteX874" fmla="*/ 2718955 w 4528704"/>
              <a:gd name="connsiteY874" fmla="*/ 2372591 h 3290454"/>
              <a:gd name="connsiteX875" fmla="*/ 2744932 w 4528704"/>
              <a:gd name="connsiteY875" fmla="*/ 2372591 h 3290454"/>
              <a:gd name="connsiteX876" fmla="*/ 2753591 w 4528704"/>
              <a:gd name="connsiteY876" fmla="*/ 2415886 h 3290454"/>
              <a:gd name="connsiteX877" fmla="*/ 2779568 w 4528704"/>
              <a:gd name="connsiteY877" fmla="*/ 2372591 h 3290454"/>
              <a:gd name="connsiteX878" fmla="*/ 2796887 w 4528704"/>
              <a:gd name="connsiteY878" fmla="*/ 2407227 h 3290454"/>
              <a:gd name="connsiteX879" fmla="*/ 2814205 w 4528704"/>
              <a:gd name="connsiteY879" fmla="*/ 2363932 h 3290454"/>
              <a:gd name="connsiteX880" fmla="*/ 2840182 w 4528704"/>
              <a:gd name="connsiteY880" fmla="*/ 2355273 h 3290454"/>
              <a:gd name="connsiteX881" fmla="*/ 2909455 w 4528704"/>
              <a:gd name="connsiteY881" fmla="*/ 2381250 h 3290454"/>
              <a:gd name="connsiteX882" fmla="*/ 2883478 w 4528704"/>
              <a:gd name="connsiteY882" fmla="*/ 2407227 h 3290454"/>
              <a:gd name="connsiteX883" fmla="*/ 2892137 w 4528704"/>
              <a:gd name="connsiteY883" fmla="*/ 2433205 h 3290454"/>
              <a:gd name="connsiteX884" fmla="*/ 2944091 w 4528704"/>
              <a:gd name="connsiteY884" fmla="*/ 2372591 h 3290454"/>
              <a:gd name="connsiteX885" fmla="*/ 2987387 w 4528704"/>
              <a:gd name="connsiteY885" fmla="*/ 2389909 h 3290454"/>
              <a:gd name="connsiteX886" fmla="*/ 2970069 w 4528704"/>
              <a:gd name="connsiteY886" fmla="*/ 2415886 h 3290454"/>
              <a:gd name="connsiteX887" fmla="*/ 3022023 w 4528704"/>
              <a:gd name="connsiteY887" fmla="*/ 2415886 h 3290454"/>
              <a:gd name="connsiteX888" fmla="*/ 3004705 w 4528704"/>
              <a:gd name="connsiteY888" fmla="*/ 2407227 h 3290454"/>
              <a:gd name="connsiteX889" fmla="*/ 3013364 w 4528704"/>
              <a:gd name="connsiteY889" fmla="*/ 2372591 h 3290454"/>
              <a:gd name="connsiteX890" fmla="*/ 3056659 w 4528704"/>
              <a:gd name="connsiteY890" fmla="*/ 2407227 h 3290454"/>
              <a:gd name="connsiteX891" fmla="*/ 3125932 w 4528704"/>
              <a:gd name="connsiteY891" fmla="*/ 2355273 h 3290454"/>
              <a:gd name="connsiteX892" fmla="*/ 3186546 w 4528704"/>
              <a:gd name="connsiteY892" fmla="*/ 2389909 h 3290454"/>
              <a:gd name="connsiteX893" fmla="*/ 3160569 w 4528704"/>
              <a:gd name="connsiteY893" fmla="*/ 2433205 h 3290454"/>
              <a:gd name="connsiteX894" fmla="*/ 3091296 w 4528704"/>
              <a:gd name="connsiteY894" fmla="*/ 2415886 h 3290454"/>
              <a:gd name="connsiteX895" fmla="*/ 3030682 w 4528704"/>
              <a:gd name="connsiteY895" fmla="*/ 2424546 h 3290454"/>
              <a:gd name="connsiteX896" fmla="*/ 3013364 w 4528704"/>
              <a:gd name="connsiteY896" fmla="*/ 2433205 h 3290454"/>
              <a:gd name="connsiteX897" fmla="*/ 3048000 w 4528704"/>
              <a:gd name="connsiteY897" fmla="*/ 2441864 h 3290454"/>
              <a:gd name="connsiteX898" fmla="*/ 3056659 w 4528704"/>
              <a:gd name="connsiteY898" fmla="*/ 2459182 h 3290454"/>
              <a:gd name="connsiteX899" fmla="*/ 3022023 w 4528704"/>
              <a:gd name="connsiteY899" fmla="*/ 2502477 h 3290454"/>
              <a:gd name="connsiteX900" fmla="*/ 3030682 w 4528704"/>
              <a:gd name="connsiteY900" fmla="*/ 2459182 h 3290454"/>
              <a:gd name="connsiteX901" fmla="*/ 2987387 w 4528704"/>
              <a:gd name="connsiteY901" fmla="*/ 2519796 h 3290454"/>
              <a:gd name="connsiteX902" fmla="*/ 3039341 w 4528704"/>
              <a:gd name="connsiteY902" fmla="*/ 2519796 h 3290454"/>
              <a:gd name="connsiteX903" fmla="*/ 3091296 w 4528704"/>
              <a:gd name="connsiteY903" fmla="*/ 2441864 h 3290454"/>
              <a:gd name="connsiteX904" fmla="*/ 3221182 w 4528704"/>
              <a:gd name="connsiteY904" fmla="*/ 2502477 h 3290454"/>
              <a:gd name="connsiteX905" fmla="*/ 3238500 w 4528704"/>
              <a:gd name="connsiteY905" fmla="*/ 2424546 h 3290454"/>
              <a:gd name="connsiteX906" fmla="*/ 3316432 w 4528704"/>
              <a:gd name="connsiteY906" fmla="*/ 2493818 h 3290454"/>
              <a:gd name="connsiteX907" fmla="*/ 3377046 w 4528704"/>
              <a:gd name="connsiteY907" fmla="*/ 2528455 h 3290454"/>
              <a:gd name="connsiteX908" fmla="*/ 3351069 w 4528704"/>
              <a:gd name="connsiteY908" fmla="*/ 2537114 h 3290454"/>
              <a:gd name="connsiteX909" fmla="*/ 3368387 w 4528704"/>
              <a:gd name="connsiteY909" fmla="*/ 2554432 h 3290454"/>
              <a:gd name="connsiteX910" fmla="*/ 3325091 w 4528704"/>
              <a:gd name="connsiteY910" fmla="*/ 2519796 h 3290454"/>
              <a:gd name="connsiteX911" fmla="*/ 3316432 w 4528704"/>
              <a:gd name="connsiteY911" fmla="*/ 2537114 h 3290454"/>
              <a:gd name="connsiteX912" fmla="*/ 3333750 w 4528704"/>
              <a:gd name="connsiteY912" fmla="*/ 2571750 h 3290454"/>
              <a:gd name="connsiteX913" fmla="*/ 3134591 w 4528704"/>
              <a:gd name="connsiteY913" fmla="*/ 2467841 h 3290454"/>
              <a:gd name="connsiteX914" fmla="*/ 3134591 w 4528704"/>
              <a:gd name="connsiteY914" fmla="*/ 2485159 h 3290454"/>
              <a:gd name="connsiteX915" fmla="*/ 3091296 w 4528704"/>
              <a:gd name="connsiteY915" fmla="*/ 2476500 h 3290454"/>
              <a:gd name="connsiteX916" fmla="*/ 3238500 w 4528704"/>
              <a:gd name="connsiteY916" fmla="*/ 2580409 h 3290454"/>
              <a:gd name="connsiteX917" fmla="*/ 3221182 w 4528704"/>
              <a:gd name="connsiteY917" fmla="*/ 2597727 h 3290454"/>
              <a:gd name="connsiteX918" fmla="*/ 3255819 w 4528704"/>
              <a:gd name="connsiteY918" fmla="*/ 2632364 h 3290454"/>
              <a:gd name="connsiteX919" fmla="*/ 3212523 w 4528704"/>
              <a:gd name="connsiteY919" fmla="*/ 2571750 h 3290454"/>
              <a:gd name="connsiteX920" fmla="*/ 3117273 w 4528704"/>
              <a:gd name="connsiteY920" fmla="*/ 2528455 h 3290454"/>
              <a:gd name="connsiteX921" fmla="*/ 3151909 w 4528704"/>
              <a:gd name="connsiteY921" fmla="*/ 2563091 h 3290454"/>
              <a:gd name="connsiteX922" fmla="*/ 3091296 w 4528704"/>
              <a:gd name="connsiteY922" fmla="*/ 2537114 h 3290454"/>
              <a:gd name="connsiteX923" fmla="*/ 3082637 w 4528704"/>
              <a:gd name="connsiteY923" fmla="*/ 2580409 h 3290454"/>
              <a:gd name="connsiteX924" fmla="*/ 3039341 w 4528704"/>
              <a:gd name="connsiteY924" fmla="*/ 2580409 h 3290454"/>
              <a:gd name="connsiteX925" fmla="*/ 3082637 w 4528704"/>
              <a:gd name="connsiteY925" fmla="*/ 2632364 h 3290454"/>
              <a:gd name="connsiteX926" fmla="*/ 3030682 w 4528704"/>
              <a:gd name="connsiteY926" fmla="*/ 2597727 h 3290454"/>
              <a:gd name="connsiteX927" fmla="*/ 2987387 w 4528704"/>
              <a:gd name="connsiteY927" fmla="*/ 2597727 h 3290454"/>
              <a:gd name="connsiteX928" fmla="*/ 2978728 w 4528704"/>
              <a:gd name="connsiteY928" fmla="*/ 2623705 h 3290454"/>
              <a:gd name="connsiteX929" fmla="*/ 3004705 w 4528704"/>
              <a:gd name="connsiteY929" fmla="*/ 2649682 h 3290454"/>
              <a:gd name="connsiteX930" fmla="*/ 2857500 w 4528704"/>
              <a:gd name="connsiteY930" fmla="*/ 2615046 h 3290454"/>
              <a:gd name="connsiteX931" fmla="*/ 2840182 w 4528704"/>
              <a:gd name="connsiteY931" fmla="*/ 2589068 h 3290454"/>
              <a:gd name="connsiteX932" fmla="*/ 2822864 w 4528704"/>
              <a:gd name="connsiteY932" fmla="*/ 2615046 h 3290454"/>
              <a:gd name="connsiteX933" fmla="*/ 2753591 w 4528704"/>
              <a:gd name="connsiteY933" fmla="*/ 2597727 h 3290454"/>
              <a:gd name="connsiteX934" fmla="*/ 2753591 w 4528704"/>
              <a:gd name="connsiteY934" fmla="*/ 2545773 h 3290454"/>
              <a:gd name="connsiteX935" fmla="*/ 2718955 w 4528704"/>
              <a:gd name="connsiteY935" fmla="*/ 2563091 h 3290454"/>
              <a:gd name="connsiteX936" fmla="*/ 2718955 w 4528704"/>
              <a:gd name="connsiteY936" fmla="*/ 2537114 h 3290454"/>
              <a:gd name="connsiteX937" fmla="*/ 2744932 w 4528704"/>
              <a:gd name="connsiteY937" fmla="*/ 2519796 h 3290454"/>
              <a:gd name="connsiteX938" fmla="*/ 2744932 w 4528704"/>
              <a:gd name="connsiteY938" fmla="*/ 2493818 h 3290454"/>
              <a:gd name="connsiteX939" fmla="*/ 2718955 w 4528704"/>
              <a:gd name="connsiteY939" fmla="*/ 2485159 h 3290454"/>
              <a:gd name="connsiteX940" fmla="*/ 2692978 w 4528704"/>
              <a:gd name="connsiteY940" fmla="*/ 2528455 h 3290454"/>
              <a:gd name="connsiteX941" fmla="*/ 2667000 w 4528704"/>
              <a:gd name="connsiteY941" fmla="*/ 2493818 h 3290454"/>
              <a:gd name="connsiteX942" fmla="*/ 2623705 w 4528704"/>
              <a:gd name="connsiteY942" fmla="*/ 2467841 h 3290454"/>
              <a:gd name="connsiteX943" fmla="*/ 2597728 w 4528704"/>
              <a:gd name="connsiteY943" fmla="*/ 2476500 h 3290454"/>
              <a:gd name="connsiteX944" fmla="*/ 2701637 w 4528704"/>
              <a:gd name="connsiteY944" fmla="*/ 2597727 h 3290454"/>
              <a:gd name="connsiteX945" fmla="*/ 2796887 w 4528704"/>
              <a:gd name="connsiteY945" fmla="*/ 2623705 h 3290454"/>
              <a:gd name="connsiteX946" fmla="*/ 2883478 w 4528704"/>
              <a:gd name="connsiteY946" fmla="*/ 2701636 h 3290454"/>
              <a:gd name="connsiteX947" fmla="*/ 2623705 w 4528704"/>
              <a:gd name="connsiteY947" fmla="*/ 2545773 h 3290454"/>
              <a:gd name="connsiteX948" fmla="*/ 2615046 w 4528704"/>
              <a:gd name="connsiteY948" fmla="*/ 2545773 h 3290454"/>
              <a:gd name="connsiteX949" fmla="*/ 2675659 w 4528704"/>
              <a:gd name="connsiteY949" fmla="*/ 2641023 h 3290454"/>
              <a:gd name="connsiteX950" fmla="*/ 2545773 w 4528704"/>
              <a:gd name="connsiteY950" fmla="*/ 2554432 h 3290454"/>
              <a:gd name="connsiteX951" fmla="*/ 2363932 w 4528704"/>
              <a:gd name="connsiteY951" fmla="*/ 2398568 h 3290454"/>
              <a:gd name="connsiteX952" fmla="*/ 2528455 w 4528704"/>
              <a:gd name="connsiteY952" fmla="*/ 2589068 h 3290454"/>
              <a:gd name="connsiteX953" fmla="*/ 2225387 w 4528704"/>
              <a:gd name="connsiteY953" fmla="*/ 2311977 h 3290454"/>
              <a:gd name="connsiteX954" fmla="*/ 2251364 w 4528704"/>
              <a:gd name="connsiteY954" fmla="*/ 2277341 h 3290454"/>
              <a:gd name="connsiteX955" fmla="*/ 2286000 w 4528704"/>
              <a:gd name="connsiteY955" fmla="*/ 2294659 h 3290454"/>
              <a:gd name="connsiteX956" fmla="*/ 2303318 w 4528704"/>
              <a:gd name="connsiteY956" fmla="*/ 2286000 h 3290454"/>
              <a:gd name="connsiteX957" fmla="*/ 2199409 w 4528704"/>
              <a:gd name="connsiteY957" fmla="*/ 2216727 h 3290454"/>
              <a:gd name="connsiteX958" fmla="*/ 2234046 w 4528704"/>
              <a:gd name="connsiteY958" fmla="*/ 2234046 h 3290454"/>
              <a:gd name="connsiteX959" fmla="*/ 2242705 w 4528704"/>
              <a:gd name="connsiteY959" fmla="*/ 2216727 h 3290454"/>
              <a:gd name="connsiteX960" fmla="*/ 2199409 w 4528704"/>
              <a:gd name="connsiteY960" fmla="*/ 2164773 h 3290454"/>
              <a:gd name="connsiteX961" fmla="*/ 2164773 w 4528704"/>
              <a:gd name="connsiteY961" fmla="*/ 2164773 h 3290454"/>
              <a:gd name="connsiteX962" fmla="*/ 2164773 w 4528704"/>
              <a:gd name="connsiteY962" fmla="*/ 2225386 h 3290454"/>
              <a:gd name="connsiteX963" fmla="*/ 2138796 w 4528704"/>
              <a:gd name="connsiteY963" fmla="*/ 2234046 h 3290454"/>
              <a:gd name="connsiteX964" fmla="*/ 2078182 w 4528704"/>
              <a:gd name="connsiteY964" fmla="*/ 2190750 h 3290454"/>
              <a:gd name="connsiteX965" fmla="*/ 2052205 w 4528704"/>
              <a:gd name="connsiteY965" fmla="*/ 2199409 h 3290454"/>
              <a:gd name="connsiteX966" fmla="*/ 2164773 w 4528704"/>
              <a:gd name="connsiteY966" fmla="*/ 2303318 h 3290454"/>
              <a:gd name="connsiteX967" fmla="*/ 2164773 w 4528704"/>
              <a:gd name="connsiteY967" fmla="*/ 2329296 h 3290454"/>
              <a:gd name="connsiteX968" fmla="*/ 2000250 w 4528704"/>
              <a:gd name="connsiteY968" fmla="*/ 2190750 h 3290454"/>
              <a:gd name="connsiteX969" fmla="*/ 1965614 w 4528704"/>
              <a:gd name="connsiteY969" fmla="*/ 2216727 h 3290454"/>
              <a:gd name="connsiteX970" fmla="*/ 2000250 w 4528704"/>
              <a:gd name="connsiteY970" fmla="*/ 2277341 h 3290454"/>
              <a:gd name="connsiteX971" fmla="*/ 1974273 w 4528704"/>
              <a:gd name="connsiteY971" fmla="*/ 2286000 h 3290454"/>
              <a:gd name="connsiteX972" fmla="*/ 1827068 w 4528704"/>
              <a:gd name="connsiteY972" fmla="*/ 2190750 h 3290454"/>
              <a:gd name="connsiteX973" fmla="*/ 1792432 w 4528704"/>
              <a:gd name="connsiteY973" fmla="*/ 2199409 h 3290454"/>
              <a:gd name="connsiteX974" fmla="*/ 1956955 w 4528704"/>
              <a:gd name="connsiteY974" fmla="*/ 2389909 h 3290454"/>
              <a:gd name="connsiteX975" fmla="*/ 2095500 w 4528704"/>
              <a:gd name="connsiteY975" fmla="*/ 2433205 h 3290454"/>
              <a:gd name="connsiteX976" fmla="*/ 2407228 w 4528704"/>
              <a:gd name="connsiteY976" fmla="*/ 2692977 h 3290454"/>
              <a:gd name="connsiteX977" fmla="*/ 2008909 w 4528704"/>
              <a:gd name="connsiteY977" fmla="*/ 2398568 h 3290454"/>
              <a:gd name="connsiteX978" fmla="*/ 1974273 w 4528704"/>
              <a:gd name="connsiteY978" fmla="*/ 2407227 h 3290454"/>
              <a:gd name="connsiteX979" fmla="*/ 2034887 w 4528704"/>
              <a:gd name="connsiteY979" fmla="*/ 2511136 h 3290454"/>
              <a:gd name="connsiteX980" fmla="*/ 2138796 w 4528704"/>
              <a:gd name="connsiteY980" fmla="*/ 2597727 h 3290454"/>
              <a:gd name="connsiteX981" fmla="*/ 1982932 w 4528704"/>
              <a:gd name="connsiteY981" fmla="*/ 2459182 h 3290454"/>
              <a:gd name="connsiteX982" fmla="*/ 1827068 w 4528704"/>
              <a:gd name="connsiteY982" fmla="*/ 2303318 h 3290454"/>
              <a:gd name="connsiteX983" fmla="*/ 1749137 w 4528704"/>
              <a:gd name="connsiteY983" fmla="*/ 2216727 h 3290454"/>
              <a:gd name="connsiteX984" fmla="*/ 1567296 w 4528704"/>
              <a:gd name="connsiteY984" fmla="*/ 2147455 h 3290454"/>
              <a:gd name="connsiteX985" fmla="*/ 1549977 w 4528704"/>
              <a:gd name="connsiteY985" fmla="*/ 2173432 h 3290454"/>
              <a:gd name="connsiteX986" fmla="*/ 1653887 w 4528704"/>
              <a:gd name="connsiteY986" fmla="*/ 2303318 h 3290454"/>
              <a:gd name="connsiteX987" fmla="*/ 1506682 w 4528704"/>
              <a:gd name="connsiteY987" fmla="*/ 2182091 h 3290454"/>
              <a:gd name="connsiteX988" fmla="*/ 1489364 w 4528704"/>
              <a:gd name="connsiteY988" fmla="*/ 2190750 h 3290454"/>
              <a:gd name="connsiteX989" fmla="*/ 1558637 w 4528704"/>
              <a:gd name="connsiteY989" fmla="*/ 2303318 h 3290454"/>
              <a:gd name="connsiteX990" fmla="*/ 1653887 w 4528704"/>
              <a:gd name="connsiteY990" fmla="*/ 2450523 h 3290454"/>
              <a:gd name="connsiteX991" fmla="*/ 1567296 w 4528704"/>
              <a:gd name="connsiteY991" fmla="*/ 2381250 h 3290454"/>
              <a:gd name="connsiteX992" fmla="*/ 1489364 w 4528704"/>
              <a:gd name="connsiteY992" fmla="*/ 2294659 h 3290454"/>
              <a:gd name="connsiteX993" fmla="*/ 1480705 w 4528704"/>
              <a:gd name="connsiteY993" fmla="*/ 2355273 h 3290454"/>
              <a:gd name="connsiteX994" fmla="*/ 1446068 w 4528704"/>
              <a:gd name="connsiteY994" fmla="*/ 2329296 h 3290454"/>
              <a:gd name="connsiteX995" fmla="*/ 1428750 w 4528704"/>
              <a:gd name="connsiteY995" fmla="*/ 2346614 h 3290454"/>
              <a:gd name="connsiteX996" fmla="*/ 1333500 w 4528704"/>
              <a:gd name="connsiteY996" fmla="*/ 2311977 h 3290454"/>
              <a:gd name="connsiteX997" fmla="*/ 1385455 w 4528704"/>
              <a:gd name="connsiteY997" fmla="*/ 2173432 h 3290454"/>
              <a:gd name="connsiteX998" fmla="*/ 1385455 w 4528704"/>
              <a:gd name="connsiteY998" fmla="*/ 2164773 h 3290454"/>
              <a:gd name="connsiteX999" fmla="*/ 1238250 w 4528704"/>
              <a:gd name="connsiteY999" fmla="*/ 2303318 h 3290454"/>
              <a:gd name="connsiteX1000" fmla="*/ 1316182 w 4528704"/>
              <a:gd name="connsiteY1000" fmla="*/ 2363932 h 3290454"/>
              <a:gd name="connsiteX1001" fmla="*/ 1368137 w 4528704"/>
              <a:gd name="connsiteY1001" fmla="*/ 2372591 h 3290454"/>
              <a:gd name="connsiteX1002" fmla="*/ 1420091 w 4528704"/>
              <a:gd name="connsiteY1002" fmla="*/ 2415886 h 3290454"/>
              <a:gd name="connsiteX1003" fmla="*/ 1446068 w 4528704"/>
              <a:gd name="connsiteY1003" fmla="*/ 2398568 h 3290454"/>
              <a:gd name="connsiteX1004" fmla="*/ 1524000 w 4528704"/>
              <a:gd name="connsiteY1004" fmla="*/ 2433205 h 3290454"/>
              <a:gd name="connsiteX1005" fmla="*/ 1627909 w 4528704"/>
              <a:gd name="connsiteY1005" fmla="*/ 2485159 h 3290454"/>
              <a:gd name="connsiteX1006" fmla="*/ 1662546 w 4528704"/>
              <a:gd name="connsiteY1006" fmla="*/ 2493818 h 3290454"/>
              <a:gd name="connsiteX1007" fmla="*/ 1714500 w 4528704"/>
              <a:gd name="connsiteY1007" fmla="*/ 2606386 h 3290454"/>
              <a:gd name="connsiteX1008" fmla="*/ 1679864 w 4528704"/>
              <a:gd name="connsiteY1008" fmla="*/ 2701636 h 3290454"/>
              <a:gd name="connsiteX1009" fmla="*/ 1653887 w 4528704"/>
              <a:gd name="connsiteY1009" fmla="*/ 2770909 h 3290454"/>
              <a:gd name="connsiteX1010" fmla="*/ 1601932 w 4528704"/>
              <a:gd name="connsiteY1010" fmla="*/ 2805546 h 3290454"/>
              <a:gd name="connsiteX1011" fmla="*/ 1558637 w 4528704"/>
              <a:gd name="connsiteY1011" fmla="*/ 2883477 h 3290454"/>
              <a:gd name="connsiteX1012" fmla="*/ 1532659 w 4528704"/>
              <a:gd name="connsiteY1012" fmla="*/ 2866159 h 3290454"/>
              <a:gd name="connsiteX1013" fmla="*/ 1446068 w 4528704"/>
              <a:gd name="connsiteY1013" fmla="*/ 2978727 h 3290454"/>
              <a:gd name="connsiteX1014" fmla="*/ 1428750 w 4528704"/>
              <a:gd name="connsiteY1014" fmla="*/ 2961409 h 3290454"/>
              <a:gd name="connsiteX1015" fmla="*/ 1324841 w 4528704"/>
              <a:gd name="connsiteY1015" fmla="*/ 3056659 h 3290454"/>
              <a:gd name="connsiteX1016" fmla="*/ 1307523 w 4528704"/>
              <a:gd name="connsiteY1016" fmla="*/ 3039341 h 3290454"/>
              <a:gd name="connsiteX1017" fmla="*/ 1203614 w 4528704"/>
              <a:gd name="connsiteY1017" fmla="*/ 3134591 h 3290454"/>
              <a:gd name="connsiteX1018" fmla="*/ 1177637 w 4528704"/>
              <a:gd name="connsiteY1018" fmla="*/ 3117273 h 3290454"/>
              <a:gd name="connsiteX1019" fmla="*/ 1039091 w 4528704"/>
              <a:gd name="connsiteY1019" fmla="*/ 3203864 h 3290454"/>
              <a:gd name="connsiteX1020" fmla="*/ 943841 w 4528704"/>
              <a:gd name="connsiteY1020" fmla="*/ 3290455 h 3290454"/>
              <a:gd name="connsiteX1021" fmla="*/ 926523 w 4528704"/>
              <a:gd name="connsiteY1021" fmla="*/ 3264477 h 3290454"/>
              <a:gd name="connsiteX1022" fmla="*/ 857250 w 4528704"/>
              <a:gd name="connsiteY1022" fmla="*/ 3281796 h 3290454"/>
              <a:gd name="connsiteX1023" fmla="*/ 900546 w 4528704"/>
              <a:gd name="connsiteY1023" fmla="*/ 3221182 h 3290454"/>
              <a:gd name="connsiteX1024" fmla="*/ 935182 w 4528704"/>
              <a:gd name="connsiteY1024" fmla="*/ 3186546 h 3290454"/>
              <a:gd name="connsiteX1025" fmla="*/ 969818 w 4528704"/>
              <a:gd name="connsiteY1025" fmla="*/ 3186546 h 3290454"/>
              <a:gd name="connsiteX1026" fmla="*/ 1030432 w 4528704"/>
              <a:gd name="connsiteY1026" fmla="*/ 3134591 h 3290454"/>
              <a:gd name="connsiteX1027" fmla="*/ 476250 w 4528704"/>
              <a:gd name="connsiteY1027" fmla="*/ 3125932 h 3290454"/>
              <a:gd name="connsiteX1028" fmla="*/ 381000 w 4528704"/>
              <a:gd name="connsiteY1028" fmla="*/ 3177886 h 3290454"/>
              <a:gd name="connsiteX1029" fmla="*/ 571500 w 4528704"/>
              <a:gd name="connsiteY1029" fmla="*/ 3073977 h 3290454"/>
              <a:gd name="connsiteX1030" fmla="*/ 1091046 w 4528704"/>
              <a:gd name="connsiteY1030" fmla="*/ 2710296 h 3290454"/>
              <a:gd name="connsiteX1031" fmla="*/ 1082387 w 4528704"/>
              <a:gd name="connsiteY1031" fmla="*/ 2649682 h 3290454"/>
              <a:gd name="connsiteX1032" fmla="*/ 744682 w 4528704"/>
              <a:gd name="connsiteY1032" fmla="*/ 2831523 h 3290454"/>
              <a:gd name="connsiteX1033" fmla="*/ 77932 w 4528704"/>
              <a:gd name="connsiteY1033" fmla="*/ 3177886 h 3290454"/>
              <a:gd name="connsiteX1034" fmla="*/ 51955 w 4528704"/>
              <a:gd name="connsiteY1034" fmla="*/ 3203864 h 3290454"/>
              <a:gd name="connsiteX1035" fmla="*/ 242455 w 4528704"/>
              <a:gd name="connsiteY1035" fmla="*/ 3022023 h 3290454"/>
              <a:gd name="connsiteX1036" fmla="*/ 225136 w 4528704"/>
              <a:gd name="connsiteY1036" fmla="*/ 3004705 h 3290454"/>
              <a:gd name="connsiteX1037" fmla="*/ 242455 w 4528704"/>
              <a:gd name="connsiteY1037" fmla="*/ 3022023 h 3290454"/>
              <a:gd name="connsiteX1038" fmla="*/ 372341 w 4528704"/>
              <a:gd name="connsiteY1038" fmla="*/ 2952750 h 3290454"/>
              <a:gd name="connsiteX1039" fmla="*/ 1082387 w 4528704"/>
              <a:gd name="connsiteY1039" fmla="*/ 2580409 h 3290454"/>
              <a:gd name="connsiteX1040" fmla="*/ 1047750 w 4528704"/>
              <a:gd name="connsiteY1040" fmla="*/ 2502477 h 3290454"/>
              <a:gd name="connsiteX1041" fmla="*/ 1030432 w 4528704"/>
              <a:gd name="connsiteY1041" fmla="*/ 2493818 h 3290454"/>
              <a:gd name="connsiteX1042" fmla="*/ 1056409 w 4528704"/>
              <a:gd name="connsiteY1042" fmla="*/ 2571750 h 3290454"/>
              <a:gd name="connsiteX1043" fmla="*/ 805296 w 4528704"/>
              <a:gd name="connsiteY1043" fmla="*/ 2762250 h 3290454"/>
              <a:gd name="connsiteX1044" fmla="*/ 372341 w 4528704"/>
              <a:gd name="connsiteY1044" fmla="*/ 2909455 h 3290454"/>
              <a:gd name="connsiteX1045" fmla="*/ 69273 w 4528704"/>
              <a:gd name="connsiteY1045" fmla="*/ 3099955 h 3290454"/>
              <a:gd name="connsiteX1046" fmla="*/ 0 w 4528704"/>
              <a:gd name="connsiteY1046" fmla="*/ 3169227 h 3290454"/>
              <a:gd name="connsiteX1047" fmla="*/ 614796 w 4528704"/>
              <a:gd name="connsiteY1047" fmla="*/ 2822864 h 3290454"/>
              <a:gd name="connsiteX1048" fmla="*/ 1013114 w 4528704"/>
              <a:gd name="connsiteY1048" fmla="*/ 2649682 h 3290454"/>
              <a:gd name="connsiteX1049" fmla="*/ 848591 w 4528704"/>
              <a:gd name="connsiteY1049" fmla="*/ 2459182 h 3290454"/>
              <a:gd name="connsiteX1050" fmla="*/ 848591 w 4528704"/>
              <a:gd name="connsiteY1050" fmla="*/ 2242705 h 3290454"/>
              <a:gd name="connsiteX1051" fmla="*/ 874568 w 4528704"/>
              <a:gd name="connsiteY1051" fmla="*/ 2173432 h 3290454"/>
              <a:gd name="connsiteX1052" fmla="*/ 935182 w 4528704"/>
              <a:gd name="connsiteY1052" fmla="*/ 2112818 h 3290454"/>
              <a:gd name="connsiteX1053" fmla="*/ 1298864 w 4528704"/>
              <a:gd name="connsiteY1053" fmla="*/ 1905000 h 3290454"/>
              <a:gd name="connsiteX1054" fmla="*/ 1298864 w 4528704"/>
              <a:gd name="connsiteY1054" fmla="*/ 1645227 h 3290454"/>
              <a:gd name="connsiteX1055" fmla="*/ 1324841 w 4528704"/>
              <a:gd name="connsiteY1055" fmla="*/ 1636568 h 3290454"/>
              <a:gd name="connsiteX1056" fmla="*/ 1342159 w 4528704"/>
              <a:gd name="connsiteY1056" fmla="*/ 1662546 h 3290454"/>
              <a:gd name="connsiteX1057" fmla="*/ 1385455 w 4528704"/>
              <a:gd name="connsiteY1057" fmla="*/ 1627909 h 3290454"/>
              <a:gd name="connsiteX1058" fmla="*/ 1420091 w 4528704"/>
              <a:gd name="connsiteY1058" fmla="*/ 1645227 h 3290454"/>
              <a:gd name="connsiteX1059" fmla="*/ 1480705 w 4528704"/>
              <a:gd name="connsiteY1059" fmla="*/ 1610591 h 3290454"/>
              <a:gd name="connsiteX1060" fmla="*/ 1489364 w 4528704"/>
              <a:gd name="connsiteY1060" fmla="*/ 1636568 h 3290454"/>
              <a:gd name="connsiteX1061" fmla="*/ 1524000 w 4528704"/>
              <a:gd name="connsiteY1061" fmla="*/ 1601932 h 3290454"/>
              <a:gd name="connsiteX1062" fmla="*/ 1549977 w 4528704"/>
              <a:gd name="connsiteY1062" fmla="*/ 1601932 h 3290454"/>
              <a:gd name="connsiteX1063" fmla="*/ 1558637 w 4528704"/>
              <a:gd name="connsiteY1063" fmla="*/ 1627909 h 3290454"/>
              <a:gd name="connsiteX1064" fmla="*/ 1619250 w 4528704"/>
              <a:gd name="connsiteY1064" fmla="*/ 1593273 h 3290454"/>
              <a:gd name="connsiteX1065" fmla="*/ 1688523 w 4528704"/>
              <a:gd name="connsiteY1065" fmla="*/ 1627909 h 3290454"/>
              <a:gd name="connsiteX1066" fmla="*/ 1697182 w 4528704"/>
              <a:gd name="connsiteY1066" fmla="*/ 1610591 h 3290454"/>
              <a:gd name="connsiteX1067" fmla="*/ 1731818 w 4528704"/>
              <a:gd name="connsiteY1067" fmla="*/ 1610591 h 3290454"/>
              <a:gd name="connsiteX1068" fmla="*/ 1757796 w 4528704"/>
              <a:gd name="connsiteY1068" fmla="*/ 1645227 h 3290454"/>
              <a:gd name="connsiteX1069" fmla="*/ 1775114 w 4528704"/>
              <a:gd name="connsiteY1069" fmla="*/ 1627909 h 3290454"/>
              <a:gd name="connsiteX1070" fmla="*/ 1835727 w 4528704"/>
              <a:gd name="connsiteY1070" fmla="*/ 1662546 h 3290454"/>
              <a:gd name="connsiteX1071" fmla="*/ 1844387 w 4528704"/>
              <a:gd name="connsiteY1071" fmla="*/ 1645227 h 3290454"/>
              <a:gd name="connsiteX1072" fmla="*/ 1879023 w 4528704"/>
              <a:gd name="connsiteY1072" fmla="*/ 1653886 h 3290454"/>
              <a:gd name="connsiteX1073" fmla="*/ 1896341 w 4528704"/>
              <a:gd name="connsiteY1073" fmla="*/ 1844386 h 3290454"/>
              <a:gd name="connsiteX1074" fmla="*/ 1913659 w 4528704"/>
              <a:gd name="connsiteY1074" fmla="*/ 1827068 h 3290454"/>
              <a:gd name="connsiteX1075" fmla="*/ 1948296 w 4528704"/>
              <a:gd name="connsiteY1075" fmla="*/ 1853046 h 3290454"/>
              <a:gd name="connsiteX1076" fmla="*/ 1974273 w 4528704"/>
              <a:gd name="connsiteY1076" fmla="*/ 1835727 h 3290454"/>
              <a:gd name="connsiteX1077" fmla="*/ 2000250 w 4528704"/>
              <a:gd name="connsiteY1077" fmla="*/ 1844386 h 3290454"/>
              <a:gd name="connsiteX1078" fmla="*/ 2043546 w 4528704"/>
              <a:gd name="connsiteY1078" fmla="*/ 1844386 h 3290454"/>
              <a:gd name="connsiteX1079" fmla="*/ 2060864 w 4528704"/>
              <a:gd name="connsiteY1079" fmla="*/ 1861705 h 3290454"/>
              <a:gd name="connsiteX1080" fmla="*/ 2372591 w 4528704"/>
              <a:gd name="connsiteY1080" fmla="*/ 1991591 h 3290454"/>
              <a:gd name="connsiteX1081" fmla="*/ 2389909 w 4528704"/>
              <a:gd name="connsiteY1081" fmla="*/ 1991591 h 3290454"/>
              <a:gd name="connsiteX1082" fmla="*/ 2502478 w 4528704"/>
              <a:gd name="connsiteY1082" fmla="*/ 2095500 h 3290454"/>
              <a:gd name="connsiteX1083" fmla="*/ 2632364 w 4528704"/>
              <a:gd name="connsiteY1083" fmla="*/ 2190750 h 3290454"/>
              <a:gd name="connsiteX1084" fmla="*/ 2779568 w 4528704"/>
              <a:gd name="connsiteY1084" fmla="*/ 2277341 h 3290454"/>
              <a:gd name="connsiteX1085" fmla="*/ 2848841 w 4528704"/>
              <a:gd name="connsiteY1085" fmla="*/ 2286000 h 3290454"/>
              <a:gd name="connsiteX1086" fmla="*/ 2935432 w 4528704"/>
              <a:gd name="connsiteY1086" fmla="*/ 2329296 h 3290454"/>
              <a:gd name="connsiteX1087" fmla="*/ 2961409 w 4528704"/>
              <a:gd name="connsiteY1087" fmla="*/ 2311977 h 3290454"/>
              <a:gd name="connsiteX1088" fmla="*/ 2909455 w 4528704"/>
              <a:gd name="connsiteY1088" fmla="*/ 2112818 h 3290454"/>
              <a:gd name="connsiteX1089" fmla="*/ 2900796 w 4528704"/>
              <a:gd name="connsiteY1089" fmla="*/ 2147455 h 3290454"/>
              <a:gd name="connsiteX1090" fmla="*/ 2857500 w 4528704"/>
              <a:gd name="connsiteY1090" fmla="*/ 2164773 h 3290454"/>
              <a:gd name="connsiteX1091" fmla="*/ 2900796 w 4528704"/>
              <a:gd name="connsiteY1091" fmla="*/ 2190750 h 3290454"/>
              <a:gd name="connsiteX1092" fmla="*/ 2883478 w 4528704"/>
              <a:gd name="connsiteY1092" fmla="*/ 2173432 h 3290454"/>
              <a:gd name="connsiteX1093" fmla="*/ 2883478 w 4528704"/>
              <a:gd name="connsiteY1093" fmla="*/ 2216727 h 3290454"/>
              <a:gd name="connsiteX1094" fmla="*/ 2874819 w 4528704"/>
              <a:gd name="connsiteY1094" fmla="*/ 2242705 h 3290454"/>
              <a:gd name="connsiteX1095" fmla="*/ 2909455 w 4528704"/>
              <a:gd name="connsiteY1095" fmla="*/ 2242705 h 3290454"/>
              <a:gd name="connsiteX1096" fmla="*/ 2909455 w 4528704"/>
              <a:gd name="connsiteY1096" fmla="*/ 2286000 h 3290454"/>
              <a:gd name="connsiteX1097" fmla="*/ 2866159 w 4528704"/>
              <a:gd name="connsiteY1097" fmla="*/ 2251364 h 3290454"/>
              <a:gd name="connsiteX1098" fmla="*/ 2857500 w 4528704"/>
              <a:gd name="connsiteY1098" fmla="*/ 2268682 h 3290454"/>
              <a:gd name="connsiteX1099" fmla="*/ 2788228 w 4528704"/>
              <a:gd name="connsiteY1099" fmla="*/ 2225386 h 3290454"/>
              <a:gd name="connsiteX1100" fmla="*/ 2822864 w 4528704"/>
              <a:gd name="connsiteY1100" fmla="*/ 2164773 h 3290454"/>
              <a:gd name="connsiteX1101" fmla="*/ 2848841 w 4528704"/>
              <a:gd name="connsiteY1101" fmla="*/ 2164773 h 3290454"/>
              <a:gd name="connsiteX1102" fmla="*/ 2831523 w 4528704"/>
              <a:gd name="connsiteY1102" fmla="*/ 2130136 h 3290454"/>
              <a:gd name="connsiteX1103" fmla="*/ 2788228 w 4528704"/>
              <a:gd name="connsiteY1103" fmla="*/ 2190750 h 3290454"/>
              <a:gd name="connsiteX1104" fmla="*/ 2770909 w 4528704"/>
              <a:gd name="connsiteY1104" fmla="*/ 2156114 h 3290454"/>
              <a:gd name="connsiteX1105" fmla="*/ 2727614 w 4528704"/>
              <a:gd name="connsiteY1105" fmla="*/ 2190750 h 3290454"/>
              <a:gd name="connsiteX1106" fmla="*/ 2796887 w 4528704"/>
              <a:gd name="connsiteY1106" fmla="*/ 2095500 h 3290454"/>
              <a:gd name="connsiteX1107" fmla="*/ 2805546 w 4528704"/>
              <a:gd name="connsiteY1107" fmla="*/ 2112818 h 3290454"/>
              <a:gd name="connsiteX1108" fmla="*/ 2840182 w 4528704"/>
              <a:gd name="connsiteY1108" fmla="*/ 2060864 h 3290454"/>
              <a:gd name="connsiteX1109" fmla="*/ 2848841 w 4528704"/>
              <a:gd name="connsiteY1109" fmla="*/ 2086841 h 3290454"/>
              <a:gd name="connsiteX1110" fmla="*/ 2874819 w 4528704"/>
              <a:gd name="connsiteY1110" fmla="*/ 2086841 h 3290454"/>
              <a:gd name="connsiteX1111" fmla="*/ 2900796 w 4528704"/>
              <a:gd name="connsiteY1111" fmla="*/ 2121477 h 3290454"/>
              <a:gd name="connsiteX1112" fmla="*/ 3160569 w 4528704"/>
              <a:gd name="connsiteY1112" fmla="*/ 1809750 h 3290454"/>
              <a:gd name="connsiteX1113" fmla="*/ 3160569 w 4528704"/>
              <a:gd name="connsiteY1113" fmla="*/ 1610591 h 3290454"/>
              <a:gd name="connsiteX1114" fmla="*/ 3290455 w 4528704"/>
              <a:gd name="connsiteY1114" fmla="*/ 1584614 h 3290454"/>
              <a:gd name="connsiteX1115" fmla="*/ 3307773 w 4528704"/>
              <a:gd name="connsiteY1115" fmla="*/ 1601932 h 3290454"/>
              <a:gd name="connsiteX1116" fmla="*/ 3342409 w 4528704"/>
              <a:gd name="connsiteY1116" fmla="*/ 1575955 h 3290454"/>
              <a:gd name="connsiteX1117" fmla="*/ 3359728 w 4528704"/>
              <a:gd name="connsiteY1117" fmla="*/ 1601932 h 3290454"/>
              <a:gd name="connsiteX1118" fmla="*/ 3420341 w 4528704"/>
              <a:gd name="connsiteY1118" fmla="*/ 1567296 h 3290454"/>
              <a:gd name="connsiteX1119" fmla="*/ 3463637 w 4528704"/>
              <a:gd name="connsiteY1119" fmla="*/ 1575955 h 3290454"/>
              <a:gd name="connsiteX1120" fmla="*/ 3939887 w 4528704"/>
              <a:gd name="connsiteY1120" fmla="*/ 1506682 h 3290454"/>
              <a:gd name="connsiteX1121" fmla="*/ 3905250 w 4528704"/>
              <a:gd name="connsiteY1121" fmla="*/ 1532659 h 3290454"/>
              <a:gd name="connsiteX1122" fmla="*/ 3879273 w 4528704"/>
              <a:gd name="connsiteY1122" fmla="*/ 1532659 h 3290454"/>
              <a:gd name="connsiteX1123" fmla="*/ 3913909 w 4528704"/>
              <a:gd name="connsiteY1123" fmla="*/ 1506682 h 3290454"/>
              <a:gd name="connsiteX1124" fmla="*/ 3939887 w 4528704"/>
              <a:gd name="connsiteY1124" fmla="*/ 1506682 h 3290454"/>
              <a:gd name="connsiteX1125" fmla="*/ 3974523 w 4528704"/>
              <a:gd name="connsiteY1125" fmla="*/ 1524000 h 3290454"/>
              <a:gd name="connsiteX1126" fmla="*/ 4000500 w 4528704"/>
              <a:gd name="connsiteY1126" fmla="*/ 1498023 h 3290454"/>
              <a:gd name="connsiteX1127" fmla="*/ 3974523 w 4528704"/>
              <a:gd name="connsiteY1127" fmla="*/ 1524000 h 3290454"/>
              <a:gd name="connsiteX1128" fmla="*/ 3437659 w 4528704"/>
              <a:gd name="connsiteY1128" fmla="*/ 1489364 h 3290454"/>
              <a:gd name="connsiteX1129" fmla="*/ 3896591 w 4528704"/>
              <a:gd name="connsiteY1129" fmla="*/ 1489364 h 3290454"/>
              <a:gd name="connsiteX1130" fmla="*/ 3861955 w 4528704"/>
              <a:gd name="connsiteY1130" fmla="*/ 1515341 h 3290454"/>
              <a:gd name="connsiteX1131" fmla="*/ 3299114 w 4528704"/>
              <a:gd name="connsiteY1131" fmla="*/ 1515341 h 3290454"/>
              <a:gd name="connsiteX1132" fmla="*/ 3411682 w 4528704"/>
              <a:gd name="connsiteY1132" fmla="*/ 1472046 h 3290454"/>
              <a:gd name="connsiteX1133" fmla="*/ 3437659 w 4528704"/>
              <a:gd name="connsiteY1133" fmla="*/ 1489364 h 3290454"/>
              <a:gd name="connsiteX1134" fmla="*/ 4069773 w 4528704"/>
              <a:gd name="connsiteY1134" fmla="*/ 1428750 h 3290454"/>
              <a:gd name="connsiteX1135" fmla="*/ 4035137 w 4528704"/>
              <a:gd name="connsiteY1135" fmla="*/ 1454727 h 3290454"/>
              <a:gd name="connsiteX1136" fmla="*/ 4009159 w 4528704"/>
              <a:gd name="connsiteY1136" fmla="*/ 1454727 h 3290454"/>
              <a:gd name="connsiteX1137" fmla="*/ 4043796 w 4528704"/>
              <a:gd name="connsiteY1137" fmla="*/ 1428750 h 3290454"/>
              <a:gd name="connsiteX1138" fmla="*/ 4069773 w 4528704"/>
              <a:gd name="connsiteY1138" fmla="*/ 1428750 h 3290454"/>
              <a:gd name="connsiteX1139" fmla="*/ 4104409 w 4528704"/>
              <a:gd name="connsiteY1139" fmla="*/ 1437409 h 3290454"/>
              <a:gd name="connsiteX1140" fmla="*/ 4121728 w 4528704"/>
              <a:gd name="connsiteY1140" fmla="*/ 1428750 h 3290454"/>
              <a:gd name="connsiteX1141" fmla="*/ 4104409 w 4528704"/>
              <a:gd name="connsiteY1141" fmla="*/ 1437409 h 3290454"/>
              <a:gd name="connsiteX1142" fmla="*/ 3610841 w 4528704"/>
              <a:gd name="connsiteY1142" fmla="*/ 1420091 h 3290454"/>
              <a:gd name="connsiteX1143" fmla="*/ 4000500 w 4528704"/>
              <a:gd name="connsiteY1143" fmla="*/ 1428750 h 3290454"/>
              <a:gd name="connsiteX1144" fmla="*/ 3922569 w 4528704"/>
              <a:gd name="connsiteY1144" fmla="*/ 1454727 h 3290454"/>
              <a:gd name="connsiteX1145" fmla="*/ 3454978 w 4528704"/>
              <a:gd name="connsiteY1145" fmla="*/ 1454727 h 3290454"/>
              <a:gd name="connsiteX1146" fmla="*/ 3584864 w 4528704"/>
              <a:gd name="connsiteY1146" fmla="*/ 1411432 h 3290454"/>
              <a:gd name="connsiteX1147" fmla="*/ 3610841 w 4528704"/>
              <a:gd name="connsiteY1147" fmla="*/ 1420091 h 3290454"/>
              <a:gd name="connsiteX1148" fmla="*/ 4182341 w 4528704"/>
              <a:gd name="connsiteY1148" fmla="*/ 1350818 h 3290454"/>
              <a:gd name="connsiteX1149" fmla="*/ 4130387 w 4528704"/>
              <a:gd name="connsiteY1149" fmla="*/ 1376796 h 3290454"/>
              <a:gd name="connsiteX1150" fmla="*/ 4156364 w 4528704"/>
              <a:gd name="connsiteY1150" fmla="*/ 1350818 h 3290454"/>
              <a:gd name="connsiteX1151" fmla="*/ 4182341 w 4528704"/>
              <a:gd name="connsiteY1151" fmla="*/ 1350818 h 3290454"/>
              <a:gd name="connsiteX1152" fmla="*/ 4043796 w 4528704"/>
              <a:gd name="connsiteY1152" fmla="*/ 1359477 h 3290454"/>
              <a:gd name="connsiteX1153" fmla="*/ 4017819 w 4528704"/>
              <a:gd name="connsiteY1153" fmla="*/ 1394114 h 3290454"/>
              <a:gd name="connsiteX1154" fmla="*/ 3619500 w 4528704"/>
              <a:gd name="connsiteY1154" fmla="*/ 1394114 h 3290454"/>
              <a:gd name="connsiteX1155" fmla="*/ 3706091 w 4528704"/>
              <a:gd name="connsiteY1155" fmla="*/ 1350818 h 3290454"/>
              <a:gd name="connsiteX1156" fmla="*/ 4043796 w 4528704"/>
              <a:gd name="connsiteY1156" fmla="*/ 1359477 h 3290454"/>
              <a:gd name="connsiteX1157" fmla="*/ 4242955 w 4528704"/>
              <a:gd name="connsiteY1157" fmla="*/ 1342159 h 3290454"/>
              <a:gd name="connsiteX1158" fmla="*/ 4216978 w 4528704"/>
              <a:gd name="connsiteY1158" fmla="*/ 1350818 h 3290454"/>
              <a:gd name="connsiteX1159" fmla="*/ 4225637 w 4528704"/>
              <a:gd name="connsiteY1159" fmla="*/ 1333500 h 3290454"/>
              <a:gd name="connsiteX1160" fmla="*/ 4242955 w 4528704"/>
              <a:gd name="connsiteY1160" fmla="*/ 1342159 h 3290454"/>
              <a:gd name="connsiteX1161" fmla="*/ 4121728 w 4528704"/>
              <a:gd name="connsiteY1161" fmla="*/ 1290205 h 3290454"/>
              <a:gd name="connsiteX1162" fmla="*/ 4139046 w 4528704"/>
              <a:gd name="connsiteY1162" fmla="*/ 1316182 h 3290454"/>
              <a:gd name="connsiteX1163" fmla="*/ 4104409 w 4528704"/>
              <a:gd name="connsiteY1163" fmla="*/ 1333500 h 3290454"/>
              <a:gd name="connsiteX1164" fmla="*/ 3732069 w 4528704"/>
              <a:gd name="connsiteY1164" fmla="*/ 1333500 h 3290454"/>
              <a:gd name="connsiteX1165" fmla="*/ 3801341 w 4528704"/>
              <a:gd name="connsiteY1165" fmla="*/ 1290205 h 3290454"/>
              <a:gd name="connsiteX1166" fmla="*/ 4121728 w 4528704"/>
              <a:gd name="connsiteY1166" fmla="*/ 1290205 h 3290454"/>
              <a:gd name="connsiteX1167" fmla="*/ 4242955 w 4528704"/>
              <a:gd name="connsiteY1167" fmla="*/ 1290205 h 3290454"/>
              <a:gd name="connsiteX1168" fmla="*/ 4286251 w 4528704"/>
              <a:gd name="connsiteY1168" fmla="*/ 1255568 h 3290454"/>
              <a:gd name="connsiteX1169" fmla="*/ 4242955 w 4528704"/>
              <a:gd name="connsiteY1169" fmla="*/ 1290205 h 3290454"/>
              <a:gd name="connsiteX1170" fmla="*/ 4329546 w 4528704"/>
              <a:gd name="connsiteY1170" fmla="*/ 1264227 h 3290454"/>
              <a:gd name="connsiteX1171" fmla="*/ 4346864 w 4528704"/>
              <a:gd name="connsiteY1171" fmla="*/ 1255568 h 3290454"/>
              <a:gd name="connsiteX1172" fmla="*/ 4329546 w 4528704"/>
              <a:gd name="connsiteY1172" fmla="*/ 1264227 h 3290454"/>
              <a:gd name="connsiteX1173" fmla="*/ 4191000 w 4528704"/>
              <a:gd name="connsiteY1173" fmla="*/ 1229591 h 3290454"/>
              <a:gd name="connsiteX1174" fmla="*/ 4208319 w 4528704"/>
              <a:gd name="connsiteY1174" fmla="*/ 1246909 h 3290454"/>
              <a:gd name="connsiteX1175" fmla="*/ 4182341 w 4528704"/>
              <a:gd name="connsiteY1175" fmla="*/ 1264227 h 3290454"/>
              <a:gd name="connsiteX1176" fmla="*/ 3810000 w 4528704"/>
              <a:gd name="connsiteY1176" fmla="*/ 1264227 h 3290454"/>
              <a:gd name="connsiteX1177" fmla="*/ 3835978 w 4528704"/>
              <a:gd name="connsiteY1177" fmla="*/ 1229591 h 3290454"/>
              <a:gd name="connsiteX1178" fmla="*/ 4191000 w 4528704"/>
              <a:gd name="connsiteY1178" fmla="*/ 1229591 h 3290454"/>
              <a:gd name="connsiteX1179" fmla="*/ 4355523 w 4528704"/>
              <a:gd name="connsiteY1179" fmla="*/ 1194955 h 3290454"/>
              <a:gd name="connsiteX1180" fmla="*/ 4390160 w 4528704"/>
              <a:gd name="connsiteY1180" fmla="*/ 1168977 h 3290454"/>
              <a:gd name="connsiteX1181" fmla="*/ 4355523 w 4528704"/>
              <a:gd name="connsiteY1181" fmla="*/ 1194955 h 3290454"/>
              <a:gd name="connsiteX1182" fmla="*/ 4442114 w 4528704"/>
              <a:gd name="connsiteY1182" fmla="*/ 1099705 h 3290454"/>
              <a:gd name="connsiteX1183" fmla="*/ 4424796 w 4528704"/>
              <a:gd name="connsiteY1183" fmla="*/ 1091046 h 3290454"/>
              <a:gd name="connsiteX1184" fmla="*/ 4450773 w 4528704"/>
              <a:gd name="connsiteY1184" fmla="*/ 1065068 h 3290454"/>
              <a:gd name="connsiteX1185" fmla="*/ 4442114 w 4528704"/>
              <a:gd name="connsiteY1185" fmla="*/ 1099705 h 3290454"/>
              <a:gd name="connsiteX1186" fmla="*/ 4372841 w 4528704"/>
              <a:gd name="connsiteY1186" fmla="*/ 1108364 h 3290454"/>
              <a:gd name="connsiteX1187" fmla="*/ 4346864 w 4528704"/>
              <a:gd name="connsiteY1187" fmla="*/ 1056409 h 3290454"/>
              <a:gd name="connsiteX1188" fmla="*/ 4372841 w 4528704"/>
              <a:gd name="connsiteY1188" fmla="*/ 1108364 h 3290454"/>
              <a:gd name="connsiteX1189" fmla="*/ 4338205 w 4528704"/>
              <a:gd name="connsiteY1189" fmla="*/ 1047750 h 3290454"/>
              <a:gd name="connsiteX1190" fmla="*/ 4312228 w 4528704"/>
              <a:gd name="connsiteY1190" fmla="*/ 1030432 h 3290454"/>
              <a:gd name="connsiteX1191" fmla="*/ 4338205 w 4528704"/>
              <a:gd name="connsiteY1191" fmla="*/ 1047750 h 3290454"/>
              <a:gd name="connsiteX1192" fmla="*/ 3454978 w 4528704"/>
              <a:gd name="connsiteY1192" fmla="*/ 1065068 h 3290454"/>
              <a:gd name="connsiteX1193" fmla="*/ 3506932 w 4528704"/>
              <a:gd name="connsiteY1193" fmla="*/ 1004455 h 3290454"/>
              <a:gd name="connsiteX1194" fmla="*/ 3454978 w 4528704"/>
              <a:gd name="connsiteY1194" fmla="*/ 1065068 h 3290454"/>
              <a:gd name="connsiteX1195" fmla="*/ 4459432 w 4528704"/>
              <a:gd name="connsiteY1195" fmla="*/ 1004455 h 3290454"/>
              <a:gd name="connsiteX1196" fmla="*/ 4459432 w 4528704"/>
              <a:gd name="connsiteY1196" fmla="*/ 969818 h 3290454"/>
              <a:gd name="connsiteX1197" fmla="*/ 4459432 w 4528704"/>
              <a:gd name="connsiteY1197" fmla="*/ 1004455 h 3290454"/>
              <a:gd name="connsiteX1198" fmla="*/ 4191000 w 4528704"/>
              <a:gd name="connsiteY1198" fmla="*/ 969818 h 3290454"/>
              <a:gd name="connsiteX1199" fmla="*/ 4156364 w 4528704"/>
              <a:gd name="connsiteY1199" fmla="*/ 961159 h 3290454"/>
              <a:gd name="connsiteX1200" fmla="*/ 4191000 w 4528704"/>
              <a:gd name="connsiteY1200" fmla="*/ 969818 h 3290454"/>
              <a:gd name="connsiteX1201" fmla="*/ 4147705 w 4528704"/>
              <a:gd name="connsiteY1201" fmla="*/ 952500 h 3290454"/>
              <a:gd name="connsiteX1202" fmla="*/ 4113069 w 4528704"/>
              <a:gd name="connsiteY1202" fmla="*/ 943841 h 3290454"/>
              <a:gd name="connsiteX1203" fmla="*/ 4147705 w 4528704"/>
              <a:gd name="connsiteY1203" fmla="*/ 952500 h 3290454"/>
              <a:gd name="connsiteX1204" fmla="*/ 3974523 w 4528704"/>
              <a:gd name="connsiteY1204" fmla="*/ 943841 h 3290454"/>
              <a:gd name="connsiteX1205" fmla="*/ 4043796 w 4528704"/>
              <a:gd name="connsiteY1205" fmla="*/ 969818 h 3290454"/>
              <a:gd name="connsiteX1206" fmla="*/ 3905250 w 4528704"/>
              <a:gd name="connsiteY1206" fmla="*/ 978477 h 3290454"/>
              <a:gd name="connsiteX1207" fmla="*/ 3896591 w 4528704"/>
              <a:gd name="connsiteY1207" fmla="*/ 995795 h 3290454"/>
              <a:gd name="connsiteX1208" fmla="*/ 4043796 w 4528704"/>
              <a:gd name="connsiteY1208" fmla="*/ 995795 h 3290454"/>
              <a:gd name="connsiteX1209" fmla="*/ 4078432 w 4528704"/>
              <a:gd name="connsiteY1209" fmla="*/ 1013114 h 3290454"/>
              <a:gd name="connsiteX1210" fmla="*/ 4095750 w 4528704"/>
              <a:gd name="connsiteY1210" fmla="*/ 995795 h 3290454"/>
              <a:gd name="connsiteX1211" fmla="*/ 4121728 w 4528704"/>
              <a:gd name="connsiteY1211" fmla="*/ 1004455 h 3290454"/>
              <a:gd name="connsiteX1212" fmla="*/ 4113069 w 4528704"/>
              <a:gd name="connsiteY1212" fmla="*/ 1021773 h 3290454"/>
              <a:gd name="connsiteX1213" fmla="*/ 4199660 w 4528704"/>
              <a:gd name="connsiteY1213" fmla="*/ 1047750 h 3290454"/>
              <a:gd name="connsiteX1214" fmla="*/ 4191000 w 4528704"/>
              <a:gd name="connsiteY1214" fmla="*/ 1065068 h 3290454"/>
              <a:gd name="connsiteX1215" fmla="*/ 4242955 w 4528704"/>
              <a:gd name="connsiteY1215" fmla="*/ 1091046 h 3290454"/>
              <a:gd name="connsiteX1216" fmla="*/ 4251614 w 4528704"/>
              <a:gd name="connsiteY1216" fmla="*/ 1108364 h 3290454"/>
              <a:gd name="connsiteX1217" fmla="*/ 4225637 w 4528704"/>
              <a:gd name="connsiteY1217" fmla="*/ 1143000 h 3290454"/>
              <a:gd name="connsiteX1218" fmla="*/ 3896591 w 4528704"/>
              <a:gd name="connsiteY1218" fmla="*/ 1151659 h 3290454"/>
              <a:gd name="connsiteX1219" fmla="*/ 3896591 w 4528704"/>
              <a:gd name="connsiteY1219" fmla="*/ 1168977 h 3290454"/>
              <a:gd name="connsiteX1220" fmla="*/ 4251614 w 4528704"/>
              <a:gd name="connsiteY1220" fmla="*/ 1168977 h 3290454"/>
              <a:gd name="connsiteX1221" fmla="*/ 4225637 w 4528704"/>
              <a:gd name="connsiteY1221" fmla="*/ 1203614 h 3290454"/>
              <a:gd name="connsiteX1222" fmla="*/ 3853296 w 4528704"/>
              <a:gd name="connsiteY1222" fmla="*/ 1203614 h 3290454"/>
              <a:gd name="connsiteX1223" fmla="*/ 3870614 w 4528704"/>
              <a:gd name="connsiteY1223" fmla="*/ 1108364 h 3290454"/>
              <a:gd name="connsiteX1224" fmla="*/ 4087091 w 4528704"/>
              <a:gd name="connsiteY1224" fmla="*/ 1108364 h 3290454"/>
              <a:gd name="connsiteX1225" fmla="*/ 4165023 w 4528704"/>
              <a:gd name="connsiteY1225" fmla="*/ 1091046 h 3290454"/>
              <a:gd name="connsiteX1226" fmla="*/ 3870614 w 4528704"/>
              <a:gd name="connsiteY1226" fmla="*/ 1082386 h 3290454"/>
              <a:gd name="connsiteX1227" fmla="*/ 3870614 w 4528704"/>
              <a:gd name="connsiteY1227" fmla="*/ 1030432 h 3290454"/>
              <a:gd name="connsiteX1228" fmla="*/ 4104409 w 4528704"/>
              <a:gd name="connsiteY1228" fmla="*/ 1030432 h 3290454"/>
              <a:gd name="connsiteX1229" fmla="*/ 3870614 w 4528704"/>
              <a:gd name="connsiteY1229" fmla="*/ 1021773 h 3290454"/>
              <a:gd name="connsiteX1230" fmla="*/ 3861955 w 4528704"/>
              <a:gd name="connsiteY1230" fmla="*/ 943841 h 3290454"/>
              <a:gd name="connsiteX1231" fmla="*/ 3974523 w 4528704"/>
              <a:gd name="connsiteY1231" fmla="*/ 943841 h 3290454"/>
              <a:gd name="connsiteX1232" fmla="*/ 4104409 w 4528704"/>
              <a:gd name="connsiteY1232" fmla="*/ 935182 h 3290454"/>
              <a:gd name="connsiteX1233" fmla="*/ 4069773 w 4528704"/>
              <a:gd name="connsiteY1233" fmla="*/ 926523 h 3290454"/>
              <a:gd name="connsiteX1234" fmla="*/ 4104409 w 4528704"/>
              <a:gd name="connsiteY1234" fmla="*/ 935182 h 3290454"/>
              <a:gd name="connsiteX1235" fmla="*/ 4043796 w 4528704"/>
              <a:gd name="connsiteY1235" fmla="*/ 909205 h 3290454"/>
              <a:gd name="connsiteX1236" fmla="*/ 4009159 w 4528704"/>
              <a:gd name="connsiteY1236" fmla="*/ 891886 h 3290454"/>
              <a:gd name="connsiteX1237" fmla="*/ 4043796 w 4528704"/>
              <a:gd name="connsiteY1237" fmla="*/ 909205 h 3290454"/>
              <a:gd name="connsiteX1238" fmla="*/ 3913909 w 4528704"/>
              <a:gd name="connsiteY1238" fmla="*/ 891886 h 3290454"/>
              <a:gd name="connsiteX1239" fmla="*/ 3931228 w 4528704"/>
              <a:gd name="connsiteY1239" fmla="*/ 917864 h 3290454"/>
              <a:gd name="connsiteX1240" fmla="*/ 3827319 w 4528704"/>
              <a:gd name="connsiteY1240" fmla="*/ 891886 h 3290454"/>
              <a:gd name="connsiteX1241" fmla="*/ 3913909 w 4528704"/>
              <a:gd name="connsiteY1241" fmla="*/ 891886 h 3290454"/>
              <a:gd name="connsiteX1242" fmla="*/ 3558887 w 4528704"/>
              <a:gd name="connsiteY1242" fmla="*/ 917864 h 3290454"/>
              <a:gd name="connsiteX1243" fmla="*/ 3567546 w 4528704"/>
              <a:gd name="connsiteY1243" fmla="*/ 891886 h 3290454"/>
              <a:gd name="connsiteX1244" fmla="*/ 3558887 w 4528704"/>
              <a:gd name="connsiteY1244" fmla="*/ 917864 h 3290454"/>
              <a:gd name="connsiteX1245" fmla="*/ 3515591 w 4528704"/>
              <a:gd name="connsiteY1245" fmla="*/ 917864 h 3290454"/>
              <a:gd name="connsiteX1246" fmla="*/ 3550228 w 4528704"/>
              <a:gd name="connsiteY1246" fmla="*/ 874568 h 3290454"/>
              <a:gd name="connsiteX1247" fmla="*/ 3515591 w 4528704"/>
              <a:gd name="connsiteY1247" fmla="*/ 917864 h 3290454"/>
              <a:gd name="connsiteX1248" fmla="*/ 3498273 w 4528704"/>
              <a:gd name="connsiteY1248" fmla="*/ 909205 h 3290454"/>
              <a:gd name="connsiteX1249" fmla="*/ 3463637 w 4528704"/>
              <a:gd name="connsiteY1249" fmla="*/ 900545 h 3290454"/>
              <a:gd name="connsiteX1250" fmla="*/ 3463637 w 4528704"/>
              <a:gd name="connsiteY1250" fmla="*/ 865909 h 3290454"/>
              <a:gd name="connsiteX1251" fmla="*/ 3498273 w 4528704"/>
              <a:gd name="connsiteY1251" fmla="*/ 909205 h 3290454"/>
              <a:gd name="connsiteX1252" fmla="*/ 4364182 w 4528704"/>
              <a:gd name="connsiteY1252" fmla="*/ 874568 h 3290454"/>
              <a:gd name="connsiteX1253" fmla="*/ 4320887 w 4528704"/>
              <a:gd name="connsiteY1253" fmla="*/ 857250 h 3290454"/>
              <a:gd name="connsiteX1254" fmla="*/ 4364182 w 4528704"/>
              <a:gd name="connsiteY1254" fmla="*/ 874568 h 3290454"/>
              <a:gd name="connsiteX1255" fmla="*/ 3879273 w 4528704"/>
              <a:gd name="connsiteY1255" fmla="*/ 848591 h 3290454"/>
              <a:gd name="connsiteX1256" fmla="*/ 3792682 w 4528704"/>
              <a:gd name="connsiteY1256" fmla="*/ 848591 h 3290454"/>
              <a:gd name="connsiteX1257" fmla="*/ 3879273 w 4528704"/>
              <a:gd name="connsiteY1257" fmla="*/ 848591 h 3290454"/>
              <a:gd name="connsiteX1258" fmla="*/ 3515591 w 4528704"/>
              <a:gd name="connsiteY1258" fmla="*/ 883227 h 3290454"/>
              <a:gd name="connsiteX1259" fmla="*/ 3489614 w 4528704"/>
              <a:gd name="connsiteY1259" fmla="*/ 848591 h 3290454"/>
              <a:gd name="connsiteX1260" fmla="*/ 3515591 w 4528704"/>
              <a:gd name="connsiteY1260" fmla="*/ 883227 h 3290454"/>
              <a:gd name="connsiteX1261" fmla="*/ 3957205 w 4528704"/>
              <a:gd name="connsiteY1261" fmla="*/ 848591 h 3290454"/>
              <a:gd name="connsiteX1262" fmla="*/ 3931228 w 4528704"/>
              <a:gd name="connsiteY1262" fmla="*/ 822614 h 3290454"/>
              <a:gd name="connsiteX1263" fmla="*/ 3957205 w 4528704"/>
              <a:gd name="connsiteY1263" fmla="*/ 848591 h 3290454"/>
              <a:gd name="connsiteX1264" fmla="*/ 3853296 w 4528704"/>
              <a:gd name="connsiteY1264" fmla="*/ 813955 h 3290454"/>
              <a:gd name="connsiteX1265" fmla="*/ 3766705 w 4528704"/>
              <a:gd name="connsiteY1265" fmla="*/ 822614 h 3290454"/>
              <a:gd name="connsiteX1266" fmla="*/ 3749387 w 4528704"/>
              <a:gd name="connsiteY1266" fmla="*/ 805295 h 3290454"/>
              <a:gd name="connsiteX1267" fmla="*/ 3853296 w 4528704"/>
              <a:gd name="connsiteY1267" fmla="*/ 813955 h 3290454"/>
              <a:gd name="connsiteX1268" fmla="*/ 3558887 w 4528704"/>
              <a:gd name="connsiteY1268" fmla="*/ 822614 h 3290454"/>
              <a:gd name="connsiteX1269" fmla="*/ 3584864 w 4528704"/>
              <a:gd name="connsiteY1269" fmla="*/ 822614 h 3290454"/>
              <a:gd name="connsiteX1270" fmla="*/ 3558887 w 4528704"/>
              <a:gd name="connsiteY1270" fmla="*/ 822614 h 3290454"/>
              <a:gd name="connsiteX1271" fmla="*/ 4528705 w 4528704"/>
              <a:gd name="connsiteY1271" fmla="*/ 848591 h 3290454"/>
              <a:gd name="connsiteX1272" fmla="*/ 4528705 w 4528704"/>
              <a:gd name="connsiteY1272" fmla="*/ 874568 h 3290454"/>
              <a:gd name="connsiteX1273" fmla="*/ 4485410 w 4528704"/>
              <a:gd name="connsiteY1273" fmla="*/ 857250 h 3290454"/>
              <a:gd name="connsiteX1274" fmla="*/ 4502728 w 4528704"/>
              <a:gd name="connsiteY1274" fmla="*/ 839932 h 3290454"/>
              <a:gd name="connsiteX1275" fmla="*/ 4459432 w 4528704"/>
              <a:gd name="connsiteY1275" fmla="*/ 779318 h 3290454"/>
              <a:gd name="connsiteX1276" fmla="*/ 4528705 w 4528704"/>
              <a:gd name="connsiteY1276" fmla="*/ 848591 h 3290454"/>
              <a:gd name="connsiteX1277" fmla="*/ 3714750 w 4528704"/>
              <a:gd name="connsiteY1277" fmla="*/ 710045 h 3290454"/>
              <a:gd name="connsiteX1278" fmla="*/ 3818659 w 4528704"/>
              <a:gd name="connsiteY1278" fmla="*/ 710045 h 3290454"/>
              <a:gd name="connsiteX1279" fmla="*/ 3714750 w 4528704"/>
              <a:gd name="connsiteY1279" fmla="*/ 710045 h 3290454"/>
              <a:gd name="connsiteX1280" fmla="*/ 3636819 w 4528704"/>
              <a:gd name="connsiteY1280" fmla="*/ 658091 h 3290454"/>
              <a:gd name="connsiteX1281" fmla="*/ 3636819 w 4528704"/>
              <a:gd name="connsiteY1281" fmla="*/ 632114 h 3290454"/>
              <a:gd name="connsiteX1282" fmla="*/ 3636819 w 4528704"/>
              <a:gd name="connsiteY1282" fmla="*/ 658091 h 3290454"/>
              <a:gd name="connsiteX1283" fmla="*/ 4294910 w 4528704"/>
              <a:gd name="connsiteY1283" fmla="*/ 562841 h 3290454"/>
              <a:gd name="connsiteX1284" fmla="*/ 4234296 w 4528704"/>
              <a:gd name="connsiteY1284" fmla="*/ 545523 h 3290454"/>
              <a:gd name="connsiteX1285" fmla="*/ 4173682 w 4528704"/>
              <a:gd name="connsiteY1285" fmla="*/ 562841 h 3290454"/>
              <a:gd name="connsiteX1286" fmla="*/ 4355523 w 4528704"/>
              <a:gd name="connsiteY1286" fmla="*/ 476250 h 3290454"/>
              <a:gd name="connsiteX1287" fmla="*/ 4294910 w 4528704"/>
              <a:gd name="connsiteY1287" fmla="*/ 562841 h 3290454"/>
              <a:gd name="connsiteX1288" fmla="*/ 4502728 w 4528704"/>
              <a:gd name="connsiteY1288" fmla="*/ 484909 h 3290454"/>
              <a:gd name="connsiteX1289" fmla="*/ 4511387 w 4528704"/>
              <a:gd name="connsiteY1289" fmla="*/ 467591 h 3290454"/>
              <a:gd name="connsiteX1290" fmla="*/ 4502728 w 4528704"/>
              <a:gd name="connsiteY1290" fmla="*/ 484909 h 3290454"/>
              <a:gd name="connsiteX1291" fmla="*/ 4216978 w 4528704"/>
              <a:gd name="connsiteY1291" fmla="*/ 510886 h 3290454"/>
              <a:gd name="connsiteX1292" fmla="*/ 3991841 w 4528704"/>
              <a:gd name="connsiteY1292" fmla="*/ 692727 h 3290454"/>
              <a:gd name="connsiteX1293" fmla="*/ 4346864 w 4528704"/>
              <a:gd name="connsiteY1293" fmla="*/ 441614 h 3290454"/>
              <a:gd name="connsiteX1294" fmla="*/ 4216978 w 4528704"/>
              <a:gd name="connsiteY1294" fmla="*/ 510886 h 3290454"/>
              <a:gd name="connsiteX1295" fmla="*/ 4095750 w 4528704"/>
              <a:gd name="connsiteY1295" fmla="*/ 398318 h 3290454"/>
              <a:gd name="connsiteX1296" fmla="*/ 4052455 w 4528704"/>
              <a:gd name="connsiteY1296" fmla="*/ 441614 h 3290454"/>
              <a:gd name="connsiteX1297" fmla="*/ 3948546 w 4528704"/>
              <a:gd name="connsiteY1297" fmla="*/ 502227 h 3290454"/>
              <a:gd name="connsiteX1298" fmla="*/ 3887932 w 4528704"/>
              <a:gd name="connsiteY1298" fmla="*/ 597477 h 3290454"/>
              <a:gd name="connsiteX1299" fmla="*/ 3810000 w 4528704"/>
              <a:gd name="connsiteY1299" fmla="*/ 623455 h 3290454"/>
              <a:gd name="connsiteX1300" fmla="*/ 3896591 w 4528704"/>
              <a:gd name="connsiteY1300" fmla="*/ 658091 h 3290454"/>
              <a:gd name="connsiteX1301" fmla="*/ 3758046 w 4528704"/>
              <a:gd name="connsiteY1301" fmla="*/ 675409 h 3290454"/>
              <a:gd name="connsiteX1302" fmla="*/ 3896591 w 4528704"/>
              <a:gd name="connsiteY1302" fmla="*/ 684068 h 3290454"/>
              <a:gd name="connsiteX1303" fmla="*/ 3870614 w 4528704"/>
              <a:gd name="connsiteY1303" fmla="*/ 736023 h 3290454"/>
              <a:gd name="connsiteX1304" fmla="*/ 3732069 w 4528704"/>
              <a:gd name="connsiteY1304" fmla="*/ 762000 h 3290454"/>
              <a:gd name="connsiteX1305" fmla="*/ 3861955 w 4528704"/>
              <a:gd name="connsiteY1305" fmla="*/ 787977 h 3290454"/>
              <a:gd name="connsiteX1306" fmla="*/ 3740728 w 4528704"/>
              <a:gd name="connsiteY1306" fmla="*/ 787977 h 3290454"/>
              <a:gd name="connsiteX1307" fmla="*/ 3654137 w 4528704"/>
              <a:gd name="connsiteY1307" fmla="*/ 675409 h 3290454"/>
              <a:gd name="connsiteX1308" fmla="*/ 3749387 w 4528704"/>
              <a:gd name="connsiteY1308" fmla="*/ 528205 h 3290454"/>
              <a:gd name="connsiteX1309" fmla="*/ 4104409 w 4528704"/>
              <a:gd name="connsiteY1309" fmla="*/ 337705 h 3290454"/>
              <a:gd name="connsiteX1310" fmla="*/ 4095750 w 4528704"/>
              <a:gd name="connsiteY1310" fmla="*/ 398318 h 3290454"/>
              <a:gd name="connsiteX1311" fmla="*/ 4346864 w 4528704"/>
              <a:gd name="connsiteY1311" fmla="*/ 406977 h 3290454"/>
              <a:gd name="connsiteX1312" fmla="*/ 3965864 w 4528704"/>
              <a:gd name="connsiteY1312" fmla="*/ 675409 h 3290454"/>
              <a:gd name="connsiteX1313" fmla="*/ 3948546 w 4528704"/>
              <a:gd name="connsiteY1313" fmla="*/ 606136 h 3290454"/>
              <a:gd name="connsiteX1314" fmla="*/ 4052455 w 4528704"/>
              <a:gd name="connsiteY1314" fmla="*/ 484909 h 3290454"/>
              <a:gd name="connsiteX1315" fmla="*/ 4173682 w 4528704"/>
              <a:gd name="connsiteY1315" fmla="*/ 406977 h 3290454"/>
              <a:gd name="connsiteX1316" fmla="*/ 4191000 w 4528704"/>
              <a:gd name="connsiteY1316" fmla="*/ 415636 h 3290454"/>
              <a:gd name="connsiteX1317" fmla="*/ 4225637 w 4528704"/>
              <a:gd name="connsiteY1317" fmla="*/ 415636 h 3290454"/>
              <a:gd name="connsiteX1318" fmla="*/ 4242955 w 4528704"/>
              <a:gd name="connsiteY1318" fmla="*/ 372341 h 3290454"/>
              <a:gd name="connsiteX1319" fmla="*/ 4294910 w 4528704"/>
              <a:gd name="connsiteY1319" fmla="*/ 346364 h 3290454"/>
              <a:gd name="connsiteX1320" fmla="*/ 4355523 w 4528704"/>
              <a:gd name="connsiteY1320" fmla="*/ 320386 h 3290454"/>
              <a:gd name="connsiteX1321" fmla="*/ 4346864 w 4528704"/>
              <a:gd name="connsiteY1321" fmla="*/ 406977 h 3290454"/>
              <a:gd name="connsiteX1322" fmla="*/ 4043796 w 4528704"/>
              <a:gd name="connsiteY1322" fmla="*/ 337705 h 3290454"/>
              <a:gd name="connsiteX1323" fmla="*/ 4087091 w 4528704"/>
              <a:gd name="connsiteY1323" fmla="*/ 320386 h 3290454"/>
              <a:gd name="connsiteX1324" fmla="*/ 4043796 w 4528704"/>
              <a:gd name="connsiteY1324" fmla="*/ 337705 h 3290454"/>
              <a:gd name="connsiteX1325" fmla="*/ 4173682 w 4528704"/>
              <a:gd name="connsiteY1325" fmla="*/ 372341 h 3290454"/>
              <a:gd name="connsiteX1326" fmla="*/ 4173682 w 4528704"/>
              <a:gd name="connsiteY1326" fmla="*/ 303068 h 3290454"/>
              <a:gd name="connsiteX1327" fmla="*/ 4173682 w 4528704"/>
              <a:gd name="connsiteY1327" fmla="*/ 372341 h 3290454"/>
              <a:gd name="connsiteX1328" fmla="*/ 4199660 w 4528704"/>
              <a:gd name="connsiteY1328" fmla="*/ 363682 h 3290454"/>
              <a:gd name="connsiteX1329" fmla="*/ 4199660 w 4528704"/>
              <a:gd name="connsiteY1329" fmla="*/ 233795 h 3290454"/>
              <a:gd name="connsiteX1330" fmla="*/ 4199660 w 4528704"/>
              <a:gd name="connsiteY1330" fmla="*/ 363682 h 3290454"/>
              <a:gd name="connsiteX1331" fmla="*/ 4251614 w 4528704"/>
              <a:gd name="connsiteY1331" fmla="*/ 277091 h 3290454"/>
              <a:gd name="connsiteX1332" fmla="*/ 4251614 w 4528704"/>
              <a:gd name="connsiteY1332" fmla="*/ 346364 h 3290454"/>
              <a:gd name="connsiteX1333" fmla="*/ 4216978 w 4528704"/>
              <a:gd name="connsiteY1333" fmla="*/ 346364 h 3290454"/>
              <a:gd name="connsiteX1334" fmla="*/ 4216978 w 4528704"/>
              <a:gd name="connsiteY1334" fmla="*/ 242455 h 3290454"/>
              <a:gd name="connsiteX1335" fmla="*/ 4234296 w 4528704"/>
              <a:gd name="connsiteY1335" fmla="*/ 225136 h 3290454"/>
              <a:gd name="connsiteX1336" fmla="*/ 4251614 w 4528704"/>
              <a:gd name="connsiteY1336" fmla="*/ 277091 h 3290454"/>
              <a:gd name="connsiteX1337" fmla="*/ 4260273 w 4528704"/>
              <a:gd name="connsiteY1337" fmla="*/ 199159 h 3290454"/>
              <a:gd name="connsiteX1338" fmla="*/ 4286251 w 4528704"/>
              <a:gd name="connsiteY1338" fmla="*/ 242455 h 3290454"/>
              <a:gd name="connsiteX1339" fmla="*/ 4286251 w 4528704"/>
              <a:gd name="connsiteY1339" fmla="*/ 320386 h 3290454"/>
              <a:gd name="connsiteX1340" fmla="*/ 4208319 w 4528704"/>
              <a:gd name="connsiteY1340" fmla="*/ 199159 h 3290454"/>
              <a:gd name="connsiteX1341" fmla="*/ 4260273 w 4528704"/>
              <a:gd name="connsiteY1341" fmla="*/ 199159 h 3290454"/>
              <a:gd name="connsiteX1342" fmla="*/ 4130387 w 4528704"/>
              <a:gd name="connsiteY1342" fmla="*/ 181841 h 3290454"/>
              <a:gd name="connsiteX1343" fmla="*/ 4130387 w 4528704"/>
              <a:gd name="connsiteY1343" fmla="*/ 225136 h 3290454"/>
              <a:gd name="connsiteX1344" fmla="*/ 4104409 w 4528704"/>
              <a:gd name="connsiteY1344" fmla="*/ 225136 h 3290454"/>
              <a:gd name="connsiteX1345" fmla="*/ 4113069 w 4528704"/>
              <a:gd name="connsiteY1345" fmla="*/ 164523 h 3290454"/>
              <a:gd name="connsiteX1346" fmla="*/ 4130387 w 4528704"/>
              <a:gd name="connsiteY1346" fmla="*/ 181841 h 3290454"/>
              <a:gd name="connsiteX1347" fmla="*/ 4520046 w 4528704"/>
              <a:gd name="connsiteY1347" fmla="*/ 233795 h 3290454"/>
              <a:gd name="connsiteX1348" fmla="*/ 4494069 w 4528704"/>
              <a:gd name="connsiteY1348" fmla="*/ 233795 h 3290454"/>
              <a:gd name="connsiteX1349" fmla="*/ 4494069 w 4528704"/>
              <a:gd name="connsiteY1349" fmla="*/ 155864 h 3290454"/>
              <a:gd name="connsiteX1350" fmla="*/ 4520046 w 4528704"/>
              <a:gd name="connsiteY1350" fmla="*/ 155864 h 3290454"/>
              <a:gd name="connsiteX1351" fmla="*/ 4520046 w 4528704"/>
              <a:gd name="connsiteY1351" fmla="*/ 233795 h 3290454"/>
              <a:gd name="connsiteX1352" fmla="*/ 4468091 w 4528704"/>
              <a:gd name="connsiteY1352" fmla="*/ 147205 h 3290454"/>
              <a:gd name="connsiteX1353" fmla="*/ 4468091 w 4528704"/>
              <a:gd name="connsiteY1353" fmla="*/ 225136 h 3290454"/>
              <a:gd name="connsiteX1354" fmla="*/ 4442114 w 4528704"/>
              <a:gd name="connsiteY1354" fmla="*/ 225136 h 3290454"/>
              <a:gd name="connsiteX1355" fmla="*/ 4442114 w 4528704"/>
              <a:gd name="connsiteY1355" fmla="*/ 147205 h 3290454"/>
              <a:gd name="connsiteX1356" fmla="*/ 4468091 w 4528704"/>
              <a:gd name="connsiteY1356" fmla="*/ 147205 h 3290454"/>
              <a:gd name="connsiteX1357" fmla="*/ 4346864 w 4528704"/>
              <a:gd name="connsiteY1357" fmla="*/ 138545 h 3290454"/>
              <a:gd name="connsiteX1358" fmla="*/ 4346864 w 4528704"/>
              <a:gd name="connsiteY1358" fmla="*/ 207818 h 3290454"/>
              <a:gd name="connsiteX1359" fmla="*/ 4312228 w 4528704"/>
              <a:gd name="connsiteY1359" fmla="*/ 207818 h 3290454"/>
              <a:gd name="connsiteX1360" fmla="*/ 4312228 w 4528704"/>
              <a:gd name="connsiteY1360" fmla="*/ 138545 h 3290454"/>
              <a:gd name="connsiteX1361" fmla="*/ 4346864 w 4528704"/>
              <a:gd name="connsiteY1361" fmla="*/ 138545 h 3290454"/>
              <a:gd name="connsiteX1362" fmla="*/ 4078432 w 4528704"/>
              <a:gd name="connsiteY1362" fmla="*/ 129886 h 3290454"/>
              <a:gd name="connsiteX1363" fmla="*/ 4173682 w 4528704"/>
              <a:gd name="connsiteY1363" fmla="*/ 121227 h 3290454"/>
              <a:gd name="connsiteX1364" fmla="*/ 4078432 w 4528704"/>
              <a:gd name="connsiteY1364" fmla="*/ 129886 h 3290454"/>
              <a:gd name="connsiteX1365" fmla="*/ 4511387 w 4528704"/>
              <a:gd name="connsiteY1365" fmla="*/ 95250 h 3290454"/>
              <a:gd name="connsiteX1366" fmla="*/ 4476751 w 4528704"/>
              <a:gd name="connsiteY1366" fmla="*/ 95250 h 3290454"/>
              <a:gd name="connsiteX1367" fmla="*/ 4511387 w 4528704"/>
              <a:gd name="connsiteY1367" fmla="*/ 95250 h 3290454"/>
              <a:gd name="connsiteX1368" fmla="*/ 4182341 w 4528704"/>
              <a:gd name="connsiteY1368" fmla="*/ 112568 h 3290454"/>
              <a:gd name="connsiteX1369" fmla="*/ 4355523 w 4528704"/>
              <a:gd name="connsiteY1369" fmla="*/ 95250 h 3290454"/>
              <a:gd name="connsiteX1370" fmla="*/ 4182341 w 4528704"/>
              <a:gd name="connsiteY1370" fmla="*/ 112568 h 3290454"/>
              <a:gd name="connsiteX1371" fmla="*/ 4130387 w 4528704"/>
              <a:gd name="connsiteY1371" fmla="*/ 95250 h 3290454"/>
              <a:gd name="connsiteX1372" fmla="*/ 4095750 w 4528704"/>
              <a:gd name="connsiteY1372" fmla="*/ 95250 h 3290454"/>
              <a:gd name="connsiteX1373" fmla="*/ 4130387 w 4528704"/>
              <a:gd name="connsiteY1373" fmla="*/ 95250 h 3290454"/>
              <a:gd name="connsiteX1374" fmla="*/ 4390160 w 4528704"/>
              <a:gd name="connsiteY1374" fmla="*/ 86591 h 3290454"/>
              <a:gd name="connsiteX1375" fmla="*/ 4364182 w 4528704"/>
              <a:gd name="connsiteY1375" fmla="*/ 86591 h 3290454"/>
              <a:gd name="connsiteX1376" fmla="*/ 4390160 w 4528704"/>
              <a:gd name="connsiteY1376" fmla="*/ 86591 h 3290454"/>
              <a:gd name="connsiteX1377" fmla="*/ 4234296 w 4528704"/>
              <a:gd name="connsiteY1377" fmla="*/ 77932 h 3290454"/>
              <a:gd name="connsiteX1378" fmla="*/ 4208319 w 4528704"/>
              <a:gd name="connsiteY1378" fmla="*/ 77932 h 3290454"/>
              <a:gd name="connsiteX1379" fmla="*/ 4234296 w 4528704"/>
              <a:gd name="connsiteY1379" fmla="*/ 77932 h 3290454"/>
              <a:gd name="connsiteX1380" fmla="*/ 4147705 w 4528704"/>
              <a:gd name="connsiteY1380" fmla="*/ 95250 h 3290454"/>
              <a:gd name="connsiteX1381" fmla="*/ 4173682 w 4528704"/>
              <a:gd name="connsiteY1381" fmla="*/ 95250 h 3290454"/>
              <a:gd name="connsiteX1382" fmla="*/ 4147705 w 4528704"/>
              <a:gd name="connsiteY1382" fmla="*/ 95250 h 3290454"/>
              <a:gd name="connsiteX1383" fmla="*/ 4286251 w 4528704"/>
              <a:gd name="connsiteY1383" fmla="*/ 69273 h 3290454"/>
              <a:gd name="connsiteX1384" fmla="*/ 4260273 w 4528704"/>
              <a:gd name="connsiteY1384" fmla="*/ 69273 h 3290454"/>
              <a:gd name="connsiteX1385" fmla="*/ 4286251 w 4528704"/>
              <a:gd name="connsiteY1385" fmla="*/ 69273 h 3290454"/>
              <a:gd name="connsiteX1386" fmla="*/ 4329546 w 4528704"/>
              <a:gd name="connsiteY1386" fmla="*/ 60614 h 3290454"/>
              <a:gd name="connsiteX1387" fmla="*/ 4320887 w 4528704"/>
              <a:gd name="connsiteY1387" fmla="*/ 60614 h 3290454"/>
              <a:gd name="connsiteX1388" fmla="*/ 4329546 w 4528704"/>
              <a:gd name="connsiteY1388" fmla="*/ 60614 h 3290454"/>
              <a:gd name="connsiteX1389" fmla="*/ 4450773 w 4528704"/>
              <a:gd name="connsiteY1389" fmla="*/ 17318 h 3290454"/>
              <a:gd name="connsiteX1390" fmla="*/ 4502728 w 4528704"/>
              <a:gd name="connsiteY1390" fmla="*/ 17318 h 3290454"/>
              <a:gd name="connsiteX1391" fmla="*/ 4528705 w 4528704"/>
              <a:gd name="connsiteY1391" fmla="*/ 60614 h 3290454"/>
              <a:gd name="connsiteX1392" fmla="*/ 4485410 w 4528704"/>
              <a:gd name="connsiteY1392" fmla="*/ 25977 h 3290454"/>
              <a:gd name="connsiteX1393" fmla="*/ 4459432 w 4528704"/>
              <a:gd name="connsiteY1393" fmla="*/ 43295 h 3290454"/>
              <a:gd name="connsiteX1394" fmla="*/ 4424796 w 4528704"/>
              <a:gd name="connsiteY1394" fmla="*/ 8659 h 3290454"/>
              <a:gd name="connsiteX1395" fmla="*/ 4398819 w 4528704"/>
              <a:gd name="connsiteY1395" fmla="*/ 8659 h 3290454"/>
              <a:gd name="connsiteX1396" fmla="*/ 4407478 w 4528704"/>
              <a:gd name="connsiteY1396" fmla="*/ 86591 h 3290454"/>
              <a:gd name="connsiteX1397" fmla="*/ 4442114 w 4528704"/>
              <a:gd name="connsiteY1397" fmla="*/ 77932 h 3290454"/>
              <a:gd name="connsiteX1398" fmla="*/ 4424796 w 4528704"/>
              <a:gd name="connsiteY1398" fmla="*/ 60614 h 3290454"/>
              <a:gd name="connsiteX1399" fmla="*/ 4442114 w 4528704"/>
              <a:gd name="connsiteY1399" fmla="*/ 51955 h 3290454"/>
              <a:gd name="connsiteX1400" fmla="*/ 4459432 w 4528704"/>
              <a:gd name="connsiteY1400" fmla="*/ 69273 h 3290454"/>
              <a:gd name="connsiteX1401" fmla="*/ 4433455 w 4528704"/>
              <a:gd name="connsiteY1401" fmla="*/ 86591 h 3290454"/>
              <a:gd name="connsiteX1402" fmla="*/ 4450773 w 4528704"/>
              <a:gd name="connsiteY1402" fmla="*/ 95250 h 3290454"/>
              <a:gd name="connsiteX1403" fmla="*/ 4476751 w 4528704"/>
              <a:gd name="connsiteY1403" fmla="*/ 60614 h 3290454"/>
              <a:gd name="connsiteX1404" fmla="*/ 4528705 w 4528704"/>
              <a:gd name="connsiteY1404" fmla="*/ 77932 h 3290454"/>
              <a:gd name="connsiteX1405" fmla="*/ 4511387 w 4528704"/>
              <a:gd name="connsiteY1405" fmla="*/ 103909 h 3290454"/>
              <a:gd name="connsiteX1406" fmla="*/ 4528705 w 4528704"/>
              <a:gd name="connsiteY1406" fmla="*/ 121227 h 3290454"/>
              <a:gd name="connsiteX1407" fmla="*/ 4407478 w 4528704"/>
              <a:gd name="connsiteY1407" fmla="*/ 95250 h 3290454"/>
              <a:gd name="connsiteX1408" fmla="*/ 4407478 w 4528704"/>
              <a:gd name="connsiteY1408" fmla="*/ 502227 h 3290454"/>
              <a:gd name="connsiteX1409" fmla="*/ 4468091 w 4528704"/>
              <a:gd name="connsiteY1409" fmla="*/ 458932 h 3290454"/>
              <a:gd name="connsiteX1410" fmla="*/ 4520046 w 4528704"/>
              <a:gd name="connsiteY1410" fmla="*/ 406977 h 3290454"/>
              <a:gd name="connsiteX1411" fmla="*/ 4528705 w 4528704"/>
              <a:gd name="connsiteY1411" fmla="*/ 536864 h 3290454"/>
              <a:gd name="connsiteX1412" fmla="*/ 4494069 w 4528704"/>
              <a:gd name="connsiteY1412" fmla="*/ 528205 h 3290454"/>
              <a:gd name="connsiteX1413" fmla="*/ 4485410 w 4528704"/>
              <a:gd name="connsiteY1413" fmla="*/ 545523 h 3290454"/>
              <a:gd name="connsiteX1414" fmla="*/ 4528705 w 4528704"/>
              <a:gd name="connsiteY1414" fmla="*/ 580159 h 3290454"/>
              <a:gd name="connsiteX1415" fmla="*/ 4528705 w 4528704"/>
              <a:gd name="connsiteY1415" fmla="*/ 623455 h 3290454"/>
              <a:gd name="connsiteX1416" fmla="*/ 4338205 w 4528704"/>
              <a:gd name="connsiteY1416" fmla="*/ 554182 h 3290454"/>
              <a:gd name="connsiteX1417" fmla="*/ 4320887 w 4528704"/>
              <a:gd name="connsiteY1417" fmla="*/ 580159 h 3290454"/>
              <a:gd name="connsiteX1418" fmla="*/ 4424796 w 4528704"/>
              <a:gd name="connsiteY1418" fmla="*/ 710045 h 3290454"/>
              <a:gd name="connsiteX1419" fmla="*/ 4277591 w 4528704"/>
              <a:gd name="connsiteY1419" fmla="*/ 588818 h 3290454"/>
              <a:gd name="connsiteX1420" fmla="*/ 4260273 w 4528704"/>
              <a:gd name="connsiteY1420" fmla="*/ 597477 h 3290454"/>
              <a:gd name="connsiteX1421" fmla="*/ 4294910 w 4528704"/>
              <a:gd name="connsiteY1421" fmla="*/ 632114 h 3290454"/>
              <a:gd name="connsiteX1422" fmla="*/ 4424796 w 4528704"/>
              <a:gd name="connsiteY1422" fmla="*/ 857250 h 3290454"/>
              <a:gd name="connsiteX1423" fmla="*/ 4320887 w 4528704"/>
              <a:gd name="connsiteY1423" fmla="*/ 779318 h 3290454"/>
              <a:gd name="connsiteX1424" fmla="*/ 4260273 w 4528704"/>
              <a:gd name="connsiteY1424" fmla="*/ 692727 h 3290454"/>
              <a:gd name="connsiteX1425" fmla="*/ 4242955 w 4528704"/>
              <a:gd name="connsiteY1425" fmla="*/ 710045 h 3290454"/>
              <a:gd name="connsiteX1426" fmla="*/ 4260273 w 4528704"/>
              <a:gd name="connsiteY1426" fmla="*/ 753341 h 3290454"/>
              <a:gd name="connsiteX1427" fmla="*/ 4216978 w 4528704"/>
              <a:gd name="connsiteY1427" fmla="*/ 727364 h 3290454"/>
              <a:gd name="connsiteX1428" fmla="*/ 4208319 w 4528704"/>
              <a:gd name="connsiteY1428" fmla="*/ 753341 h 3290454"/>
              <a:gd name="connsiteX1429" fmla="*/ 4104409 w 4528704"/>
              <a:gd name="connsiteY1429" fmla="*/ 718705 h 3290454"/>
              <a:gd name="connsiteX1430" fmla="*/ 4147705 w 4528704"/>
              <a:gd name="connsiteY1430" fmla="*/ 580159 h 3290454"/>
              <a:gd name="connsiteX1431" fmla="*/ 4009159 w 4528704"/>
              <a:gd name="connsiteY1431" fmla="*/ 701386 h 3290454"/>
              <a:gd name="connsiteX1432" fmla="*/ 4009159 w 4528704"/>
              <a:gd name="connsiteY1432" fmla="*/ 727364 h 3290454"/>
              <a:gd name="connsiteX1433" fmla="*/ 4087091 w 4528704"/>
              <a:gd name="connsiteY1433" fmla="*/ 770659 h 3290454"/>
              <a:gd name="connsiteX1434" fmla="*/ 4139046 w 4528704"/>
              <a:gd name="connsiteY1434" fmla="*/ 779318 h 3290454"/>
              <a:gd name="connsiteX1435" fmla="*/ 4191000 w 4528704"/>
              <a:gd name="connsiteY1435" fmla="*/ 822614 h 3290454"/>
              <a:gd name="connsiteX1436" fmla="*/ 4216978 w 4528704"/>
              <a:gd name="connsiteY1436" fmla="*/ 805295 h 3290454"/>
              <a:gd name="connsiteX1437" fmla="*/ 4294910 w 4528704"/>
              <a:gd name="connsiteY1437" fmla="*/ 839932 h 3290454"/>
              <a:gd name="connsiteX1438" fmla="*/ 4433455 w 4528704"/>
              <a:gd name="connsiteY1438" fmla="*/ 900545 h 3290454"/>
              <a:gd name="connsiteX1439" fmla="*/ 4476751 w 4528704"/>
              <a:gd name="connsiteY1439" fmla="*/ 1013114 h 3290454"/>
              <a:gd name="connsiteX1440" fmla="*/ 4468091 w 4528704"/>
              <a:gd name="connsiteY1440" fmla="*/ 1073727 h 3290454"/>
              <a:gd name="connsiteX1441" fmla="*/ 4450773 w 4528704"/>
              <a:gd name="connsiteY1441" fmla="*/ 1099705 h 3290454"/>
              <a:gd name="connsiteX1442" fmla="*/ 4407478 w 4528704"/>
              <a:gd name="connsiteY1442" fmla="*/ 1186296 h 3290454"/>
              <a:gd name="connsiteX1443" fmla="*/ 4320887 w 4528704"/>
              <a:gd name="connsiteY1443" fmla="*/ 1290205 h 3290454"/>
              <a:gd name="connsiteX1444" fmla="*/ 4303569 w 4528704"/>
              <a:gd name="connsiteY1444" fmla="*/ 1272886 h 3290454"/>
              <a:gd name="connsiteX1445" fmla="*/ 4216978 w 4528704"/>
              <a:gd name="connsiteY1445" fmla="*/ 1376796 h 3290454"/>
              <a:gd name="connsiteX1446" fmla="*/ 4199660 w 4528704"/>
              <a:gd name="connsiteY1446" fmla="*/ 1359477 h 3290454"/>
              <a:gd name="connsiteX1447" fmla="*/ 4095750 w 4528704"/>
              <a:gd name="connsiteY1447" fmla="*/ 1463386 h 3290454"/>
              <a:gd name="connsiteX1448" fmla="*/ 4069773 w 4528704"/>
              <a:gd name="connsiteY1448" fmla="*/ 1446068 h 3290454"/>
              <a:gd name="connsiteX1449" fmla="*/ 3965864 w 4528704"/>
              <a:gd name="connsiteY1449" fmla="*/ 1541318 h 3290454"/>
              <a:gd name="connsiteX1450" fmla="*/ 3948546 w 4528704"/>
              <a:gd name="connsiteY1450" fmla="*/ 1515341 h 3290454"/>
              <a:gd name="connsiteX1451" fmla="*/ 3905250 w 4528704"/>
              <a:gd name="connsiteY1451" fmla="*/ 1549977 h 3290454"/>
              <a:gd name="connsiteX1452" fmla="*/ 3835978 w 4528704"/>
              <a:gd name="connsiteY1452" fmla="*/ 1619250 h 3290454"/>
              <a:gd name="connsiteX1453" fmla="*/ 3810000 w 4528704"/>
              <a:gd name="connsiteY1453" fmla="*/ 1601932 h 3290454"/>
              <a:gd name="connsiteX1454" fmla="*/ 3714750 w 4528704"/>
              <a:gd name="connsiteY1454" fmla="*/ 1697182 h 3290454"/>
              <a:gd name="connsiteX1455" fmla="*/ 3680114 w 4528704"/>
              <a:gd name="connsiteY1455" fmla="*/ 1671205 h 3290454"/>
              <a:gd name="connsiteX1456" fmla="*/ 3628159 w 4528704"/>
              <a:gd name="connsiteY1456" fmla="*/ 1688523 h 3290454"/>
              <a:gd name="connsiteX1457" fmla="*/ 3671455 w 4528704"/>
              <a:gd name="connsiteY1457" fmla="*/ 1645227 h 3290454"/>
              <a:gd name="connsiteX1458" fmla="*/ 3675178 w 4528704"/>
              <a:gd name="connsiteY1458" fmla="*/ 1644708 h 3290454"/>
              <a:gd name="connsiteX1459" fmla="*/ 3671455 w 4528704"/>
              <a:gd name="connsiteY1459" fmla="*/ 1619250 h 3290454"/>
              <a:gd name="connsiteX1460" fmla="*/ 3732069 w 4528704"/>
              <a:gd name="connsiteY1460" fmla="*/ 1593273 h 3290454"/>
              <a:gd name="connsiteX1461" fmla="*/ 3801341 w 4528704"/>
              <a:gd name="connsiteY1461" fmla="*/ 1549977 h 3290454"/>
              <a:gd name="connsiteX1462" fmla="*/ 3238500 w 4528704"/>
              <a:gd name="connsiteY1462" fmla="*/ 1532659 h 3290454"/>
              <a:gd name="connsiteX1463" fmla="*/ 3108614 w 4528704"/>
              <a:gd name="connsiteY1463" fmla="*/ 1610591 h 3290454"/>
              <a:gd name="connsiteX1464" fmla="*/ 3333750 w 4528704"/>
              <a:gd name="connsiteY1464" fmla="*/ 1480705 h 3290454"/>
              <a:gd name="connsiteX1465" fmla="*/ 3853296 w 4528704"/>
              <a:gd name="connsiteY1465" fmla="*/ 1125682 h 3290454"/>
              <a:gd name="connsiteX1466" fmla="*/ 3844637 w 4528704"/>
              <a:gd name="connsiteY1466" fmla="*/ 1056409 h 3290454"/>
              <a:gd name="connsiteX1467" fmla="*/ 3411682 w 4528704"/>
              <a:gd name="connsiteY1467" fmla="*/ 1272886 h 3290454"/>
              <a:gd name="connsiteX1468" fmla="*/ 2822864 w 4528704"/>
              <a:gd name="connsiteY1468" fmla="*/ 1601932 h 3290454"/>
              <a:gd name="connsiteX1469" fmla="*/ 3160569 w 4528704"/>
              <a:gd name="connsiteY1469" fmla="*/ 1350818 h 3290454"/>
              <a:gd name="connsiteX1470" fmla="*/ 3853296 w 4528704"/>
              <a:gd name="connsiteY1470" fmla="*/ 987136 h 3290454"/>
              <a:gd name="connsiteX1471" fmla="*/ 3792682 w 4528704"/>
              <a:gd name="connsiteY1471" fmla="*/ 891886 h 3290454"/>
              <a:gd name="connsiteX1472" fmla="*/ 3827319 w 4528704"/>
              <a:gd name="connsiteY1472" fmla="*/ 978477 h 3290454"/>
              <a:gd name="connsiteX1473" fmla="*/ 3567546 w 4528704"/>
              <a:gd name="connsiteY1473" fmla="*/ 1168977 h 3290454"/>
              <a:gd name="connsiteX1474" fmla="*/ 3117273 w 4528704"/>
              <a:gd name="connsiteY1474" fmla="*/ 1324841 h 3290454"/>
              <a:gd name="connsiteX1475" fmla="*/ 2770909 w 4528704"/>
              <a:gd name="connsiteY1475" fmla="*/ 1558636 h 3290454"/>
              <a:gd name="connsiteX1476" fmla="*/ 3377046 w 4528704"/>
              <a:gd name="connsiteY1476" fmla="*/ 1229591 h 3290454"/>
              <a:gd name="connsiteX1477" fmla="*/ 3775364 w 4528704"/>
              <a:gd name="connsiteY1477" fmla="*/ 1047750 h 3290454"/>
              <a:gd name="connsiteX1478" fmla="*/ 3619500 w 4528704"/>
              <a:gd name="connsiteY1478" fmla="*/ 874568 h 3290454"/>
              <a:gd name="connsiteX1479" fmla="*/ 3602182 w 4528704"/>
              <a:gd name="connsiteY1479" fmla="*/ 935182 h 3290454"/>
              <a:gd name="connsiteX1480" fmla="*/ 3610841 w 4528704"/>
              <a:gd name="connsiteY1480" fmla="*/ 943841 h 3290454"/>
              <a:gd name="connsiteX1481" fmla="*/ 3619500 w 4528704"/>
              <a:gd name="connsiteY1481" fmla="*/ 978477 h 3290454"/>
              <a:gd name="connsiteX1482" fmla="*/ 3576205 w 4528704"/>
              <a:gd name="connsiteY1482" fmla="*/ 978477 h 3290454"/>
              <a:gd name="connsiteX1483" fmla="*/ 3662796 w 4528704"/>
              <a:gd name="connsiteY1483" fmla="*/ 1056409 h 3290454"/>
              <a:gd name="connsiteX1484" fmla="*/ 3645478 w 4528704"/>
              <a:gd name="connsiteY1484" fmla="*/ 1065068 h 3290454"/>
              <a:gd name="connsiteX1485" fmla="*/ 3558887 w 4528704"/>
              <a:gd name="connsiteY1485" fmla="*/ 995795 h 3290454"/>
              <a:gd name="connsiteX1486" fmla="*/ 3394364 w 4528704"/>
              <a:gd name="connsiteY1486" fmla="*/ 1134341 h 3290454"/>
              <a:gd name="connsiteX1487" fmla="*/ 3420341 w 4528704"/>
              <a:gd name="connsiteY1487" fmla="*/ 1056409 h 3290454"/>
              <a:gd name="connsiteX1488" fmla="*/ 3498273 w 4528704"/>
              <a:gd name="connsiteY1488" fmla="*/ 952500 h 3290454"/>
              <a:gd name="connsiteX1489" fmla="*/ 3472296 w 4528704"/>
              <a:gd name="connsiteY1489" fmla="*/ 943841 h 3290454"/>
              <a:gd name="connsiteX1490" fmla="*/ 3255819 w 4528704"/>
              <a:gd name="connsiteY1490" fmla="*/ 1143000 h 3290454"/>
              <a:gd name="connsiteX1491" fmla="*/ 3437659 w 4528704"/>
              <a:gd name="connsiteY1491" fmla="*/ 909205 h 3290454"/>
              <a:gd name="connsiteX1492" fmla="*/ 3377046 w 4528704"/>
              <a:gd name="connsiteY1492" fmla="*/ 952500 h 3290454"/>
              <a:gd name="connsiteX1493" fmla="*/ 3394364 w 4528704"/>
              <a:gd name="connsiteY1493" fmla="*/ 961159 h 3290454"/>
              <a:gd name="connsiteX1494" fmla="*/ 3151909 w 4528704"/>
              <a:gd name="connsiteY1494" fmla="*/ 1134341 h 3290454"/>
              <a:gd name="connsiteX1495" fmla="*/ 3446319 w 4528704"/>
              <a:gd name="connsiteY1495" fmla="*/ 874568 h 3290454"/>
              <a:gd name="connsiteX1496" fmla="*/ 3454978 w 4528704"/>
              <a:gd name="connsiteY1496" fmla="*/ 839932 h 3290454"/>
              <a:gd name="connsiteX1497" fmla="*/ 3480955 w 4528704"/>
              <a:gd name="connsiteY1497" fmla="*/ 848591 h 3290454"/>
              <a:gd name="connsiteX1498" fmla="*/ 3515591 w 4528704"/>
              <a:gd name="connsiteY1498" fmla="*/ 787977 h 3290454"/>
              <a:gd name="connsiteX1499" fmla="*/ 3532909 w 4528704"/>
              <a:gd name="connsiteY1499" fmla="*/ 848591 h 3290454"/>
              <a:gd name="connsiteX1500" fmla="*/ 3558887 w 4528704"/>
              <a:gd name="connsiteY1500" fmla="*/ 831273 h 3290454"/>
              <a:gd name="connsiteX1501" fmla="*/ 3532909 w 4528704"/>
              <a:gd name="connsiteY1501" fmla="*/ 796636 h 3290454"/>
              <a:gd name="connsiteX1502" fmla="*/ 3550228 w 4528704"/>
              <a:gd name="connsiteY1502" fmla="*/ 770659 h 3290454"/>
              <a:gd name="connsiteX1503" fmla="*/ 3567546 w 4528704"/>
              <a:gd name="connsiteY1503" fmla="*/ 787977 h 3290454"/>
              <a:gd name="connsiteX1504" fmla="*/ 3576205 w 4528704"/>
              <a:gd name="connsiteY1504" fmla="*/ 762000 h 3290454"/>
              <a:gd name="connsiteX1505" fmla="*/ 3602182 w 4528704"/>
              <a:gd name="connsiteY1505" fmla="*/ 762000 h 3290454"/>
              <a:gd name="connsiteX1506" fmla="*/ 3602182 w 4528704"/>
              <a:gd name="connsiteY1506" fmla="*/ 813955 h 3290454"/>
              <a:gd name="connsiteX1507" fmla="*/ 3584864 w 4528704"/>
              <a:gd name="connsiteY1507" fmla="*/ 831273 h 3290454"/>
              <a:gd name="connsiteX1508" fmla="*/ 3602182 w 4528704"/>
              <a:gd name="connsiteY1508" fmla="*/ 857250 h 3290454"/>
              <a:gd name="connsiteX1509" fmla="*/ 3550228 w 4528704"/>
              <a:gd name="connsiteY1509" fmla="*/ 865909 h 3290454"/>
              <a:gd name="connsiteX1510" fmla="*/ 3610841 w 4528704"/>
              <a:gd name="connsiteY1510" fmla="*/ 883227 h 3290454"/>
              <a:gd name="connsiteX1511" fmla="*/ 3619500 w 4528704"/>
              <a:gd name="connsiteY1511" fmla="*/ 632114 h 3290454"/>
              <a:gd name="connsiteX1512" fmla="*/ 3896591 w 4528704"/>
              <a:gd name="connsiteY1512" fmla="*/ 389659 h 3290454"/>
              <a:gd name="connsiteX1513" fmla="*/ 4061114 w 4528704"/>
              <a:gd name="connsiteY1513" fmla="*/ 311727 h 3290454"/>
              <a:gd name="connsiteX1514" fmla="*/ 4069773 w 4528704"/>
              <a:gd name="connsiteY1514" fmla="*/ 268432 h 3290454"/>
              <a:gd name="connsiteX1515" fmla="*/ 4069773 w 4528704"/>
              <a:gd name="connsiteY1515" fmla="*/ 51955 h 3290454"/>
              <a:gd name="connsiteX1516" fmla="*/ 4095750 w 4528704"/>
              <a:gd name="connsiteY1516" fmla="*/ 43295 h 3290454"/>
              <a:gd name="connsiteX1517" fmla="*/ 4113069 w 4528704"/>
              <a:gd name="connsiteY1517" fmla="*/ 69273 h 3290454"/>
              <a:gd name="connsiteX1518" fmla="*/ 4156364 w 4528704"/>
              <a:gd name="connsiteY1518" fmla="*/ 34636 h 3290454"/>
              <a:gd name="connsiteX1519" fmla="*/ 4191000 w 4528704"/>
              <a:gd name="connsiteY1519" fmla="*/ 51955 h 3290454"/>
              <a:gd name="connsiteX1520" fmla="*/ 4234296 w 4528704"/>
              <a:gd name="connsiteY1520" fmla="*/ 17318 h 3290454"/>
              <a:gd name="connsiteX1521" fmla="*/ 4242955 w 4528704"/>
              <a:gd name="connsiteY1521" fmla="*/ 34636 h 3290454"/>
              <a:gd name="connsiteX1522" fmla="*/ 4303569 w 4528704"/>
              <a:gd name="connsiteY1522" fmla="*/ 8659 h 3290454"/>
              <a:gd name="connsiteX1523" fmla="*/ 4329546 w 4528704"/>
              <a:gd name="connsiteY1523" fmla="*/ 34636 h 3290454"/>
              <a:gd name="connsiteX1524" fmla="*/ 4355523 w 4528704"/>
              <a:gd name="connsiteY1524" fmla="*/ 0 h 3290454"/>
              <a:gd name="connsiteX1525" fmla="*/ 4390160 w 4528704"/>
              <a:gd name="connsiteY1525" fmla="*/ 0 h 3290454"/>
              <a:gd name="connsiteX1526" fmla="*/ 4450773 w 4528704"/>
              <a:gd name="connsiteY1526" fmla="*/ 17318 h 3290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</a:cxnLst>
            <a:rect l="l" t="t" r="r" b="b"/>
            <a:pathLst>
              <a:path w="4528704" h="3290454">
                <a:moveTo>
                  <a:pt x="337705" y="3203864"/>
                </a:moveTo>
                <a:cubicBezTo>
                  <a:pt x="337705" y="3203864"/>
                  <a:pt x="346364" y="3195205"/>
                  <a:pt x="355023" y="3195205"/>
                </a:cubicBezTo>
                <a:cubicBezTo>
                  <a:pt x="355023" y="3203864"/>
                  <a:pt x="346364" y="3203864"/>
                  <a:pt x="337705" y="3203864"/>
                </a:cubicBezTo>
                <a:close/>
                <a:moveTo>
                  <a:pt x="1099705" y="3177886"/>
                </a:moveTo>
                <a:cubicBezTo>
                  <a:pt x="1091046" y="3186546"/>
                  <a:pt x="1073727" y="3195205"/>
                  <a:pt x="1065068" y="3203864"/>
                </a:cubicBezTo>
                <a:cubicBezTo>
                  <a:pt x="1065068" y="3195205"/>
                  <a:pt x="1065068" y="3177886"/>
                  <a:pt x="1073727" y="3177886"/>
                </a:cubicBezTo>
                <a:lnTo>
                  <a:pt x="1099705" y="3177886"/>
                </a:lnTo>
                <a:close/>
                <a:moveTo>
                  <a:pt x="987136" y="3212523"/>
                </a:moveTo>
                <a:cubicBezTo>
                  <a:pt x="995796" y="3195205"/>
                  <a:pt x="1021773" y="3186546"/>
                  <a:pt x="1039091" y="3186546"/>
                </a:cubicBezTo>
                <a:cubicBezTo>
                  <a:pt x="1021773" y="3195205"/>
                  <a:pt x="1004455" y="3212523"/>
                  <a:pt x="987136" y="3212523"/>
                </a:cubicBezTo>
                <a:close/>
                <a:moveTo>
                  <a:pt x="1177637" y="3099955"/>
                </a:moveTo>
                <a:cubicBezTo>
                  <a:pt x="1160318" y="3108614"/>
                  <a:pt x="1143000" y="3125932"/>
                  <a:pt x="1117023" y="3125932"/>
                </a:cubicBezTo>
                <a:cubicBezTo>
                  <a:pt x="1125682" y="3117273"/>
                  <a:pt x="1143000" y="3108614"/>
                  <a:pt x="1151659" y="3099955"/>
                </a:cubicBezTo>
                <a:lnTo>
                  <a:pt x="1177637" y="3099955"/>
                </a:lnTo>
                <a:close/>
                <a:moveTo>
                  <a:pt x="1212273" y="3108614"/>
                </a:moveTo>
                <a:cubicBezTo>
                  <a:pt x="1212273" y="3099955"/>
                  <a:pt x="1220932" y="3099955"/>
                  <a:pt x="1229591" y="3091296"/>
                </a:cubicBezTo>
                <a:cubicBezTo>
                  <a:pt x="1229591" y="3099955"/>
                  <a:pt x="1220932" y="3108614"/>
                  <a:pt x="1212273" y="3108614"/>
                </a:cubicBezTo>
                <a:close/>
                <a:moveTo>
                  <a:pt x="666750" y="3082636"/>
                </a:moveTo>
                <a:lnTo>
                  <a:pt x="1134341" y="3082636"/>
                </a:lnTo>
                <a:cubicBezTo>
                  <a:pt x="1125682" y="3091296"/>
                  <a:pt x="1108364" y="3099955"/>
                  <a:pt x="1099705" y="3108614"/>
                </a:cubicBezTo>
                <a:lnTo>
                  <a:pt x="528205" y="3108614"/>
                </a:lnTo>
                <a:cubicBezTo>
                  <a:pt x="562841" y="3099955"/>
                  <a:pt x="623455" y="3065318"/>
                  <a:pt x="640773" y="3065318"/>
                </a:cubicBezTo>
                <a:cubicBezTo>
                  <a:pt x="666750" y="3065318"/>
                  <a:pt x="658091" y="3073977"/>
                  <a:pt x="666750" y="3082636"/>
                </a:cubicBezTo>
                <a:close/>
                <a:moveTo>
                  <a:pt x="1246909" y="3048000"/>
                </a:moveTo>
                <a:cubicBezTo>
                  <a:pt x="1255568" y="3039341"/>
                  <a:pt x="1272887" y="3030682"/>
                  <a:pt x="1290205" y="3022023"/>
                </a:cubicBezTo>
                <a:cubicBezTo>
                  <a:pt x="1298864" y="3022023"/>
                  <a:pt x="1281546" y="3056659"/>
                  <a:pt x="1246909" y="3048000"/>
                </a:cubicBezTo>
                <a:close/>
                <a:moveTo>
                  <a:pt x="1333500" y="3030682"/>
                </a:moveTo>
                <a:cubicBezTo>
                  <a:pt x="1333500" y="3022023"/>
                  <a:pt x="1342159" y="3013364"/>
                  <a:pt x="1350818" y="3022023"/>
                </a:cubicBezTo>
                <a:cubicBezTo>
                  <a:pt x="1350818" y="3022023"/>
                  <a:pt x="1342159" y="3030682"/>
                  <a:pt x="1333500" y="3030682"/>
                </a:cubicBezTo>
                <a:close/>
                <a:moveTo>
                  <a:pt x="831273" y="3022023"/>
                </a:moveTo>
                <a:lnTo>
                  <a:pt x="1238250" y="3022023"/>
                </a:lnTo>
                <a:lnTo>
                  <a:pt x="1194955" y="3022023"/>
                </a:lnTo>
                <a:cubicBezTo>
                  <a:pt x="1186296" y="3030682"/>
                  <a:pt x="1186296" y="3048000"/>
                  <a:pt x="1160318" y="3048000"/>
                </a:cubicBezTo>
                <a:lnTo>
                  <a:pt x="692727" y="3048000"/>
                </a:lnTo>
                <a:cubicBezTo>
                  <a:pt x="736023" y="3039341"/>
                  <a:pt x="796636" y="3004705"/>
                  <a:pt x="813955" y="3004705"/>
                </a:cubicBezTo>
                <a:cubicBezTo>
                  <a:pt x="839932" y="3004705"/>
                  <a:pt x="813955" y="3022023"/>
                  <a:pt x="831273" y="3022023"/>
                </a:cubicBezTo>
                <a:close/>
                <a:moveTo>
                  <a:pt x="1359477" y="2970068"/>
                </a:moveTo>
                <a:cubicBezTo>
                  <a:pt x="1368137" y="2961409"/>
                  <a:pt x="1385455" y="2952750"/>
                  <a:pt x="1402773" y="2944091"/>
                </a:cubicBezTo>
                <a:cubicBezTo>
                  <a:pt x="1402773" y="2952750"/>
                  <a:pt x="1385455" y="2970068"/>
                  <a:pt x="1359477" y="2970068"/>
                </a:cubicBezTo>
                <a:close/>
                <a:moveTo>
                  <a:pt x="1281546" y="2952750"/>
                </a:moveTo>
                <a:cubicBezTo>
                  <a:pt x="1281546" y="2952750"/>
                  <a:pt x="1255568" y="2970068"/>
                  <a:pt x="1255568" y="2987386"/>
                </a:cubicBezTo>
                <a:lnTo>
                  <a:pt x="857250" y="2987386"/>
                </a:lnTo>
                <a:cubicBezTo>
                  <a:pt x="883227" y="2978727"/>
                  <a:pt x="917864" y="2944091"/>
                  <a:pt x="943841" y="2944091"/>
                </a:cubicBezTo>
                <a:cubicBezTo>
                  <a:pt x="961159" y="2944091"/>
                  <a:pt x="969818" y="2952750"/>
                  <a:pt x="1281546" y="2952750"/>
                </a:cubicBezTo>
                <a:close/>
                <a:moveTo>
                  <a:pt x="1454727" y="2952750"/>
                </a:moveTo>
                <a:cubicBezTo>
                  <a:pt x="1454727" y="2944091"/>
                  <a:pt x="1454727" y="2935432"/>
                  <a:pt x="1463387" y="2935432"/>
                </a:cubicBezTo>
                <a:cubicBezTo>
                  <a:pt x="1472046" y="2935432"/>
                  <a:pt x="1463387" y="2944091"/>
                  <a:pt x="1454727" y="2952750"/>
                </a:cubicBezTo>
                <a:close/>
                <a:moveTo>
                  <a:pt x="1359477" y="2883477"/>
                </a:moveTo>
                <a:lnTo>
                  <a:pt x="1342159" y="2900796"/>
                </a:lnTo>
                <a:cubicBezTo>
                  <a:pt x="1350818" y="2909455"/>
                  <a:pt x="1359477" y="2909455"/>
                  <a:pt x="1368137" y="2909455"/>
                </a:cubicBezTo>
                <a:cubicBezTo>
                  <a:pt x="1368137" y="2909455"/>
                  <a:pt x="1368137" y="2926773"/>
                  <a:pt x="1342159" y="2926773"/>
                </a:cubicBezTo>
                <a:lnTo>
                  <a:pt x="969818" y="2926773"/>
                </a:lnTo>
                <a:cubicBezTo>
                  <a:pt x="987136" y="2909455"/>
                  <a:pt x="1004455" y="2900796"/>
                  <a:pt x="1013114" y="2883477"/>
                </a:cubicBezTo>
                <a:lnTo>
                  <a:pt x="1359477" y="2883477"/>
                </a:lnTo>
                <a:close/>
                <a:moveTo>
                  <a:pt x="1472046" y="2883477"/>
                </a:moveTo>
                <a:cubicBezTo>
                  <a:pt x="1489364" y="2874818"/>
                  <a:pt x="1506682" y="2857500"/>
                  <a:pt x="1524000" y="2848841"/>
                </a:cubicBezTo>
                <a:cubicBezTo>
                  <a:pt x="1506682" y="2857500"/>
                  <a:pt x="1498023" y="2883477"/>
                  <a:pt x="1472046" y="2883477"/>
                </a:cubicBezTo>
                <a:close/>
                <a:moveTo>
                  <a:pt x="1558637" y="2840182"/>
                </a:moveTo>
                <a:cubicBezTo>
                  <a:pt x="1558637" y="2840182"/>
                  <a:pt x="1575955" y="2848841"/>
                  <a:pt x="1567296" y="2857500"/>
                </a:cubicBezTo>
                <a:cubicBezTo>
                  <a:pt x="1567296" y="2857500"/>
                  <a:pt x="1558637" y="2857500"/>
                  <a:pt x="1558637" y="2840182"/>
                </a:cubicBezTo>
                <a:close/>
                <a:moveTo>
                  <a:pt x="1420091" y="2831523"/>
                </a:moveTo>
                <a:cubicBezTo>
                  <a:pt x="1428750" y="2840182"/>
                  <a:pt x="1437409" y="2840182"/>
                  <a:pt x="1446068" y="2840182"/>
                </a:cubicBezTo>
                <a:cubicBezTo>
                  <a:pt x="1446068" y="2840182"/>
                  <a:pt x="1446068" y="2857500"/>
                  <a:pt x="1420091" y="2857500"/>
                </a:cubicBezTo>
                <a:lnTo>
                  <a:pt x="1039091" y="2857500"/>
                </a:lnTo>
                <a:cubicBezTo>
                  <a:pt x="1047750" y="2848841"/>
                  <a:pt x="1065068" y="2831523"/>
                  <a:pt x="1065068" y="2822864"/>
                </a:cubicBezTo>
                <a:cubicBezTo>
                  <a:pt x="1411432" y="2822864"/>
                  <a:pt x="1428750" y="2822864"/>
                  <a:pt x="1420091" y="2831523"/>
                </a:cubicBezTo>
                <a:close/>
                <a:moveTo>
                  <a:pt x="1584614" y="2788227"/>
                </a:moveTo>
                <a:cubicBezTo>
                  <a:pt x="1593273" y="2779568"/>
                  <a:pt x="1610591" y="2762250"/>
                  <a:pt x="1619250" y="2779568"/>
                </a:cubicBezTo>
                <a:cubicBezTo>
                  <a:pt x="1610591" y="2779568"/>
                  <a:pt x="1601932" y="2788227"/>
                  <a:pt x="1584614" y="2788227"/>
                </a:cubicBezTo>
                <a:close/>
                <a:moveTo>
                  <a:pt x="1653887" y="2736273"/>
                </a:moveTo>
                <a:cubicBezTo>
                  <a:pt x="1653887" y="2736273"/>
                  <a:pt x="1645227" y="2744932"/>
                  <a:pt x="1645227" y="2736273"/>
                </a:cubicBezTo>
                <a:lnTo>
                  <a:pt x="1653887" y="2736273"/>
                </a:lnTo>
                <a:close/>
                <a:moveTo>
                  <a:pt x="1662546" y="2692977"/>
                </a:moveTo>
                <a:cubicBezTo>
                  <a:pt x="1662546" y="2684318"/>
                  <a:pt x="1671205" y="2667000"/>
                  <a:pt x="1688523" y="2658341"/>
                </a:cubicBezTo>
                <a:cubicBezTo>
                  <a:pt x="1679864" y="2667000"/>
                  <a:pt x="1679864" y="2684318"/>
                  <a:pt x="1662546" y="2692977"/>
                </a:cubicBezTo>
                <a:close/>
                <a:moveTo>
                  <a:pt x="1601932" y="2692977"/>
                </a:moveTo>
                <a:cubicBezTo>
                  <a:pt x="1601932" y="2684318"/>
                  <a:pt x="1584614" y="2667000"/>
                  <a:pt x="1584614" y="2658341"/>
                </a:cubicBezTo>
                <a:cubicBezTo>
                  <a:pt x="1593273" y="2667000"/>
                  <a:pt x="1601932" y="2684318"/>
                  <a:pt x="1601932" y="2692977"/>
                </a:cubicBezTo>
                <a:close/>
                <a:moveTo>
                  <a:pt x="692727" y="2658341"/>
                </a:moveTo>
                <a:cubicBezTo>
                  <a:pt x="692727" y="2641023"/>
                  <a:pt x="710046" y="2615046"/>
                  <a:pt x="727364" y="2597727"/>
                </a:cubicBezTo>
                <a:cubicBezTo>
                  <a:pt x="736023" y="2606386"/>
                  <a:pt x="718705" y="2632364"/>
                  <a:pt x="692727" y="2658341"/>
                </a:cubicBezTo>
                <a:close/>
                <a:moveTo>
                  <a:pt x="2926773" y="2589068"/>
                </a:moveTo>
                <a:cubicBezTo>
                  <a:pt x="2935432" y="2580409"/>
                  <a:pt x="2935432" y="2571750"/>
                  <a:pt x="2935432" y="2563091"/>
                </a:cubicBezTo>
                <a:lnTo>
                  <a:pt x="2944091" y="2597727"/>
                </a:lnTo>
                <a:cubicBezTo>
                  <a:pt x="2935432" y="2597727"/>
                  <a:pt x="2926773" y="2606386"/>
                  <a:pt x="2918114" y="2606386"/>
                </a:cubicBezTo>
                <a:cubicBezTo>
                  <a:pt x="2918114" y="2589068"/>
                  <a:pt x="2900796" y="2571750"/>
                  <a:pt x="2892137" y="2563091"/>
                </a:cubicBezTo>
                <a:cubicBezTo>
                  <a:pt x="2900796" y="2563091"/>
                  <a:pt x="2918114" y="2571750"/>
                  <a:pt x="2926773" y="2589068"/>
                </a:cubicBezTo>
                <a:close/>
                <a:moveTo>
                  <a:pt x="1688523" y="2597727"/>
                </a:moveTo>
                <a:lnTo>
                  <a:pt x="1688523" y="2563091"/>
                </a:lnTo>
                <a:cubicBezTo>
                  <a:pt x="1697182" y="2571750"/>
                  <a:pt x="1697182" y="2589068"/>
                  <a:pt x="1688523" y="2597727"/>
                </a:cubicBezTo>
                <a:close/>
                <a:moveTo>
                  <a:pt x="2796887" y="2589068"/>
                </a:moveTo>
                <a:cubicBezTo>
                  <a:pt x="2796887" y="2580409"/>
                  <a:pt x="2788228" y="2563091"/>
                  <a:pt x="2796887" y="2554432"/>
                </a:cubicBezTo>
                <a:lnTo>
                  <a:pt x="2796887" y="2589068"/>
                </a:lnTo>
                <a:close/>
                <a:moveTo>
                  <a:pt x="2892137" y="2537114"/>
                </a:moveTo>
                <a:cubicBezTo>
                  <a:pt x="2883478" y="2537114"/>
                  <a:pt x="2874819" y="2545773"/>
                  <a:pt x="2866159" y="2554432"/>
                </a:cubicBezTo>
                <a:lnTo>
                  <a:pt x="2883478" y="2571750"/>
                </a:lnTo>
                <a:cubicBezTo>
                  <a:pt x="2874819" y="2571750"/>
                  <a:pt x="2866159" y="2571750"/>
                  <a:pt x="2857500" y="2563091"/>
                </a:cubicBezTo>
                <a:lnTo>
                  <a:pt x="2866159" y="2537114"/>
                </a:lnTo>
                <a:lnTo>
                  <a:pt x="2892137" y="2537114"/>
                </a:lnTo>
                <a:close/>
                <a:moveTo>
                  <a:pt x="1420091" y="2563091"/>
                </a:moveTo>
                <a:lnTo>
                  <a:pt x="1342159" y="2537114"/>
                </a:lnTo>
                <a:lnTo>
                  <a:pt x="1420091" y="2563091"/>
                </a:lnTo>
                <a:close/>
                <a:moveTo>
                  <a:pt x="1212273" y="2537114"/>
                </a:moveTo>
                <a:cubicBezTo>
                  <a:pt x="1220932" y="2545773"/>
                  <a:pt x="1246909" y="2563091"/>
                  <a:pt x="1272887" y="2563091"/>
                </a:cubicBezTo>
                <a:cubicBezTo>
                  <a:pt x="1229591" y="2563091"/>
                  <a:pt x="1168977" y="2545773"/>
                  <a:pt x="1125682" y="2580409"/>
                </a:cubicBezTo>
                <a:cubicBezTo>
                  <a:pt x="1168977" y="2589068"/>
                  <a:pt x="1220932" y="2589068"/>
                  <a:pt x="1272887" y="2589068"/>
                </a:cubicBezTo>
                <a:cubicBezTo>
                  <a:pt x="1281546" y="2589068"/>
                  <a:pt x="1281546" y="2606386"/>
                  <a:pt x="1307523" y="2606386"/>
                </a:cubicBezTo>
                <a:cubicBezTo>
                  <a:pt x="1324841" y="2606386"/>
                  <a:pt x="1324841" y="2597727"/>
                  <a:pt x="1333500" y="2589068"/>
                </a:cubicBezTo>
                <a:cubicBezTo>
                  <a:pt x="1342159" y="2597727"/>
                  <a:pt x="1359477" y="2580409"/>
                  <a:pt x="1359477" y="2606386"/>
                </a:cubicBezTo>
                <a:cubicBezTo>
                  <a:pt x="1359477" y="2623705"/>
                  <a:pt x="1342159" y="2589068"/>
                  <a:pt x="1342159" y="2615046"/>
                </a:cubicBezTo>
                <a:cubicBezTo>
                  <a:pt x="1342159" y="2658341"/>
                  <a:pt x="1402773" y="2632364"/>
                  <a:pt x="1437409" y="2641023"/>
                </a:cubicBezTo>
                <a:cubicBezTo>
                  <a:pt x="1437409" y="2649682"/>
                  <a:pt x="1428750" y="2641023"/>
                  <a:pt x="1428750" y="2658341"/>
                </a:cubicBezTo>
                <a:cubicBezTo>
                  <a:pt x="1428750" y="2684318"/>
                  <a:pt x="1480705" y="2675659"/>
                  <a:pt x="1480705" y="2701636"/>
                </a:cubicBezTo>
                <a:cubicBezTo>
                  <a:pt x="1480705" y="2718955"/>
                  <a:pt x="1463387" y="2718955"/>
                  <a:pt x="1463387" y="2736273"/>
                </a:cubicBezTo>
                <a:lnTo>
                  <a:pt x="1125682" y="2744932"/>
                </a:lnTo>
                <a:lnTo>
                  <a:pt x="1125682" y="2762250"/>
                </a:lnTo>
                <a:lnTo>
                  <a:pt x="1480705" y="2762250"/>
                </a:lnTo>
                <a:cubicBezTo>
                  <a:pt x="1480705" y="2770909"/>
                  <a:pt x="1472046" y="2788227"/>
                  <a:pt x="1463387" y="2796886"/>
                </a:cubicBezTo>
                <a:lnTo>
                  <a:pt x="1091046" y="2796886"/>
                </a:lnTo>
                <a:cubicBezTo>
                  <a:pt x="1099705" y="2770909"/>
                  <a:pt x="1099705" y="2736273"/>
                  <a:pt x="1099705" y="2701636"/>
                </a:cubicBezTo>
                <a:cubicBezTo>
                  <a:pt x="1316182" y="2692977"/>
                  <a:pt x="1376796" y="2701636"/>
                  <a:pt x="1402773" y="2684318"/>
                </a:cubicBezTo>
                <a:cubicBezTo>
                  <a:pt x="1394114" y="2675659"/>
                  <a:pt x="1376796" y="2675659"/>
                  <a:pt x="1099705" y="2675659"/>
                </a:cubicBezTo>
                <a:lnTo>
                  <a:pt x="1099705" y="2632364"/>
                </a:lnTo>
                <a:cubicBezTo>
                  <a:pt x="1108364" y="2632364"/>
                  <a:pt x="1125682" y="2632364"/>
                  <a:pt x="1298864" y="2641023"/>
                </a:cubicBezTo>
                <a:cubicBezTo>
                  <a:pt x="1307523" y="2641023"/>
                  <a:pt x="1324841" y="2632364"/>
                  <a:pt x="1333500" y="2623705"/>
                </a:cubicBezTo>
                <a:cubicBezTo>
                  <a:pt x="1324841" y="2615046"/>
                  <a:pt x="1307523" y="2615046"/>
                  <a:pt x="1099705" y="2615046"/>
                </a:cubicBezTo>
                <a:cubicBezTo>
                  <a:pt x="1099705" y="2589068"/>
                  <a:pt x="1099705" y="2563091"/>
                  <a:pt x="1091046" y="2537114"/>
                </a:cubicBezTo>
                <a:lnTo>
                  <a:pt x="1212273" y="2537114"/>
                </a:lnTo>
                <a:close/>
                <a:moveTo>
                  <a:pt x="1333500" y="2528455"/>
                </a:moveTo>
                <a:cubicBezTo>
                  <a:pt x="1324841" y="2528455"/>
                  <a:pt x="1307523" y="2519796"/>
                  <a:pt x="1298864" y="2519796"/>
                </a:cubicBezTo>
                <a:cubicBezTo>
                  <a:pt x="1307523" y="2519796"/>
                  <a:pt x="1324841" y="2528455"/>
                  <a:pt x="1333500" y="2528455"/>
                </a:cubicBezTo>
                <a:close/>
                <a:moveTo>
                  <a:pt x="2978728" y="2528455"/>
                </a:moveTo>
                <a:lnTo>
                  <a:pt x="2978728" y="2554432"/>
                </a:lnTo>
                <a:cubicBezTo>
                  <a:pt x="2970069" y="2554432"/>
                  <a:pt x="2952750" y="2563091"/>
                  <a:pt x="2944091" y="2554432"/>
                </a:cubicBezTo>
                <a:lnTo>
                  <a:pt x="2952750" y="2545773"/>
                </a:lnTo>
                <a:cubicBezTo>
                  <a:pt x="2961409" y="2537114"/>
                  <a:pt x="2952750" y="2519796"/>
                  <a:pt x="2952750" y="2502477"/>
                </a:cubicBezTo>
                <a:cubicBezTo>
                  <a:pt x="2952750" y="2511136"/>
                  <a:pt x="2970069" y="2528455"/>
                  <a:pt x="2978728" y="2528455"/>
                </a:cubicBezTo>
                <a:close/>
                <a:moveTo>
                  <a:pt x="1151659" y="2493818"/>
                </a:moveTo>
                <a:cubicBezTo>
                  <a:pt x="1151659" y="2502477"/>
                  <a:pt x="1168977" y="2519796"/>
                  <a:pt x="1186296" y="2519796"/>
                </a:cubicBezTo>
                <a:cubicBezTo>
                  <a:pt x="1143000" y="2511136"/>
                  <a:pt x="1091046" y="2537114"/>
                  <a:pt x="1065068" y="2493818"/>
                </a:cubicBezTo>
                <a:lnTo>
                  <a:pt x="1151659" y="2493818"/>
                </a:lnTo>
                <a:close/>
                <a:moveTo>
                  <a:pt x="2909455" y="2485159"/>
                </a:moveTo>
                <a:cubicBezTo>
                  <a:pt x="2909455" y="2485159"/>
                  <a:pt x="2909455" y="2493818"/>
                  <a:pt x="2900796" y="2485159"/>
                </a:cubicBezTo>
                <a:lnTo>
                  <a:pt x="2909455" y="2485159"/>
                </a:lnTo>
                <a:close/>
                <a:moveTo>
                  <a:pt x="2814205" y="2519796"/>
                </a:moveTo>
                <a:cubicBezTo>
                  <a:pt x="2805546" y="2519796"/>
                  <a:pt x="2788228" y="2528455"/>
                  <a:pt x="2779568" y="2528455"/>
                </a:cubicBezTo>
                <a:lnTo>
                  <a:pt x="2796887" y="2511136"/>
                </a:lnTo>
                <a:cubicBezTo>
                  <a:pt x="2788228" y="2502477"/>
                  <a:pt x="2770909" y="2493818"/>
                  <a:pt x="2770909" y="2485159"/>
                </a:cubicBezTo>
                <a:cubicBezTo>
                  <a:pt x="2788228" y="2493818"/>
                  <a:pt x="2796887" y="2493818"/>
                  <a:pt x="2814205" y="2519796"/>
                </a:cubicBezTo>
                <a:close/>
                <a:moveTo>
                  <a:pt x="787977" y="2511136"/>
                </a:moveTo>
                <a:cubicBezTo>
                  <a:pt x="787977" y="2502477"/>
                  <a:pt x="796636" y="2493818"/>
                  <a:pt x="796636" y="2485159"/>
                </a:cubicBezTo>
                <a:cubicBezTo>
                  <a:pt x="796636" y="2493818"/>
                  <a:pt x="796636" y="2511136"/>
                  <a:pt x="787977" y="2511136"/>
                </a:cubicBezTo>
                <a:close/>
                <a:moveTo>
                  <a:pt x="753341" y="2511136"/>
                </a:moveTo>
                <a:cubicBezTo>
                  <a:pt x="753341" y="2502477"/>
                  <a:pt x="753341" y="2485159"/>
                  <a:pt x="762000" y="2485159"/>
                </a:cubicBezTo>
                <a:cubicBezTo>
                  <a:pt x="770659" y="2485159"/>
                  <a:pt x="762000" y="2502477"/>
                  <a:pt x="753341" y="2511136"/>
                </a:cubicBezTo>
                <a:close/>
                <a:moveTo>
                  <a:pt x="736023" y="2511136"/>
                </a:moveTo>
                <a:cubicBezTo>
                  <a:pt x="718705" y="2502477"/>
                  <a:pt x="701386" y="2493818"/>
                  <a:pt x="692727" y="2485159"/>
                </a:cubicBezTo>
                <a:cubicBezTo>
                  <a:pt x="701386" y="2485159"/>
                  <a:pt x="718705" y="2493818"/>
                  <a:pt x="736023" y="2511136"/>
                </a:cubicBezTo>
                <a:close/>
                <a:moveTo>
                  <a:pt x="2597728" y="2467841"/>
                </a:moveTo>
                <a:cubicBezTo>
                  <a:pt x="2589068" y="2467841"/>
                  <a:pt x="2580409" y="2459182"/>
                  <a:pt x="2571750" y="2450523"/>
                </a:cubicBezTo>
                <a:cubicBezTo>
                  <a:pt x="2580409" y="2450523"/>
                  <a:pt x="2589068" y="2459182"/>
                  <a:pt x="2597728" y="2467841"/>
                </a:cubicBezTo>
                <a:close/>
                <a:moveTo>
                  <a:pt x="1593273" y="2467841"/>
                </a:moveTo>
                <a:cubicBezTo>
                  <a:pt x="1584614" y="2467841"/>
                  <a:pt x="1567296" y="2459182"/>
                  <a:pt x="1549977" y="2450523"/>
                </a:cubicBezTo>
                <a:cubicBezTo>
                  <a:pt x="1558637" y="2450523"/>
                  <a:pt x="1575955" y="2459182"/>
                  <a:pt x="1593273" y="2467841"/>
                </a:cubicBezTo>
                <a:close/>
                <a:moveTo>
                  <a:pt x="2788228" y="2467841"/>
                </a:moveTo>
                <a:lnTo>
                  <a:pt x="2788228" y="2441864"/>
                </a:lnTo>
                <a:cubicBezTo>
                  <a:pt x="2788228" y="2450523"/>
                  <a:pt x="2796887" y="2467841"/>
                  <a:pt x="2788228" y="2467841"/>
                </a:cubicBezTo>
                <a:close/>
                <a:moveTo>
                  <a:pt x="1108364" y="2441864"/>
                </a:moveTo>
                <a:lnTo>
                  <a:pt x="1108364" y="2467841"/>
                </a:lnTo>
                <a:cubicBezTo>
                  <a:pt x="1082387" y="2459182"/>
                  <a:pt x="1047750" y="2459182"/>
                  <a:pt x="1021773" y="2441864"/>
                </a:cubicBezTo>
                <a:lnTo>
                  <a:pt x="1108364" y="2441864"/>
                </a:lnTo>
                <a:close/>
                <a:moveTo>
                  <a:pt x="736023" y="2467841"/>
                </a:moveTo>
                <a:cubicBezTo>
                  <a:pt x="727364" y="2459182"/>
                  <a:pt x="718705" y="2450523"/>
                  <a:pt x="718705" y="2441864"/>
                </a:cubicBezTo>
                <a:cubicBezTo>
                  <a:pt x="727364" y="2450523"/>
                  <a:pt x="736023" y="2459182"/>
                  <a:pt x="736023" y="2467841"/>
                </a:cubicBezTo>
                <a:close/>
                <a:moveTo>
                  <a:pt x="3377046" y="2433205"/>
                </a:moveTo>
                <a:cubicBezTo>
                  <a:pt x="3411682" y="2450523"/>
                  <a:pt x="3446319" y="2459182"/>
                  <a:pt x="3463637" y="2467841"/>
                </a:cubicBezTo>
                <a:cubicBezTo>
                  <a:pt x="3454978" y="2467841"/>
                  <a:pt x="3429000" y="2459182"/>
                  <a:pt x="3403023" y="2493818"/>
                </a:cubicBezTo>
                <a:cubicBezTo>
                  <a:pt x="3385705" y="2485159"/>
                  <a:pt x="3368387" y="2459182"/>
                  <a:pt x="3342409" y="2459182"/>
                </a:cubicBezTo>
                <a:cubicBezTo>
                  <a:pt x="3325091" y="2459182"/>
                  <a:pt x="3333750" y="2476500"/>
                  <a:pt x="3333750" y="2485159"/>
                </a:cubicBezTo>
                <a:cubicBezTo>
                  <a:pt x="3325091" y="2476500"/>
                  <a:pt x="3325091" y="2476500"/>
                  <a:pt x="3325091" y="2459182"/>
                </a:cubicBezTo>
                <a:cubicBezTo>
                  <a:pt x="3325091" y="2433205"/>
                  <a:pt x="3299114" y="2441864"/>
                  <a:pt x="3281796" y="2433205"/>
                </a:cubicBezTo>
                <a:lnTo>
                  <a:pt x="3377046" y="2433205"/>
                </a:lnTo>
                <a:close/>
                <a:moveTo>
                  <a:pt x="2900796" y="2450523"/>
                </a:moveTo>
                <a:cubicBezTo>
                  <a:pt x="2900796" y="2459182"/>
                  <a:pt x="2892137" y="2467841"/>
                  <a:pt x="2892137" y="2476500"/>
                </a:cubicBezTo>
                <a:cubicBezTo>
                  <a:pt x="2857500" y="2459182"/>
                  <a:pt x="2857500" y="2424546"/>
                  <a:pt x="2822864" y="2424546"/>
                </a:cubicBezTo>
                <a:lnTo>
                  <a:pt x="2857500" y="2415886"/>
                </a:lnTo>
                <a:cubicBezTo>
                  <a:pt x="2866159" y="2433205"/>
                  <a:pt x="2883478" y="2441864"/>
                  <a:pt x="2900796" y="2450523"/>
                </a:cubicBezTo>
                <a:close/>
                <a:moveTo>
                  <a:pt x="2563091" y="2441864"/>
                </a:moveTo>
                <a:cubicBezTo>
                  <a:pt x="2545773" y="2433205"/>
                  <a:pt x="2519796" y="2424546"/>
                  <a:pt x="2502478" y="2415886"/>
                </a:cubicBezTo>
                <a:cubicBezTo>
                  <a:pt x="2519796" y="2424546"/>
                  <a:pt x="2545773" y="2433205"/>
                  <a:pt x="2563091" y="2441864"/>
                </a:cubicBezTo>
                <a:close/>
                <a:moveTo>
                  <a:pt x="1082387" y="2415886"/>
                </a:moveTo>
                <a:cubicBezTo>
                  <a:pt x="1073727" y="2424546"/>
                  <a:pt x="1065068" y="2424546"/>
                  <a:pt x="1039091" y="2424546"/>
                </a:cubicBezTo>
                <a:cubicBezTo>
                  <a:pt x="1021773" y="2424546"/>
                  <a:pt x="1004455" y="2415886"/>
                  <a:pt x="987136" y="2407227"/>
                </a:cubicBezTo>
                <a:lnTo>
                  <a:pt x="1082387" y="2415886"/>
                </a:lnTo>
                <a:close/>
                <a:moveTo>
                  <a:pt x="2493818" y="2407227"/>
                </a:moveTo>
                <a:cubicBezTo>
                  <a:pt x="2485159" y="2398568"/>
                  <a:pt x="2476500" y="2398568"/>
                  <a:pt x="2476500" y="2389909"/>
                </a:cubicBezTo>
                <a:cubicBezTo>
                  <a:pt x="2485159" y="2398568"/>
                  <a:pt x="2493818" y="2398568"/>
                  <a:pt x="2493818" y="2407227"/>
                </a:cubicBezTo>
                <a:close/>
                <a:moveTo>
                  <a:pt x="1853046" y="2580409"/>
                </a:moveTo>
                <a:cubicBezTo>
                  <a:pt x="1905000" y="2632364"/>
                  <a:pt x="1956955" y="2606386"/>
                  <a:pt x="2000250" y="2675659"/>
                </a:cubicBezTo>
                <a:lnTo>
                  <a:pt x="2000250" y="2701636"/>
                </a:lnTo>
                <a:cubicBezTo>
                  <a:pt x="1956955" y="2658341"/>
                  <a:pt x="1887682" y="2632364"/>
                  <a:pt x="1844387" y="2580409"/>
                </a:cubicBezTo>
                <a:cubicBezTo>
                  <a:pt x="1801091" y="2545773"/>
                  <a:pt x="1783773" y="2459182"/>
                  <a:pt x="1723159" y="2459182"/>
                </a:cubicBezTo>
                <a:cubicBezTo>
                  <a:pt x="1723159" y="2450523"/>
                  <a:pt x="1731818" y="2450523"/>
                  <a:pt x="1740477" y="2441864"/>
                </a:cubicBezTo>
                <a:cubicBezTo>
                  <a:pt x="1723159" y="2424546"/>
                  <a:pt x="1697182" y="2398568"/>
                  <a:pt x="1688523" y="2372591"/>
                </a:cubicBezTo>
                <a:cubicBezTo>
                  <a:pt x="1749137" y="2433205"/>
                  <a:pt x="1792432" y="2519796"/>
                  <a:pt x="1853046" y="2580409"/>
                </a:cubicBezTo>
                <a:close/>
                <a:moveTo>
                  <a:pt x="2502478" y="2389909"/>
                </a:moveTo>
                <a:cubicBezTo>
                  <a:pt x="2502478" y="2381250"/>
                  <a:pt x="2511137" y="2372591"/>
                  <a:pt x="2511137" y="2363932"/>
                </a:cubicBezTo>
                <a:cubicBezTo>
                  <a:pt x="2511137" y="2372591"/>
                  <a:pt x="2511137" y="2381250"/>
                  <a:pt x="2502478" y="2389909"/>
                </a:cubicBezTo>
                <a:close/>
                <a:moveTo>
                  <a:pt x="2251364" y="2398568"/>
                </a:moveTo>
                <a:lnTo>
                  <a:pt x="2216728" y="2363932"/>
                </a:lnTo>
                <a:cubicBezTo>
                  <a:pt x="2251364" y="2363932"/>
                  <a:pt x="2363932" y="2476500"/>
                  <a:pt x="2372591" y="2537114"/>
                </a:cubicBezTo>
                <a:cubicBezTo>
                  <a:pt x="2363932" y="2528455"/>
                  <a:pt x="2346614" y="2519796"/>
                  <a:pt x="2337955" y="2528455"/>
                </a:cubicBezTo>
                <a:cubicBezTo>
                  <a:pt x="2346614" y="2537114"/>
                  <a:pt x="2355273" y="2554432"/>
                  <a:pt x="2363932" y="2563091"/>
                </a:cubicBezTo>
                <a:cubicBezTo>
                  <a:pt x="2303318" y="2528455"/>
                  <a:pt x="2242705" y="2433205"/>
                  <a:pt x="2182091" y="2363932"/>
                </a:cubicBezTo>
                <a:cubicBezTo>
                  <a:pt x="2225387" y="2381250"/>
                  <a:pt x="2190750" y="2389909"/>
                  <a:pt x="2251364" y="2398568"/>
                </a:cubicBezTo>
                <a:close/>
                <a:moveTo>
                  <a:pt x="831273" y="2415886"/>
                </a:moveTo>
                <a:cubicBezTo>
                  <a:pt x="822614" y="2407227"/>
                  <a:pt x="822614" y="2398568"/>
                  <a:pt x="796636" y="2398568"/>
                </a:cubicBezTo>
                <a:cubicBezTo>
                  <a:pt x="779318" y="2398568"/>
                  <a:pt x="770659" y="2415886"/>
                  <a:pt x="762000" y="2433205"/>
                </a:cubicBezTo>
                <a:cubicBezTo>
                  <a:pt x="762000" y="2433205"/>
                  <a:pt x="753341" y="2441864"/>
                  <a:pt x="779318" y="2441864"/>
                </a:cubicBezTo>
                <a:cubicBezTo>
                  <a:pt x="796636" y="2441864"/>
                  <a:pt x="796636" y="2424546"/>
                  <a:pt x="796636" y="2415886"/>
                </a:cubicBezTo>
                <a:cubicBezTo>
                  <a:pt x="805296" y="2415886"/>
                  <a:pt x="822614" y="2433205"/>
                  <a:pt x="831273" y="2450523"/>
                </a:cubicBezTo>
                <a:cubicBezTo>
                  <a:pt x="822614" y="2450523"/>
                  <a:pt x="831273" y="2441864"/>
                  <a:pt x="805296" y="2441864"/>
                </a:cubicBezTo>
                <a:cubicBezTo>
                  <a:pt x="787977" y="2441864"/>
                  <a:pt x="779318" y="2459182"/>
                  <a:pt x="779318" y="2467841"/>
                </a:cubicBezTo>
                <a:cubicBezTo>
                  <a:pt x="787977" y="2476500"/>
                  <a:pt x="796636" y="2467841"/>
                  <a:pt x="831273" y="2467841"/>
                </a:cubicBezTo>
                <a:cubicBezTo>
                  <a:pt x="857250" y="2502477"/>
                  <a:pt x="805296" y="2537114"/>
                  <a:pt x="857250" y="2571750"/>
                </a:cubicBezTo>
                <a:cubicBezTo>
                  <a:pt x="839932" y="2571750"/>
                  <a:pt x="822614" y="2563091"/>
                  <a:pt x="805296" y="2571750"/>
                </a:cubicBezTo>
                <a:cubicBezTo>
                  <a:pt x="831273" y="2606386"/>
                  <a:pt x="857250" y="2632364"/>
                  <a:pt x="891886" y="2649682"/>
                </a:cubicBezTo>
                <a:lnTo>
                  <a:pt x="865909" y="2658341"/>
                </a:lnTo>
                <a:cubicBezTo>
                  <a:pt x="839932" y="2641023"/>
                  <a:pt x="805296" y="2597727"/>
                  <a:pt x="787977" y="2597727"/>
                </a:cubicBezTo>
                <a:cubicBezTo>
                  <a:pt x="762000" y="2597727"/>
                  <a:pt x="684068" y="2684318"/>
                  <a:pt x="632114" y="2727614"/>
                </a:cubicBezTo>
                <a:cubicBezTo>
                  <a:pt x="632114" y="2718955"/>
                  <a:pt x="649432" y="2675659"/>
                  <a:pt x="649432" y="2667000"/>
                </a:cubicBezTo>
                <a:cubicBezTo>
                  <a:pt x="666750" y="2632364"/>
                  <a:pt x="701386" y="2589068"/>
                  <a:pt x="727364" y="2545773"/>
                </a:cubicBezTo>
                <a:cubicBezTo>
                  <a:pt x="718705" y="2537114"/>
                  <a:pt x="727364" y="2537114"/>
                  <a:pt x="701386" y="2537114"/>
                </a:cubicBezTo>
                <a:cubicBezTo>
                  <a:pt x="684068" y="2537114"/>
                  <a:pt x="554182" y="2684318"/>
                  <a:pt x="484909" y="2736273"/>
                </a:cubicBezTo>
                <a:cubicBezTo>
                  <a:pt x="536864" y="2684318"/>
                  <a:pt x="588818" y="2632364"/>
                  <a:pt x="632114" y="2571750"/>
                </a:cubicBezTo>
                <a:cubicBezTo>
                  <a:pt x="623455" y="2563091"/>
                  <a:pt x="614796" y="2563091"/>
                  <a:pt x="597477" y="2563091"/>
                </a:cubicBezTo>
                <a:cubicBezTo>
                  <a:pt x="571500" y="2563091"/>
                  <a:pt x="571500" y="2563091"/>
                  <a:pt x="562841" y="2571750"/>
                </a:cubicBezTo>
                <a:cubicBezTo>
                  <a:pt x="519546" y="2623705"/>
                  <a:pt x="467591" y="2684318"/>
                  <a:pt x="432955" y="2727614"/>
                </a:cubicBezTo>
                <a:cubicBezTo>
                  <a:pt x="424295" y="2718955"/>
                  <a:pt x="406977" y="2727614"/>
                  <a:pt x="389659" y="2727614"/>
                </a:cubicBezTo>
                <a:cubicBezTo>
                  <a:pt x="441614" y="2692977"/>
                  <a:pt x="510886" y="2615046"/>
                  <a:pt x="554182" y="2563091"/>
                </a:cubicBezTo>
                <a:cubicBezTo>
                  <a:pt x="554182" y="2554432"/>
                  <a:pt x="571500" y="2545773"/>
                  <a:pt x="588818" y="2545773"/>
                </a:cubicBezTo>
                <a:cubicBezTo>
                  <a:pt x="614796" y="2545773"/>
                  <a:pt x="623455" y="2554432"/>
                  <a:pt x="632114" y="2571750"/>
                </a:cubicBezTo>
                <a:lnTo>
                  <a:pt x="658091" y="2545773"/>
                </a:lnTo>
                <a:cubicBezTo>
                  <a:pt x="658091" y="2537114"/>
                  <a:pt x="649432" y="2528455"/>
                  <a:pt x="640773" y="2519796"/>
                </a:cubicBezTo>
                <a:lnTo>
                  <a:pt x="623455" y="2537114"/>
                </a:lnTo>
                <a:cubicBezTo>
                  <a:pt x="632114" y="2485159"/>
                  <a:pt x="658091" y="2476500"/>
                  <a:pt x="692727" y="2433205"/>
                </a:cubicBezTo>
                <a:cubicBezTo>
                  <a:pt x="692727" y="2433205"/>
                  <a:pt x="701386" y="2433205"/>
                  <a:pt x="718705" y="2441864"/>
                </a:cubicBezTo>
                <a:cubicBezTo>
                  <a:pt x="718705" y="2424546"/>
                  <a:pt x="718705" y="2389909"/>
                  <a:pt x="727364" y="2381250"/>
                </a:cubicBezTo>
                <a:lnTo>
                  <a:pt x="736023" y="2381250"/>
                </a:lnTo>
                <a:cubicBezTo>
                  <a:pt x="744682" y="2389909"/>
                  <a:pt x="753341" y="2407227"/>
                  <a:pt x="762000" y="2424546"/>
                </a:cubicBezTo>
                <a:lnTo>
                  <a:pt x="779318" y="2407227"/>
                </a:lnTo>
                <a:lnTo>
                  <a:pt x="762000" y="2389909"/>
                </a:lnTo>
                <a:cubicBezTo>
                  <a:pt x="762000" y="2389909"/>
                  <a:pt x="770659" y="2355273"/>
                  <a:pt x="805296" y="2381250"/>
                </a:cubicBezTo>
                <a:lnTo>
                  <a:pt x="805296" y="2355273"/>
                </a:lnTo>
                <a:cubicBezTo>
                  <a:pt x="822614" y="2363932"/>
                  <a:pt x="831273" y="2372591"/>
                  <a:pt x="831273" y="2415886"/>
                </a:cubicBezTo>
                <a:close/>
                <a:moveTo>
                  <a:pt x="3325091" y="2346614"/>
                </a:moveTo>
                <a:cubicBezTo>
                  <a:pt x="3325091" y="2346614"/>
                  <a:pt x="3420341" y="2398568"/>
                  <a:pt x="3420341" y="2381250"/>
                </a:cubicBezTo>
                <a:cubicBezTo>
                  <a:pt x="3420341" y="2363932"/>
                  <a:pt x="3394364" y="2372591"/>
                  <a:pt x="3385705" y="2372591"/>
                </a:cubicBezTo>
                <a:cubicBezTo>
                  <a:pt x="3394364" y="2363932"/>
                  <a:pt x="3403023" y="2346614"/>
                  <a:pt x="3403023" y="2337955"/>
                </a:cubicBezTo>
                <a:lnTo>
                  <a:pt x="3429000" y="2363932"/>
                </a:lnTo>
                <a:lnTo>
                  <a:pt x="3446319" y="2346614"/>
                </a:lnTo>
                <a:cubicBezTo>
                  <a:pt x="3463637" y="2372591"/>
                  <a:pt x="3480955" y="2363932"/>
                  <a:pt x="3498273" y="2363932"/>
                </a:cubicBezTo>
                <a:lnTo>
                  <a:pt x="3498273" y="2398568"/>
                </a:lnTo>
                <a:cubicBezTo>
                  <a:pt x="3506932" y="2407227"/>
                  <a:pt x="3532909" y="2381250"/>
                  <a:pt x="3532909" y="2398568"/>
                </a:cubicBezTo>
                <a:cubicBezTo>
                  <a:pt x="3532909" y="2381250"/>
                  <a:pt x="3524250" y="2389909"/>
                  <a:pt x="3515591" y="2389909"/>
                </a:cubicBezTo>
                <a:cubicBezTo>
                  <a:pt x="3515591" y="2381250"/>
                  <a:pt x="3524250" y="2363932"/>
                  <a:pt x="3550228" y="2363932"/>
                </a:cubicBezTo>
                <a:cubicBezTo>
                  <a:pt x="3567546" y="2363932"/>
                  <a:pt x="3593523" y="2398568"/>
                  <a:pt x="3610841" y="2424546"/>
                </a:cubicBezTo>
                <a:lnTo>
                  <a:pt x="3576205" y="2424546"/>
                </a:lnTo>
                <a:cubicBezTo>
                  <a:pt x="3567546" y="2415886"/>
                  <a:pt x="3567546" y="2398568"/>
                  <a:pt x="3558887" y="2389909"/>
                </a:cubicBezTo>
                <a:cubicBezTo>
                  <a:pt x="3541569" y="2398568"/>
                  <a:pt x="3541569" y="2424546"/>
                  <a:pt x="3515591" y="2424546"/>
                </a:cubicBezTo>
                <a:cubicBezTo>
                  <a:pt x="3489614" y="2424546"/>
                  <a:pt x="3480955" y="2398568"/>
                  <a:pt x="3463637" y="2389909"/>
                </a:cubicBezTo>
                <a:cubicBezTo>
                  <a:pt x="3454978" y="2389909"/>
                  <a:pt x="3437659" y="2407227"/>
                  <a:pt x="3437659" y="2424546"/>
                </a:cubicBezTo>
                <a:cubicBezTo>
                  <a:pt x="3429000" y="2424546"/>
                  <a:pt x="3420341" y="2424546"/>
                  <a:pt x="3420341" y="2407227"/>
                </a:cubicBezTo>
                <a:cubicBezTo>
                  <a:pt x="3420341" y="2407227"/>
                  <a:pt x="3429000" y="2407227"/>
                  <a:pt x="3420341" y="2398568"/>
                </a:cubicBezTo>
                <a:lnTo>
                  <a:pt x="3420341" y="2389909"/>
                </a:lnTo>
                <a:cubicBezTo>
                  <a:pt x="3403023" y="2407227"/>
                  <a:pt x="3394364" y="2415886"/>
                  <a:pt x="3368387" y="2415886"/>
                </a:cubicBezTo>
                <a:cubicBezTo>
                  <a:pt x="3351069" y="2415886"/>
                  <a:pt x="3351069" y="2398568"/>
                  <a:pt x="3325091" y="2398568"/>
                </a:cubicBezTo>
                <a:cubicBezTo>
                  <a:pt x="3307773" y="2398568"/>
                  <a:pt x="3316432" y="2415886"/>
                  <a:pt x="3299114" y="2415886"/>
                </a:cubicBezTo>
                <a:cubicBezTo>
                  <a:pt x="3273137" y="2415886"/>
                  <a:pt x="3290455" y="2398568"/>
                  <a:pt x="3281796" y="2389909"/>
                </a:cubicBezTo>
                <a:cubicBezTo>
                  <a:pt x="3273137" y="2398568"/>
                  <a:pt x="3281796" y="2415886"/>
                  <a:pt x="3264478" y="2415886"/>
                </a:cubicBezTo>
                <a:cubicBezTo>
                  <a:pt x="3238500" y="2415886"/>
                  <a:pt x="3264478" y="2398568"/>
                  <a:pt x="3238500" y="2398568"/>
                </a:cubicBezTo>
                <a:cubicBezTo>
                  <a:pt x="3221182" y="2398568"/>
                  <a:pt x="3221182" y="2424546"/>
                  <a:pt x="3203864" y="2424546"/>
                </a:cubicBezTo>
                <a:cubicBezTo>
                  <a:pt x="3177887" y="2424546"/>
                  <a:pt x="3186546" y="2424546"/>
                  <a:pt x="3177887" y="2415886"/>
                </a:cubicBezTo>
                <a:cubicBezTo>
                  <a:pt x="3195205" y="2407227"/>
                  <a:pt x="3203864" y="2407227"/>
                  <a:pt x="3203864" y="2389909"/>
                </a:cubicBezTo>
                <a:cubicBezTo>
                  <a:pt x="3203864" y="2363932"/>
                  <a:pt x="3186546" y="2363932"/>
                  <a:pt x="3169228" y="2363932"/>
                </a:cubicBezTo>
                <a:cubicBezTo>
                  <a:pt x="3169228" y="2355273"/>
                  <a:pt x="3160569" y="2346614"/>
                  <a:pt x="3186546" y="2346614"/>
                </a:cubicBezTo>
                <a:cubicBezTo>
                  <a:pt x="3203864" y="2346614"/>
                  <a:pt x="3221182" y="2372591"/>
                  <a:pt x="3238500" y="2372591"/>
                </a:cubicBezTo>
                <a:cubicBezTo>
                  <a:pt x="3264478" y="2372591"/>
                  <a:pt x="3255819" y="2337955"/>
                  <a:pt x="3281796" y="2337955"/>
                </a:cubicBezTo>
                <a:cubicBezTo>
                  <a:pt x="3299114" y="2337955"/>
                  <a:pt x="3299114" y="2346614"/>
                  <a:pt x="3325091" y="2346614"/>
                </a:cubicBezTo>
                <a:close/>
                <a:moveTo>
                  <a:pt x="2260023" y="2311977"/>
                </a:moveTo>
                <a:cubicBezTo>
                  <a:pt x="2303318" y="2294659"/>
                  <a:pt x="2329296" y="2372591"/>
                  <a:pt x="2346614" y="2398568"/>
                </a:cubicBezTo>
                <a:lnTo>
                  <a:pt x="2260023" y="2311977"/>
                </a:lnTo>
                <a:close/>
                <a:moveTo>
                  <a:pt x="1056409" y="2303318"/>
                </a:moveTo>
                <a:lnTo>
                  <a:pt x="952500" y="2303318"/>
                </a:lnTo>
                <a:lnTo>
                  <a:pt x="1056409" y="2303318"/>
                </a:lnTo>
                <a:close/>
                <a:moveTo>
                  <a:pt x="3212523" y="2294659"/>
                </a:moveTo>
                <a:cubicBezTo>
                  <a:pt x="3212523" y="2294659"/>
                  <a:pt x="3212523" y="2303318"/>
                  <a:pt x="3203864" y="2294659"/>
                </a:cubicBezTo>
                <a:lnTo>
                  <a:pt x="3212523" y="2294659"/>
                </a:lnTo>
                <a:close/>
                <a:moveTo>
                  <a:pt x="3186546" y="2294659"/>
                </a:moveTo>
                <a:lnTo>
                  <a:pt x="3169228" y="2311977"/>
                </a:lnTo>
                <a:cubicBezTo>
                  <a:pt x="3160569" y="2303318"/>
                  <a:pt x="3143250" y="2303318"/>
                  <a:pt x="3125932" y="2294659"/>
                </a:cubicBezTo>
                <a:lnTo>
                  <a:pt x="3186546" y="2294659"/>
                </a:lnTo>
                <a:close/>
                <a:moveTo>
                  <a:pt x="2459182" y="2372591"/>
                </a:moveTo>
                <a:lnTo>
                  <a:pt x="2381250" y="2268682"/>
                </a:lnTo>
                <a:cubicBezTo>
                  <a:pt x="2415887" y="2294659"/>
                  <a:pt x="2441864" y="2337955"/>
                  <a:pt x="2459182" y="2372591"/>
                </a:cubicBezTo>
                <a:close/>
                <a:moveTo>
                  <a:pt x="3177887" y="2260023"/>
                </a:moveTo>
                <a:cubicBezTo>
                  <a:pt x="3160569" y="2260023"/>
                  <a:pt x="3125932" y="2268682"/>
                  <a:pt x="3108614" y="2268682"/>
                </a:cubicBezTo>
                <a:cubicBezTo>
                  <a:pt x="3082637" y="2268682"/>
                  <a:pt x="3073978" y="2268682"/>
                  <a:pt x="3056659" y="2251364"/>
                </a:cubicBezTo>
                <a:lnTo>
                  <a:pt x="3177887" y="2260023"/>
                </a:lnTo>
                <a:close/>
                <a:moveTo>
                  <a:pt x="865909" y="2303318"/>
                </a:moveTo>
                <a:lnTo>
                  <a:pt x="865909" y="2234046"/>
                </a:lnTo>
                <a:lnTo>
                  <a:pt x="865909" y="2303318"/>
                </a:lnTo>
                <a:close/>
                <a:moveTo>
                  <a:pt x="3151909" y="2234046"/>
                </a:moveTo>
                <a:cubicBezTo>
                  <a:pt x="3108614" y="2234046"/>
                  <a:pt x="3048000" y="2242705"/>
                  <a:pt x="3004705" y="2216727"/>
                </a:cubicBezTo>
                <a:lnTo>
                  <a:pt x="3151909" y="2234046"/>
                </a:lnTo>
                <a:close/>
                <a:moveTo>
                  <a:pt x="2355273" y="2234046"/>
                </a:moveTo>
                <a:cubicBezTo>
                  <a:pt x="2346614" y="2234046"/>
                  <a:pt x="2337955" y="2225386"/>
                  <a:pt x="2329296" y="2216727"/>
                </a:cubicBezTo>
                <a:cubicBezTo>
                  <a:pt x="2337955" y="2216727"/>
                  <a:pt x="2346614" y="2225386"/>
                  <a:pt x="2355273" y="2234046"/>
                </a:cubicBezTo>
                <a:close/>
                <a:moveTo>
                  <a:pt x="2398568" y="2225386"/>
                </a:moveTo>
                <a:cubicBezTo>
                  <a:pt x="2398568" y="2242705"/>
                  <a:pt x="2381250" y="2242705"/>
                  <a:pt x="2363932" y="2251364"/>
                </a:cubicBezTo>
                <a:cubicBezTo>
                  <a:pt x="2372591" y="2242705"/>
                  <a:pt x="2389909" y="2216727"/>
                  <a:pt x="2389909" y="2208068"/>
                </a:cubicBezTo>
                <a:cubicBezTo>
                  <a:pt x="2389909" y="2208068"/>
                  <a:pt x="2398568" y="2199409"/>
                  <a:pt x="2398568" y="2225386"/>
                </a:cubicBezTo>
                <a:close/>
                <a:moveTo>
                  <a:pt x="2874819" y="2216727"/>
                </a:moveTo>
                <a:cubicBezTo>
                  <a:pt x="2866159" y="2216727"/>
                  <a:pt x="2840182" y="2216727"/>
                  <a:pt x="2840182" y="2225386"/>
                </a:cubicBezTo>
                <a:lnTo>
                  <a:pt x="2840182" y="2234046"/>
                </a:lnTo>
                <a:lnTo>
                  <a:pt x="2840182" y="2199409"/>
                </a:lnTo>
                <a:cubicBezTo>
                  <a:pt x="2874819" y="2260023"/>
                  <a:pt x="2831523" y="2182091"/>
                  <a:pt x="2874819" y="2216727"/>
                </a:cubicBezTo>
                <a:close/>
                <a:moveTo>
                  <a:pt x="2848841" y="2190750"/>
                </a:moveTo>
                <a:cubicBezTo>
                  <a:pt x="2848841" y="2182091"/>
                  <a:pt x="2848841" y="2173432"/>
                  <a:pt x="2857500" y="2173432"/>
                </a:cubicBezTo>
                <a:cubicBezTo>
                  <a:pt x="2857500" y="2173432"/>
                  <a:pt x="2857500" y="2182091"/>
                  <a:pt x="2848841" y="2190750"/>
                </a:cubicBezTo>
                <a:close/>
                <a:moveTo>
                  <a:pt x="2260023" y="2234046"/>
                </a:moveTo>
                <a:cubicBezTo>
                  <a:pt x="2251364" y="2208068"/>
                  <a:pt x="2234046" y="2173432"/>
                  <a:pt x="2216728" y="2147455"/>
                </a:cubicBezTo>
                <a:cubicBezTo>
                  <a:pt x="2234046" y="2156114"/>
                  <a:pt x="2251364" y="2190750"/>
                  <a:pt x="2251364" y="2199409"/>
                </a:cubicBezTo>
                <a:cubicBezTo>
                  <a:pt x="2303318" y="2260023"/>
                  <a:pt x="2346614" y="2260023"/>
                  <a:pt x="2381250" y="2329296"/>
                </a:cubicBezTo>
                <a:cubicBezTo>
                  <a:pt x="2398568" y="2355273"/>
                  <a:pt x="2450523" y="2407227"/>
                  <a:pt x="2502478" y="2441864"/>
                </a:cubicBezTo>
                <a:cubicBezTo>
                  <a:pt x="2519796" y="2459182"/>
                  <a:pt x="2571750" y="2467841"/>
                  <a:pt x="2580409" y="2493818"/>
                </a:cubicBezTo>
                <a:cubicBezTo>
                  <a:pt x="2597728" y="2511136"/>
                  <a:pt x="2606387" y="2554432"/>
                  <a:pt x="2623705" y="2589068"/>
                </a:cubicBezTo>
                <a:cubicBezTo>
                  <a:pt x="2502478" y="2467841"/>
                  <a:pt x="2363932" y="2346614"/>
                  <a:pt x="2260023" y="2234046"/>
                </a:cubicBezTo>
                <a:close/>
                <a:moveTo>
                  <a:pt x="2043546" y="2138796"/>
                </a:moveTo>
                <a:cubicBezTo>
                  <a:pt x="2034887" y="2147455"/>
                  <a:pt x="2017568" y="2147455"/>
                  <a:pt x="2000250" y="2138796"/>
                </a:cubicBezTo>
                <a:cubicBezTo>
                  <a:pt x="2008909" y="2138796"/>
                  <a:pt x="2026227" y="2147455"/>
                  <a:pt x="2043546" y="2138796"/>
                </a:cubicBezTo>
                <a:close/>
                <a:moveTo>
                  <a:pt x="2857500" y="2121477"/>
                </a:moveTo>
                <a:lnTo>
                  <a:pt x="2848841" y="2121477"/>
                </a:lnTo>
                <a:lnTo>
                  <a:pt x="2857500" y="2121477"/>
                </a:lnTo>
                <a:close/>
                <a:moveTo>
                  <a:pt x="1913659" y="2130136"/>
                </a:moveTo>
                <a:cubicBezTo>
                  <a:pt x="1905000" y="2121477"/>
                  <a:pt x="1896341" y="2104159"/>
                  <a:pt x="1887682" y="2086841"/>
                </a:cubicBezTo>
                <a:cubicBezTo>
                  <a:pt x="1913659" y="2104159"/>
                  <a:pt x="1948296" y="2138796"/>
                  <a:pt x="1982932" y="2156114"/>
                </a:cubicBezTo>
                <a:cubicBezTo>
                  <a:pt x="1965614" y="2156114"/>
                  <a:pt x="1948296" y="2156114"/>
                  <a:pt x="1939637" y="2199409"/>
                </a:cubicBezTo>
                <a:cubicBezTo>
                  <a:pt x="1905000" y="2182091"/>
                  <a:pt x="1861705" y="2156114"/>
                  <a:pt x="1835727" y="2156114"/>
                </a:cubicBezTo>
                <a:cubicBezTo>
                  <a:pt x="1818409" y="2156114"/>
                  <a:pt x="1801091" y="2173432"/>
                  <a:pt x="1775114" y="2173432"/>
                </a:cubicBezTo>
                <a:cubicBezTo>
                  <a:pt x="1749137" y="2173432"/>
                  <a:pt x="1740477" y="2164773"/>
                  <a:pt x="1723159" y="2138796"/>
                </a:cubicBezTo>
                <a:lnTo>
                  <a:pt x="1731818" y="2130136"/>
                </a:lnTo>
                <a:cubicBezTo>
                  <a:pt x="1740477" y="2138796"/>
                  <a:pt x="1775114" y="2138796"/>
                  <a:pt x="1766455" y="2121477"/>
                </a:cubicBezTo>
                <a:cubicBezTo>
                  <a:pt x="1775114" y="2121477"/>
                  <a:pt x="1835727" y="2164773"/>
                  <a:pt x="1835727" y="2138796"/>
                </a:cubicBezTo>
                <a:cubicBezTo>
                  <a:pt x="1835727" y="2121477"/>
                  <a:pt x="1818409" y="2104159"/>
                  <a:pt x="1809750" y="2069523"/>
                </a:cubicBezTo>
                <a:cubicBezTo>
                  <a:pt x="1853046" y="2060864"/>
                  <a:pt x="1853046" y="2138796"/>
                  <a:pt x="1913659" y="2130136"/>
                </a:cubicBezTo>
                <a:close/>
                <a:moveTo>
                  <a:pt x="1541318" y="2147455"/>
                </a:moveTo>
                <a:cubicBezTo>
                  <a:pt x="1515341" y="2156114"/>
                  <a:pt x="1480705" y="2138796"/>
                  <a:pt x="1428750" y="2147455"/>
                </a:cubicBezTo>
                <a:cubicBezTo>
                  <a:pt x="1480705" y="2112818"/>
                  <a:pt x="1532659" y="2095500"/>
                  <a:pt x="1584614" y="2069523"/>
                </a:cubicBezTo>
                <a:cubicBezTo>
                  <a:pt x="1567296" y="2078182"/>
                  <a:pt x="1541318" y="2104159"/>
                  <a:pt x="1541318" y="2147455"/>
                </a:cubicBezTo>
                <a:close/>
                <a:moveTo>
                  <a:pt x="1723159" y="2095500"/>
                </a:moveTo>
                <a:cubicBezTo>
                  <a:pt x="1723159" y="2086841"/>
                  <a:pt x="1731818" y="2069523"/>
                  <a:pt x="1740477" y="2060864"/>
                </a:cubicBezTo>
                <a:cubicBezTo>
                  <a:pt x="1740477" y="2069523"/>
                  <a:pt x="1731818" y="2086841"/>
                  <a:pt x="1723159" y="2095500"/>
                </a:cubicBezTo>
                <a:close/>
                <a:moveTo>
                  <a:pt x="1368137" y="2156114"/>
                </a:moveTo>
                <a:cubicBezTo>
                  <a:pt x="1316182" y="2190750"/>
                  <a:pt x="1272887" y="2242705"/>
                  <a:pt x="1220932" y="2286000"/>
                </a:cubicBezTo>
                <a:cubicBezTo>
                  <a:pt x="1298864" y="2147455"/>
                  <a:pt x="1463387" y="2078182"/>
                  <a:pt x="1584614" y="2034886"/>
                </a:cubicBezTo>
                <a:cubicBezTo>
                  <a:pt x="1524000" y="2069523"/>
                  <a:pt x="1437409" y="2104159"/>
                  <a:pt x="1368137" y="2156114"/>
                </a:cubicBezTo>
                <a:close/>
                <a:moveTo>
                  <a:pt x="3091296" y="2017568"/>
                </a:moveTo>
                <a:cubicBezTo>
                  <a:pt x="3091296" y="2034886"/>
                  <a:pt x="3082637" y="2060864"/>
                  <a:pt x="3082637" y="2086841"/>
                </a:cubicBezTo>
                <a:cubicBezTo>
                  <a:pt x="3082637" y="2104159"/>
                  <a:pt x="3099955" y="2156114"/>
                  <a:pt x="3117273" y="2190750"/>
                </a:cubicBezTo>
                <a:cubicBezTo>
                  <a:pt x="3073978" y="2190750"/>
                  <a:pt x="3022023" y="2190750"/>
                  <a:pt x="2978728" y="2182091"/>
                </a:cubicBezTo>
                <a:cubicBezTo>
                  <a:pt x="3022023" y="2173432"/>
                  <a:pt x="3065319" y="2208068"/>
                  <a:pt x="3099955" y="2156114"/>
                </a:cubicBezTo>
                <a:lnTo>
                  <a:pt x="2961409" y="2156114"/>
                </a:lnTo>
                <a:cubicBezTo>
                  <a:pt x="3004705" y="2121477"/>
                  <a:pt x="3056659" y="2164773"/>
                  <a:pt x="3082637" y="2112818"/>
                </a:cubicBezTo>
                <a:lnTo>
                  <a:pt x="2970069" y="2112818"/>
                </a:lnTo>
                <a:cubicBezTo>
                  <a:pt x="2987387" y="2086841"/>
                  <a:pt x="3056659" y="2121477"/>
                  <a:pt x="3082637" y="2078182"/>
                </a:cubicBezTo>
                <a:lnTo>
                  <a:pt x="2987387" y="2078182"/>
                </a:lnTo>
                <a:cubicBezTo>
                  <a:pt x="3004705" y="2078182"/>
                  <a:pt x="3048000" y="2095500"/>
                  <a:pt x="3082637" y="2052205"/>
                </a:cubicBezTo>
                <a:lnTo>
                  <a:pt x="3013364" y="2052205"/>
                </a:lnTo>
                <a:cubicBezTo>
                  <a:pt x="3030682" y="2034886"/>
                  <a:pt x="3056659" y="2060864"/>
                  <a:pt x="3082637" y="2017568"/>
                </a:cubicBezTo>
                <a:lnTo>
                  <a:pt x="3048000" y="2017568"/>
                </a:lnTo>
                <a:lnTo>
                  <a:pt x="3091296" y="2017568"/>
                </a:lnTo>
                <a:close/>
                <a:moveTo>
                  <a:pt x="1948296" y="2034886"/>
                </a:moveTo>
                <a:cubicBezTo>
                  <a:pt x="1939637" y="2034886"/>
                  <a:pt x="1922318" y="2034886"/>
                  <a:pt x="1905000" y="2017568"/>
                </a:cubicBezTo>
                <a:lnTo>
                  <a:pt x="1887682" y="2034886"/>
                </a:lnTo>
                <a:cubicBezTo>
                  <a:pt x="1887682" y="2034886"/>
                  <a:pt x="1879023" y="2026227"/>
                  <a:pt x="1870364" y="2026227"/>
                </a:cubicBezTo>
                <a:cubicBezTo>
                  <a:pt x="1879023" y="2026227"/>
                  <a:pt x="1879023" y="2017568"/>
                  <a:pt x="1905000" y="2017568"/>
                </a:cubicBezTo>
                <a:cubicBezTo>
                  <a:pt x="1922318" y="2017568"/>
                  <a:pt x="1930977" y="2034886"/>
                  <a:pt x="1948296" y="2034886"/>
                </a:cubicBezTo>
                <a:close/>
                <a:moveTo>
                  <a:pt x="3480955" y="2052205"/>
                </a:moveTo>
                <a:cubicBezTo>
                  <a:pt x="3463637" y="2052205"/>
                  <a:pt x="3437659" y="2026227"/>
                  <a:pt x="3411682" y="2008909"/>
                </a:cubicBezTo>
                <a:cubicBezTo>
                  <a:pt x="3411682" y="2000250"/>
                  <a:pt x="3420341" y="2000250"/>
                  <a:pt x="3429000" y="1991591"/>
                </a:cubicBezTo>
                <a:cubicBezTo>
                  <a:pt x="3446319" y="2000250"/>
                  <a:pt x="3463637" y="2026227"/>
                  <a:pt x="3480955" y="2052205"/>
                </a:cubicBezTo>
                <a:close/>
                <a:moveTo>
                  <a:pt x="3099955" y="1991591"/>
                </a:moveTo>
                <a:lnTo>
                  <a:pt x="3073978" y="1991591"/>
                </a:lnTo>
                <a:lnTo>
                  <a:pt x="3099955" y="1991591"/>
                </a:lnTo>
                <a:close/>
                <a:moveTo>
                  <a:pt x="1861705" y="2017568"/>
                </a:moveTo>
                <a:cubicBezTo>
                  <a:pt x="1853046" y="2017568"/>
                  <a:pt x="1853046" y="2000250"/>
                  <a:pt x="1835727" y="1991591"/>
                </a:cubicBezTo>
                <a:cubicBezTo>
                  <a:pt x="1844387" y="1991591"/>
                  <a:pt x="1861705" y="2000250"/>
                  <a:pt x="1861705" y="2017568"/>
                </a:cubicBezTo>
                <a:close/>
                <a:moveTo>
                  <a:pt x="1827068" y="2000250"/>
                </a:moveTo>
                <a:cubicBezTo>
                  <a:pt x="1818409" y="2000250"/>
                  <a:pt x="1809750" y="1982932"/>
                  <a:pt x="1801091" y="1982932"/>
                </a:cubicBezTo>
                <a:cubicBezTo>
                  <a:pt x="1809750" y="1982932"/>
                  <a:pt x="1818409" y="1991591"/>
                  <a:pt x="1827068" y="2000250"/>
                </a:cubicBezTo>
                <a:close/>
                <a:moveTo>
                  <a:pt x="1982932" y="2000250"/>
                </a:moveTo>
                <a:lnTo>
                  <a:pt x="1956955" y="1974273"/>
                </a:lnTo>
                <a:cubicBezTo>
                  <a:pt x="1956955" y="1974273"/>
                  <a:pt x="1965614" y="1965614"/>
                  <a:pt x="1982932" y="1965614"/>
                </a:cubicBezTo>
                <a:lnTo>
                  <a:pt x="1982932" y="2000250"/>
                </a:lnTo>
                <a:close/>
                <a:moveTo>
                  <a:pt x="3827319" y="1956955"/>
                </a:moveTo>
                <a:cubicBezTo>
                  <a:pt x="3844637" y="1948296"/>
                  <a:pt x="3887932" y="1948296"/>
                  <a:pt x="3905250" y="2000250"/>
                </a:cubicBezTo>
                <a:cubicBezTo>
                  <a:pt x="3879273" y="1991591"/>
                  <a:pt x="3853296" y="1974273"/>
                  <a:pt x="3827319" y="1956955"/>
                </a:cubicBezTo>
                <a:close/>
                <a:moveTo>
                  <a:pt x="3801341" y="1939636"/>
                </a:moveTo>
                <a:lnTo>
                  <a:pt x="3792682" y="1939636"/>
                </a:lnTo>
                <a:lnTo>
                  <a:pt x="3801341" y="1939636"/>
                </a:lnTo>
                <a:close/>
                <a:moveTo>
                  <a:pt x="3775364" y="1956955"/>
                </a:moveTo>
                <a:cubicBezTo>
                  <a:pt x="3758046" y="1965614"/>
                  <a:pt x="3740728" y="1991591"/>
                  <a:pt x="3714750" y="1991591"/>
                </a:cubicBezTo>
                <a:cubicBezTo>
                  <a:pt x="3697432" y="1991591"/>
                  <a:pt x="3654137" y="1974273"/>
                  <a:pt x="3619500" y="1948296"/>
                </a:cubicBezTo>
                <a:cubicBezTo>
                  <a:pt x="3636819" y="1956955"/>
                  <a:pt x="3654137" y="1965614"/>
                  <a:pt x="3671455" y="1965614"/>
                </a:cubicBezTo>
                <a:cubicBezTo>
                  <a:pt x="3697432" y="1965614"/>
                  <a:pt x="3688773" y="1948296"/>
                  <a:pt x="3697432" y="1939636"/>
                </a:cubicBezTo>
                <a:cubicBezTo>
                  <a:pt x="3697432" y="1948296"/>
                  <a:pt x="3706091" y="1965614"/>
                  <a:pt x="3714750" y="1974273"/>
                </a:cubicBezTo>
                <a:cubicBezTo>
                  <a:pt x="3714750" y="1965614"/>
                  <a:pt x="3723409" y="1965614"/>
                  <a:pt x="3732069" y="1930977"/>
                </a:cubicBezTo>
                <a:cubicBezTo>
                  <a:pt x="3740728" y="1939636"/>
                  <a:pt x="3758046" y="1956955"/>
                  <a:pt x="3775364" y="1956955"/>
                </a:cubicBezTo>
                <a:close/>
                <a:moveTo>
                  <a:pt x="1342159" y="1974273"/>
                </a:moveTo>
                <a:cubicBezTo>
                  <a:pt x="1342159" y="1991591"/>
                  <a:pt x="1333500" y="2000250"/>
                  <a:pt x="1324841" y="2000250"/>
                </a:cubicBezTo>
                <a:lnTo>
                  <a:pt x="1290205" y="2034886"/>
                </a:lnTo>
                <a:cubicBezTo>
                  <a:pt x="1212273" y="2078182"/>
                  <a:pt x="1160318" y="2121477"/>
                  <a:pt x="1117023" y="2190750"/>
                </a:cubicBezTo>
                <a:cubicBezTo>
                  <a:pt x="1099705" y="2199409"/>
                  <a:pt x="1065068" y="2199409"/>
                  <a:pt x="1039091" y="2216727"/>
                </a:cubicBezTo>
                <a:cubicBezTo>
                  <a:pt x="1065068" y="2234046"/>
                  <a:pt x="1099705" y="2234046"/>
                  <a:pt x="1125682" y="2234046"/>
                </a:cubicBezTo>
                <a:lnTo>
                  <a:pt x="1125682" y="2260023"/>
                </a:lnTo>
                <a:cubicBezTo>
                  <a:pt x="1082387" y="2260023"/>
                  <a:pt x="1039091" y="2260023"/>
                  <a:pt x="995796" y="2268682"/>
                </a:cubicBezTo>
                <a:cubicBezTo>
                  <a:pt x="1039091" y="2277341"/>
                  <a:pt x="1082387" y="2277341"/>
                  <a:pt x="1125682" y="2277341"/>
                </a:cubicBezTo>
                <a:cubicBezTo>
                  <a:pt x="1125682" y="2294659"/>
                  <a:pt x="1099705" y="2303318"/>
                  <a:pt x="1099705" y="2329296"/>
                </a:cubicBezTo>
                <a:cubicBezTo>
                  <a:pt x="1099705" y="2346614"/>
                  <a:pt x="1013114" y="2329296"/>
                  <a:pt x="969818" y="2337955"/>
                </a:cubicBezTo>
                <a:lnTo>
                  <a:pt x="961159" y="2355273"/>
                </a:lnTo>
                <a:cubicBezTo>
                  <a:pt x="987136" y="2355273"/>
                  <a:pt x="1073727" y="2329296"/>
                  <a:pt x="1091046" y="2381250"/>
                </a:cubicBezTo>
                <a:lnTo>
                  <a:pt x="969818" y="2381250"/>
                </a:lnTo>
                <a:cubicBezTo>
                  <a:pt x="935182" y="2346614"/>
                  <a:pt x="883227" y="2311977"/>
                  <a:pt x="883227" y="2268682"/>
                </a:cubicBezTo>
                <a:cubicBezTo>
                  <a:pt x="883227" y="2086841"/>
                  <a:pt x="1298864" y="1939636"/>
                  <a:pt x="1333500" y="1930977"/>
                </a:cubicBezTo>
                <a:cubicBezTo>
                  <a:pt x="1333500" y="1939636"/>
                  <a:pt x="1342159" y="1948296"/>
                  <a:pt x="1342159" y="1974273"/>
                </a:cubicBezTo>
                <a:close/>
                <a:moveTo>
                  <a:pt x="1593273" y="1974273"/>
                </a:moveTo>
                <a:cubicBezTo>
                  <a:pt x="1593273" y="2000250"/>
                  <a:pt x="1593273" y="2000250"/>
                  <a:pt x="1584614" y="2000250"/>
                </a:cubicBezTo>
                <a:cubicBezTo>
                  <a:pt x="1472046" y="2043546"/>
                  <a:pt x="1298864" y="2130136"/>
                  <a:pt x="1203614" y="2268682"/>
                </a:cubicBezTo>
                <a:cubicBezTo>
                  <a:pt x="1194955" y="2251364"/>
                  <a:pt x="1177637" y="2225386"/>
                  <a:pt x="1177637" y="2199409"/>
                </a:cubicBezTo>
                <a:cubicBezTo>
                  <a:pt x="1177637" y="2182091"/>
                  <a:pt x="1220932" y="2156114"/>
                  <a:pt x="1220932" y="2130136"/>
                </a:cubicBezTo>
                <a:cubicBezTo>
                  <a:pt x="1246909" y="2121477"/>
                  <a:pt x="1272887" y="2104159"/>
                  <a:pt x="1281546" y="2078182"/>
                </a:cubicBezTo>
                <a:cubicBezTo>
                  <a:pt x="1333500" y="2069523"/>
                  <a:pt x="1316182" y="2052205"/>
                  <a:pt x="1342159" y="2043546"/>
                </a:cubicBezTo>
                <a:cubicBezTo>
                  <a:pt x="1350818" y="2034886"/>
                  <a:pt x="1376796" y="2043546"/>
                  <a:pt x="1394114" y="2026227"/>
                </a:cubicBezTo>
                <a:cubicBezTo>
                  <a:pt x="1402773" y="2026227"/>
                  <a:pt x="1402773" y="2008909"/>
                  <a:pt x="1411432" y="2000250"/>
                </a:cubicBezTo>
                <a:cubicBezTo>
                  <a:pt x="1428750" y="2008909"/>
                  <a:pt x="1463387" y="1991591"/>
                  <a:pt x="1472046" y="1965614"/>
                </a:cubicBezTo>
                <a:lnTo>
                  <a:pt x="1489364" y="1982932"/>
                </a:lnTo>
                <a:cubicBezTo>
                  <a:pt x="1524000" y="1965614"/>
                  <a:pt x="1549977" y="1948296"/>
                  <a:pt x="1584614" y="1922318"/>
                </a:cubicBezTo>
                <a:cubicBezTo>
                  <a:pt x="1584614" y="1939636"/>
                  <a:pt x="1593273" y="1956955"/>
                  <a:pt x="1593273" y="1974273"/>
                </a:cubicBezTo>
                <a:close/>
                <a:moveTo>
                  <a:pt x="1316182" y="1922318"/>
                </a:moveTo>
                <a:lnTo>
                  <a:pt x="1316182" y="1913659"/>
                </a:lnTo>
                <a:lnTo>
                  <a:pt x="1316182" y="1922318"/>
                </a:lnTo>
                <a:close/>
                <a:moveTo>
                  <a:pt x="3593523" y="1896341"/>
                </a:moveTo>
                <a:cubicBezTo>
                  <a:pt x="3593523" y="1896341"/>
                  <a:pt x="3584864" y="1905000"/>
                  <a:pt x="3584864" y="1913659"/>
                </a:cubicBezTo>
                <a:lnTo>
                  <a:pt x="3558887" y="1887682"/>
                </a:lnTo>
                <a:lnTo>
                  <a:pt x="3593523" y="1896341"/>
                </a:lnTo>
                <a:close/>
                <a:moveTo>
                  <a:pt x="3342409" y="1905000"/>
                </a:moveTo>
                <a:cubicBezTo>
                  <a:pt x="3342409" y="1913659"/>
                  <a:pt x="3359728" y="1922318"/>
                  <a:pt x="3368387" y="1930977"/>
                </a:cubicBezTo>
                <a:lnTo>
                  <a:pt x="3325091" y="1930977"/>
                </a:lnTo>
                <a:cubicBezTo>
                  <a:pt x="3325091" y="1922318"/>
                  <a:pt x="3316432" y="1913659"/>
                  <a:pt x="3307773" y="1913659"/>
                </a:cubicBezTo>
                <a:cubicBezTo>
                  <a:pt x="3325091" y="1905000"/>
                  <a:pt x="3351069" y="1896341"/>
                  <a:pt x="3368387" y="1887682"/>
                </a:cubicBezTo>
                <a:cubicBezTo>
                  <a:pt x="3368387" y="1896341"/>
                  <a:pt x="3351069" y="1896341"/>
                  <a:pt x="3342409" y="1905000"/>
                </a:cubicBezTo>
                <a:close/>
                <a:moveTo>
                  <a:pt x="3515591" y="1887682"/>
                </a:moveTo>
                <a:cubicBezTo>
                  <a:pt x="3506932" y="1896341"/>
                  <a:pt x="3498273" y="1922318"/>
                  <a:pt x="3472296" y="1922318"/>
                </a:cubicBezTo>
                <a:cubicBezTo>
                  <a:pt x="3454978" y="1922318"/>
                  <a:pt x="3437659" y="1887682"/>
                  <a:pt x="3411682" y="1879023"/>
                </a:cubicBezTo>
                <a:cubicBezTo>
                  <a:pt x="3480955" y="1887682"/>
                  <a:pt x="3498273" y="1887682"/>
                  <a:pt x="3515591" y="1887682"/>
                </a:cubicBezTo>
                <a:close/>
                <a:moveTo>
                  <a:pt x="1402773" y="1965614"/>
                </a:moveTo>
                <a:lnTo>
                  <a:pt x="1402773" y="1870364"/>
                </a:lnTo>
                <a:lnTo>
                  <a:pt x="1402773" y="1965614"/>
                </a:lnTo>
                <a:close/>
                <a:moveTo>
                  <a:pt x="3723409" y="1870364"/>
                </a:moveTo>
                <a:cubicBezTo>
                  <a:pt x="3732069" y="1879023"/>
                  <a:pt x="3723409" y="1905000"/>
                  <a:pt x="3723409" y="1922318"/>
                </a:cubicBezTo>
                <a:cubicBezTo>
                  <a:pt x="3714750" y="1905000"/>
                  <a:pt x="3723409" y="1879023"/>
                  <a:pt x="3697432" y="1879023"/>
                </a:cubicBezTo>
                <a:cubicBezTo>
                  <a:pt x="3680114" y="1879023"/>
                  <a:pt x="3688773" y="1887682"/>
                  <a:pt x="3688773" y="1896341"/>
                </a:cubicBezTo>
                <a:cubicBezTo>
                  <a:pt x="3680114" y="1896341"/>
                  <a:pt x="3680114" y="1870364"/>
                  <a:pt x="3662796" y="1870364"/>
                </a:cubicBezTo>
                <a:cubicBezTo>
                  <a:pt x="3636819" y="1870364"/>
                  <a:pt x="3671455" y="1887682"/>
                  <a:pt x="3654137" y="1887682"/>
                </a:cubicBezTo>
                <a:cubicBezTo>
                  <a:pt x="3645478" y="1887682"/>
                  <a:pt x="3671455" y="1870364"/>
                  <a:pt x="3610841" y="1861705"/>
                </a:cubicBezTo>
                <a:cubicBezTo>
                  <a:pt x="3671455" y="1870364"/>
                  <a:pt x="3697432" y="1870364"/>
                  <a:pt x="3723409" y="1870364"/>
                </a:cubicBezTo>
                <a:close/>
                <a:moveTo>
                  <a:pt x="2978728" y="2043546"/>
                </a:moveTo>
                <a:cubicBezTo>
                  <a:pt x="2961409" y="2060864"/>
                  <a:pt x="2952750" y="2095500"/>
                  <a:pt x="2944091" y="2121477"/>
                </a:cubicBezTo>
                <a:cubicBezTo>
                  <a:pt x="2909455" y="2000250"/>
                  <a:pt x="3082637" y="1896341"/>
                  <a:pt x="3186546" y="1835727"/>
                </a:cubicBezTo>
                <a:cubicBezTo>
                  <a:pt x="3177887" y="1922318"/>
                  <a:pt x="3039341" y="1974273"/>
                  <a:pt x="2978728" y="2043546"/>
                </a:cubicBezTo>
                <a:close/>
                <a:moveTo>
                  <a:pt x="1446068" y="1939636"/>
                </a:moveTo>
                <a:cubicBezTo>
                  <a:pt x="1454727" y="1879023"/>
                  <a:pt x="1437409" y="1844386"/>
                  <a:pt x="1472046" y="1827068"/>
                </a:cubicBezTo>
                <a:cubicBezTo>
                  <a:pt x="1472046" y="1835727"/>
                  <a:pt x="1480705" y="1844386"/>
                  <a:pt x="1472046" y="1939636"/>
                </a:cubicBezTo>
                <a:lnTo>
                  <a:pt x="1446068" y="1939636"/>
                </a:lnTo>
                <a:close/>
                <a:moveTo>
                  <a:pt x="1420091" y="1827068"/>
                </a:moveTo>
                <a:lnTo>
                  <a:pt x="1420091" y="1965614"/>
                </a:lnTo>
                <a:cubicBezTo>
                  <a:pt x="1428750" y="1948296"/>
                  <a:pt x="1428750" y="1922318"/>
                  <a:pt x="1420091" y="1827068"/>
                </a:cubicBezTo>
                <a:close/>
                <a:moveTo>
                  <a:pt x="3368387" y="1861705"/>
                </a:moveTo>
                <a:cubicBezTo>
                  <a:pt x="3299114" y="1887682"/>
                  <a:pt x="3151909" y="1965614"/>
                  <a:pt x="3125932" y="2060864"/>
                </a:cubicBezTo>
                <a:cubicBezTo>
                  <a:pt x="3125932" y="2052205"/>
                  <a:pt x="3117273" y="2052205"/>
                  <a:pt x="3117273" y="2034886"/>
                </a:cubicBezTo>
                <a:cubicBezTo>
                  <a:pt x="3117273" y="2008909"/>
                  <a:pt x="3143250" y="1965614"/>
                  <a:pt x="3169228" y="1939636"/>
                </a:cubicBezTo>
                <a:cubicBezTo>
                  <a:pt x="3212523" y="1879023"/>
                  <a:pt x="3299114" y="1844386"/>
                  <a:pt x="3368387" y="1801091"/>
                </a:cubicBezTo>
                <a:lnTo>
                  <a:pt x="3368387" y="1861705"/>
                </a:lnTo>
                <a:close/>
                <a:moveTo>
                  <a:pt x="3255819" y="1844386"/>
                </a:moveTo>
                <a:lnTo>
                  <a:pt x="3255819" y="1801091"/>
                </a:lnTo>
                <a:lnTo>
                  <a:pt x="3255819" y="1844386"/>
                </a:lnTo>
                <a:close/>
                <a:moveTo>
                  <a:pt x="1480705" y="1792432"/>
                </a:moveTo>
                <a:cubicBezTo>
                  <a:pt x="1498023" y="1792432"/>
                  <a:pt x="1506682" y="1809750"/>
                  <a:pt x="1506682" y="1827068"/>
                </a:cubicBezTo>
                <a:cubicBezTo>
                  <a:pt x="1515341" y="1844386"/>
                  <a:pt x="1524000" y="1870364"/>
                  <a:pt x="1524000" y="1896341"/>
                </a:cubicBezTo>
                <a:cubicBezTo>
                  <a:pt x="1524000" y="1913659"/>
                  <a:pt x="1515341" y="1913659"/>
                  <a:pt x="1506682" y="1922318"/>
                </a:cubicBezTo>
                <a:cubicBezTo>
                  <a:pt x="1498023" y="1887682"/>
                  <a:pt x="1515341" y="1809750"/>
                  <a:pt x="1446068" y="1792432"/>
                </a:cubicBezTo>
                <a:lnTo>
                  <a:pt x="1480705" y="1792432"/>
                </a:lnTo>
                <a:close/>
                <a:moveTo>
                  <a:pt x="1853046" y="1844386"/>
                </a:moveTo>
                <a:lnTo>
                  <a:pt x="1827068" y="1844386"/>
                </a:lnTo>
                <a:lnTo>
                  <a:pt x="1827068" y="1766455"/>
                </a:lnTo>
                <a:lnTo>
                  <a:pt x="1853046" y="1766455"/>
                </a:lnTo>
                <a:lnTo>
                  <a:pt x="1853046" y="1844386"/>
                </a:lnTo>
                <a:close/>
                <a:moveTo>
                  <a:pt x="1801091" y="1766455"/>
                </a:moveTo>
                <a:lnTo>
                  <a:pt x="1801091" y="1835727"/>
                </a:lnTo>
                <a:lnTo>
                  <a:pt x="1775114" y="1835727"/>
                </a:lnTo>
                <a:lnTo>
                  <a:pt x="1775114" y="1766455"/>
                </a:lnTo>
                <a:lnTo>
                  <a:pt x="1801091" y="1766455"/>
                </a:lnTo>
                <a:close/>
                <a:moveTo>
                  <a:pt x="1368137" y="1757796"/>
                </a:moveTo>
                <a:lnTo>
                  <a:pt x="1359477" y="1827068"/>
                </a:lnTo>
                <a:lnTo>
                  <a:pt x="1333500" y="1827068"/>
                </a:lnTo>
                <a:lnTo>
                  <a:pt x="1342159" y="1757796"/>
                </a:lnTo>
                <a:lnTo>
                  <a:pt x="1368137" y="1757796"/>
                </a:lnTo>
                <a:close/>
                <a:moveTo>
                  <a:pt x="3299114" y="1792432"/>
                </a:moveTo>
                <a:cubicBezTo>
                  <a:pt x="3299114" y="1809750"/>
                  <a:pt x="3281796" y="1818409"/>
                  <a:pt x="3273137" y="1818409"/>
                </a:cubicBezTo>
                <a:lnTo>
                  <a:pt x="3273137" y="1749136"/>
                </a:lnTo>
                <a:cubicBezTo>
                  <a:pt x="3290455" y="1757796"/>
                  <a:pt x="3299114" y="1766455"/>
                  <a:pt x="3299114" y="1792432"/>
                </a:cubicBezTo>
                <a:close/>
                <a:moveTo>
                  <a:pt x="1757796" y="1757796"/>
                </a:moveTo>
                <a:lnTo>
                  <a:pt x="1757796" y="1827068"/>
                </a:lnTo>
                <a:lnTo>
                  <a:pt x="1731818" y="1827068"/>
                </a:lnTo>
                <a:lnTo>
                  <a:pt x="1731818" y="1749136"/>
                </a:lnTo>
                <a:cubicBezTo>
                  <a:pt x="1740477" y="1757796"/>
                  <a:pt x="1749137" y="1757796"/>
                  <a:pt x="1757796" y="1757796"/>
                </a:cubicBezTo>
                <a:close/>
                <a:moveTo>
                  <a:pt x="1697182" y="1818409"/>
                </a:moveTo>
                <a:lnTo>
                  <a:pt x="1671205" y="1818409"/>
                </a:lnTo>
                <a:lnTo>
                  <a:pt x="1679864" y="1740477"/>
                </a:lnTo>
                <a:cubicBezTo>
                  <a:pt x="1731818" y="1783773"/>
                  <a:pt x="1714500" y="1740477"/>
                  <a:pt x="1697182" y="1818409"/>
                </a:cubicBezTo>
                <a:close/>
                <a:moveTo>
                  <a:pt x="1584614" y="1731818"/>
                </a:moveTo>
                <a:lnTo>
                  <a:pt x="1584614" y="1801091"/>
                </a:lnTo>
                <a:lnTo>
                  <a:pt x="1541318" y="1801091"/>
                </a:lnTo>
                <a:lnTo>
                  <a:pt x="1541318" y="1731818"/>
                </a:lnTo>
                <a:lnTo>
                  <a:pt x="1584614" y="1731818"/>
                </a:lnTo>
                <a:close/>
                <a:moveTo>
                  <a:pt x="1350818" y="1723159"/>
                </a:moveTo>
                <a:lnTo>
                  <a:pt x="1316182" y="1723159"/>
                </a:lnTo>
                <a:lnTo>
                  <a:pt x="1350818" y="1723159"/>
                </a:lnTo>
                <a:close/>
                <a:moveTo>
                  <a:pt x="3325091" y="1757796"/>
                </a:moveTo>
                <a:lnTo>
                  <a:pt x="3316432" y="1792432"/>
                </a:lnTo>
                <a:cubicBezTo>
                  <a:pt x="3307773" y="1775114"/>
                  <a:pt x="3307773" y="1705841"/>
                  <a:pt x="3264478" y="1723159"/>
                </a:cubicBezTo>
                <a:lnTo>
                  <a:pt x="3299114" y="1714500"/>
                </a:lnTo>
                <a:cubicBezTo>
                  <a:pt x="3307773" y="1723159"/>
                  <a:pt x="3316432" y="1740477"/>
                  <a:pt x="3325091" y="1757796"/>
                </a:cubicBezTo>
                <a:close/>
                <a:moveTo>
                  <a:pt x="3576205" y="1757796"/>
                </a:moveTo>
                <a:cubicBezTo>
                  <a:pt x="3576205" y="1757796"/>
                  <a:pt x="3558887" y="1705841"/>
                  <a:pt x="3576205" y="1705841"/>
                </a:cubicBezTo>
                <a:lnTo>
                  <a:pt x="3576205" y="1757796"/>
                </a:lnTo>
                <a:close/>
                <a:moveTo>
                  <a:pt x="1359477" y="1714500"/>
                </a:moveTo>
                <a:cubicBezTo>
                  <a:pt x="1394114" y="1714500"/>
                  <a:pt x="1437409" y="1705841"/>
                  <a:pt x="1472046" y="1705841"/>
                </a:cubicBezTo>
                <a:cubicBezTo>
                  <a:pt x="1437409" y="1705841"/>
                  <a:pt x="1394114" y="1714500"/>
                  <a:pt x="1359477" y="1714500"/>
                </a:cubicBezTo>
                <a:close/>
                <a:moveTo>
                  <a:pt x="3541569" y="1697182"/>
                </a:moveTo>
                <a:lnTo>
                  <a:pt x="3541569" y="1749136"/>
                </a:lnTo>
                <a:lnTo>
                  <a:pt x="3515591" y="1749136"/>
                </a:lnTo>
                <a:lnTo>
                  <a:pt x="3515591" y="1697182"/>
                </a:lnTo>
                <a:lnTo>
                  <a:pt x="3541569" y="1697182"/>
                </a:lnTo>
                <a:close/>
                <a:moveTo>
                  <a:pt x="3212523" y="1697182"/>
                </a:moveTo>
                <a:lnTo>
                  <a:pt x="3212523" y="1740477"/>
                </a:lnTo>
                <a:lnTo>
                  <a:pt x="3195205" y="1740477"/>
                </a:lnTo>
                <a:lnTo>
                  <a:pt x="3195205" y="1697182"/>
                </a:lnTo>
                <a:lnTo>
                  <a:pt x="3212523" y="1697182"/>
                </a:lnTo>
                <a:close/>
                <a:moveTo>
                  <a:pt x="1870364" y="1740477"/>
                </a:moveTo>
                <a:cubicBezTo>
                  <a:pt x="1870364" y="1887682"/>
                  <a:pt x="1861705" y="1896341"/>
                  <a:pt x="1861705" y="1922318"/>
                </a:cubicBezTo>
                <a:cubicBezTo>
                  <a:pt x="1861705" y="1939636"/>
                  <a:pt x="1879023" y="1939636"/>
                  <a:pt x="1887682" y="1956955"/>
                </a:cubicBezTo>
                <a:cubicBezTo>
                  <a:pt x="1879023" y="1948296"/>
                  <a:pt x="1861705" y="1939636"/>
                  <a:pt x="1844387" y="1930977"/>
                </a:cubicBezTo>
                <a:lnTo>
                  <a:pt x="1818409" y="1930977"/>
                </a:lnTo>
                <a:cubicBezTo>
                  <a:pt x="1818409" y="1939636"/>
                  <a:pt x="1827068" y="1956955"/>
                  <a:pt x="1827068" y="1965614"/>
                </a:cubicBezTo>
                <a:cubicBezTo>
                  <a:pt x="1818409" y="1956955"/>
                  <a:pt x="1801091" y="1956955"/>
                  <a:pt x="1792432" y="1956955"/>
                </a:cubicBezTo>
                <a:cubicBezTo>
                  <a:pt x="1783773" y="1965614"/>
                  <a:pt x="1775114" y="1956955"/>
                  <a:pt x="1775114" y="1974273"/>
                </a:cubicBezTo>
                <a:cubicBezTo>
                  <a:pt x="1775114" y="2000250"/>
                  <a:pt x="1783773" y="1991591"/>
                  <a:pt x="1792432" y="1991591"/>
                </a:cubicBezTo>
                <a:cubicBezTo>
                  <a:pt x="1783773" y="2000250"/>
                  <a:pt x="1783773" y="2008909"/>
                  <a:pt x="1783773" y="2017568"/>
                </a:cubicBezTo>
                <a:cubicBezTo>
                  <a:pt x="1775114" y="2017568"/>
                  <a:pt x="1757796" y="2000250"/>
                  <a:pt x="1749137" y="1991591"/>
                </a:cubicBezTo>
                <a:cubicBezTo>
                  <a:pt x="1731818" y="2008909"/>
                  <a:pt x="1714500" y="2017568"/>
                  <a:pt x="1697182" y="2026227"/>
                </a:cubicBezTo>
                <a:cubicBezTo>
                  <a:pt x="1697182" y="2034886"/>
                  <a:pt x="1714500" y="2052205"/>
                  <a:pt x="1723159" y="2052205"/>
                </a:cubicBezTo>
                <a:lnTo>
                  <a:pt x="1671205" y="2052205"/>
                </a:lnTo>
                <a:cubicBezTo>
                  <a:pt x="1645227" y="2052205"/>
                  <a:pt x="1645227" y="2069523"/>
                  <a:pt x="1636568" y="2078182"/>
                </a:cubicBezTo>
                <a:cubicBezTo>
                  <a:pt x="1645227" y="1844386"/>
                  <a:pt x="1645227" y="1766455"/>
                  <a:pt x="1645227" y="1697182"/>
                </a:cubicBezTo>
                <a:cubicBezTo>
                  <a:pt x="1714500" y="1714500"/>
                  <a:pt x="1792432" y="1731818"/>
                  <a:pt x="1870364" y="1740477"/>
                </a:cubicBezTo>
                <a:close/>
                <a:moveTo>
                  <a:pt x="3498273" y="1688523"/>
                </a:moveTo>
                <a:lnTo>
                  <a:pt x="3498273" y="1749136"/>
                </a:lnTo>
                <a:lnTo>
                  <a:pt x="3480955" y="1749136"/>
                </a:lnTo>
                <a:lnTo>
                  <a:pt x="3480955" y="1688523"/>
                </a:lnTo>
                <a:lnTo>
                  <a:pt x="3498273" y="1688523"/>
                </a:lnTo>
                <a:close/>
                <a:moveTo>
                  <a:pt x="1480705" y="1697182"/>
                </a:moveTo>
                <a:cubicBezTo>
                  <a:pt x="1515341" y="1697182"/>
                  <a:pt x="1558637" y="1688523"/>
                  <a:pt x="1593273" y="1688523"/>
                </a:cubicBezTo>
                <a:cubicBezTo>
                  <a:pt x="1558637" y="1688523"/>
                  <a:pt x="1515341" y="1697182"/>
                  <a:pt x="1480705" y="1697182"/>
                </a:cubicBezTo>
                <a:close/>
                <a:moveTo>
                  <a:pt x="1324841" y="1697182"/>
                </a:moveTo>
                <a:cubicBezTo>
                  <a:pt x="1333500" y="1688523"/>
                  <a:pt x="1350818" y="1688523"/>
                  <a:pt x="1359477" y="1688523"/>
                </a:cubicBezTo>
                <a:cubicBezTo>
                  <a:pt x="1350818" y="1697182"/>
                  <a:pt x="1333500" y="1697182"/>
                  <a:pt x="1324841" y="1697182"/>
                </a:cubicBezTo>
                <a:close/>
                <a:moveTo>
                  <a:pt x="3463637" y="1688523"/>
                </a:moveTo>
                <a:lnTo>
                  <a:pt x="3463637" y="1740477"/>
                </a:lnTo>
                <a:lnTo>
                  <a:pt x="3437659" y="1740477"/>
                </a:lnTo>
                <a:lnTo>
                  <a:pt x="3446319" y="1679864"/>
                </a:lnTo>
                <a:cubicBezTo>
                  <a:pt x="3446319" y="1679864"/>
                  <a:pt x="3454978" y="1688523"/>
                  <a:pt x="3463637" y="1688523"/>
                </a:cubicBezTo>
                <a:close/>
                <a:moveTo>
                  <a:pt x="3359728" y="1731818"/>
                </a:moveTo>
                <a:lnTo>
                  <a:pt x="3342409" y="1731818"/>
                </a:lnTo>
                <a:lnTo>
                  <a:pt x="3342409" y="1679864"/>
                </a:lnTo>
                <a:cubicBezTo>
                  <a:pt x="3342409" y="1679864"/>
                  <a:pt x="3351069" y="1679864"/>
                  <a:pt x="3359728" y="1671205"/>
                </a:cubicBezTo>
                <a:lnTo>
                  <a:pt x="3359728" y="1731818"/>
                </a:lnTo>
                <a:close/>
                <a:moveTo>
                  <a:pt x="1385455" y="1688523"/>
                </a:moveTo>
                <a:cubicBezTo>
                  <a:pt x="1385455" y="1679864"/>
                  <a:pt x="1402773" y="1679864"/>
                  <a:pt x="1411432" y="1688523"/>
                </a:cubicBezTo>
                <a:lnTo>
                  <a:pt x="1385455" y="1688523"/>
                </a:lnTo>
                <a:close/>
                <a:moveTo>
                  <a:pt x="3238500" y="1662546"/>
                </a:moveTo>
                <a:lnTo>
                  <a:pt x="3203864" y="1662546"/>
                </a:lnTo>
                <a:lnTo>
                  <a:pt x="3238500" y="1662546"/>
                </a:lnTo>
                <a:close/>
                <a:moveTo>
                  <a:pt x="1524000" y="1662546"/>
                </a:moveTo>
                <a:cubicBezTo>
                  <a:pt x="1515341" y="1671205"/>
                  <a:pt x="1498023" y="1671205"/>
                  <a:pt x="1498023" y="1662546"/>
                </a:cubicBezTo>
                <a:lnTo>
                  <a:pt x="1524000" y="1662546"/>
                </a:lnTo>
                <a:close/>
                <a:moveTo>
                  <a:pt x="3584864" y="1688523"/>
                </a:moveTo>
                <a:cubicBezTo>
                  <a:pt x="3584864" y="1731818"/>
                  <a:pt x="3584864" y="1783773"/>
                  <a:pt x="3593523" y="1861705"/>
                </a:cubicBezTo>
                <a:cubicBezTo>
                  <a:pt x="3584864" y="1870364"/>
                  <a:pt x="3567546" y="1861705"/>
                  <a:pt x="3411682" y="1861705"/>
                </a:cubicBezTo>
                <a:lnTo>
                  <a:pt x="3411682" y="1653886"/>
                </a:lnTo>
                <a:cubicBezTo>
                  <a:pt x="3480955" y="1662546"/>
                  <a:pt x="3532909" y="1679864"/>
                  <a:pt x="3584864" y="1688523"/>
                </a:cubicBezTo>
                <a:close/>
                <a:moveTo>
                  <a:pt x="3316432" y="1653886"/>
                </a:moveTo>
                <a:lnTo>
                  <a:pt x="3273137" y="1653886"/>
                </a:lnTo>
                <a:lnTo>
                  <a:pt x="3316432" y="1653886"/>
                </a:lnTo>
                <a:close/>
                <a:moveTo>
                  <a:pt x="1549977" y="1662546"/>
                </a:moveTo>
                <a:cubicBezTo>
                  <a:pt x="1558637" y="1653886"/>
                  <a:pt x="1575955" y="1653886"/>
                  <a:pt x="1575955" y="1662546"/>
                </a:cubicBezTo>
                <a:lnTo>
                  <a:pt x="1549977" y="1662546"/>
                </a:lnTo>
                <a:close/>
                <a:moveTo>
                  <a:pt x="3368387" y="1645227"/>
                </a:moveTo>
                <a:lnTo>
                  <a:pt x="3333750" y="1645227"/>
                </a:lnTo>
                <a:lnTo>
                  <a:pt x="3368387" y="1645227"/>
                </a:lnTo>
                <a:close/>
                <a:moveTo>
                  <a:pt x="3203864" y="1645227"/>
                </a:moveTo>
                <a:lnTo>
                  <a:pt x="3203864" y="1636568"/>
                </a:lnTo>
                <a:lnTo>
                  <a:pt x="3203864" y="1645227"/>
                </a:lnTo>
                <a:close/>
                <a:moveTo>
                  <a:pt x="3325091" y="1627909"/>
                </a:moveTo>
                <a:lnTo>
                  <a:pt x="3325091" y="1619250"/>
                </a:lnTo>
                <a:lnTo>
                  <a:pt x="3325091" y="1627909"/>
                </a:lnTo>
                <a:close/>
                <a:moveTo>
                  <a:pt x="1723159" y="1627909"/>
                </a:moveTo>
                <a:cubicBezTo>
                  <a:pt x="1757796" y="1688523"/>
                  <a:pt x="1775114" y="1645227"/>
                  <a:pt x="1801091" y="1653886"/>
                </a:cubicBezTo>
                <a:cubicBezTo>
                  <a:pt x="1844387" y="1662546"/>
                  <a:pt x="1775114" y="1688523"/>
                  <a:pt x="1861705" y="1671205"/>
                </a:cubicBezTo>
                <a:lnTo>
                  <a:pt x="1861705" y="1723159"/>
                </a:lnTo>
                <a:lnTo>
                  <a:pt x="1861705" y="1688523"/>
                </a:lnTo>
                <a:cubicBezTo>
                  <a:pt x="1853046" y="1688523"/>
                  <a:pt x="1853046" y="1679864"/>
                  <a:pt x="1827068" y="1679864"/>
                </a:cubicBezTo>
                <a:cubicBezTo>
                  <a:pt x="1818409" y="1679864"/>
                  <a:pt x="1827068" y="1705841"/>
                  <a:pt x="1783773" y="1705841"/>
                </a:cubicBezTo>
                <a:cubicBezTo>
                  <a:pt x="1792432" y="1705841"/>
                  <a:pt x="1809750" y="1705841"/>
                  <a:pt x="1818409" y="1679864"/>
                </a:cubicBezTo>
                <a:cubicBezTo>
                  <a:pt x="1809750" y="1679864"/>
                  <a:pt x="1809750" y="1671205"/>
                  <a:pt x="1792432" y="1671205"/>
                </a:cubicBezTo>
                <a:cubicBezTo>
                  <a:pt x="1757796" y="1671205"/>
                  <a:pt x="1792432" y="1679864"/>
                  <a:pt x="1749137" y="1697182"/>
                </a:cubicBezTo>
                <a:cubicBezTo>
                  <a:pt x="1757796" y="1697182"/>
                  <a:pt x="1766455" y="1697182"/>
                  <a:pt x="1775114" y="1688523"/>
                </a:cubicBezTo>
                <a:cubicBezTo>
                  <a:pt x="1775114" y="1688523"/>
                  <a:pt x="1775114" y="1662546"/>
                  <a:pt x="1757796" y="1662546"/>
                </a:cubicBezTo>
                <a:cubicBezTo>
                  <a:pt x="1731818" y="1662546"/>
                  <a:pt x="1740477" y="1697182"/>
                  <a:pt x="1705841" y="1688523"/>
                </a:cubicBezTo>
                <a:cubicBezTo>
                  <a:pt x="1714500" y="1688523"/>
                  <a:pt x="1731818" y="1688523"/>
                  <a:pt x="1740477" y="1679864"/>
                </a:cubicBezTo>
                <a:cubicBezTo>
                  <a:pt x="1731818" y="1653886"/>
                  <a:pt x="1740477" y="1653886"/>
                  <a:pt x="1714500" y="1653886"/>
                </a:cubicBezTo>
                <a:cubicBezTo>
                  <a:pt x="1697182" y="1653886"/>
                  <a:pt x="1688523" y="1679864"/>
                  <a:pt x="1671205" y="1679864"/>
                </a:cubicBezTo>
                <a:cubicBezTo>
                  <a:pt x="1679864" y="1679864"/>
                  <a:pt x="1688523" y="1679864"/>
                  <a:pt x="1697182" y="1671205"/>
                </a:cubicBezTo>
                <a:lnTo>
                  <a:pt x="1697182" y="1645227"/>
                </a:lnTo>
                <a:cubicBezTo>
                  <a:pt x="1688523" y="1645227"/>
                  <a:pt x="1671205" y="1645227"/>
                  <a:pt x="1662546" y="1636568"/>
                </a:cubicBezTo>
                <a:lnTo>
                  <a:pt x="1645227" y="1653886"/>
                </a:lnTo>
                <a:lnTo>
                  <a:pt x="1662546" y="1671205"/>
                </a:lnTo>
                <a:cubicBezTo>
                  <a:pt x="1627909" y="1645227"/>
                  <a:pt x="1636568" y="1636568"/>
                  <a:pt x="1636568" y="1610591"/>
                </a:cubicBezTo>
                <a:cubicBezTo>
                  <a:pt x="1645227" y="1610591"/>
                  <a:pt x="1662546" y="1645227"/>
                  <a:pt x="1688523" y="1645227"/>
                </a:cubicBezTo>
                <a:cubicBezTo>
                  <a:pt x="1705841" y="1645227"/>
                  <a:pt x="1714500" y="1627909"/>
                  <a:pt x="1723159" y="1627909"/>
                </a:cubicBezTo>
                <a:close/>
                <a:moveTo>
                  <a:pt x="3758046" y="1619250"/>
                </a:moveTo>
                <a:cubicBezTo>
                  <a:pt x="3766705" y="1601932"/>
                  <a:pt x="3784023" y="1593273"/>
                  <a:pt x="3801341" y="1584614"/>
                </a:cubicBezTo>
                <a:cubicBezTo>
                  <a:pt x="3792682" y="1601932"/>
                  <a:pt x="3775364" y="1619250"/>
                  <a:pt x="3758046" y="1619250"/>
                </a:cubicBezTo>
                <a:close/>
                <a:moveTo>
                  <a:pt x="3446319" y="1610591"/>
                </a:moveTo>
                <a:cubicBezTo>
                  <a:pt x="3463637" y="1610591"/>
                  <a:pt x="3463637" y="1601932"/>
                  <a:pt x="3472296" y="1593273"/>
                </a:cubicBezTo>
                <a:cubicBezTo>
                  <a:pt x="3480955" y="1601932"/>
                  <a:pt x="3480955" y="1627909"/>
                  <a:pt x="3506932" y="1627909"/>
                </a:cubicBezTo>
                <a:cubicBezTo>
                  <a:pt x="3524250" y="1627909"/>
                  <a:pt x="3506932" y="1610591"/>
                  <a:pt x="3532909" y="1610591"/>
                </a:cubicBezTo>
                <a:cubicBezTo>
                  <a:pt x="3532909" y="1610591"/>
                  <a:pt x="3532909" y="1636568"/>
                  <a:pt x="3576205" y="1627909"/>
                </a:cubicBezTo>
                <a:lnTo>
                  <a:pt x="3584864" y="1627909"/>
                </a:lnTo>
                <a:lnTo>
                  <a:pt x="3584864" y="1653886"/>
                </a:lnTo>
                <a:cubicBezTo>
                  <a:pt x="3567546" y="1636568"/>
                  <a:pt x="3550228" y="1636568"/>
                  <a:pt x="3532909" y="1627909"/>
                </a:cubicBezTo>
                <a:lnTo>
                  <a:pt x="3515591" y="1645227"/>
                </a:lnTo>
                <a:cubicBezTo>
                  <a:pt x="3515591" y="1645227"/>
                  <a:pt x="3524250" y="1653886"/>
                  <a:pt x="3532909" y="1653886"/>
                </a:cubicBezTo>
                <a:cubicBezTo>
                  <a:pt x="3524250" y="1653886"/>
                  <a:pt x="3515591" y="1645227"/>
                  <a:pt x="3506932" y="1627909"/>
                </a:cubicBezTo>
                <a:cubicBezTo>
                  <a:pt x="3498273" y="1627909"/>
                  <a:pt x="3489614" y="1645227"/>
                  <a:pt x="3472296" y="1645227"/>
                </a:cubicBezTo>
                <a:cubicBezTo>
                  <a:pt x="3480955" y="1645227"/>
                  <a:pt x="3489614" y="1636568"/>
                  <a:pt x="3489614" y="1627909"/>
                </a:cubicBezTo>
                <a:cubicBezTo>
                  <a:pt x="3489614" y="1627909"/>
                  <a:pt x="3489614" y="1619250"/>
                  <a:pt x="3472296" y="1619250"/>
                </a:cubicBezTo>
                <a:cubicBezTo>
                  <a:pt x="3446319" y="1619250"/>
                  <a:pt x="3454978" y="1627909"/>
                  <a:pt x="3463637" y="1636568"/>
                </a:cubicBezTo>
                <a:lnTo>
                  <a:pt x="3437659" y="1636568"/>
                </a:lnTo>
                <a:cubicBezTo>
                  <a:pt x="3446319" y="1636568"/>
                  <a:pt x="3454978" y="1627909"/>
                  <a:pt x="3454978" y="1619250"/>
                </a:cubicBezTo>
                <a:cubicBezTo>
                  <a:pt x="3446319" y="1610591"/>
                  <a:pt x="3454978" y="1610591"/>
                  <a:pt x="3429000" y="1610591"/>
                </a:cubicBezTo>
                <a:cubicBezTo>
                  <a:pt x="3411682" y="1610591"/>
                  <a:pt x="3420341" y="1627909"/>
                  <a:pt x="3411682" y="1627909"/>
                </a:cubicBezTo>
                <a:lnTo>
                  <a:pt x="3411682" y="1584614"/>
                </a:lnTo>
                <a:cubicBezTo>
                  <a:pt x="3429000" y="1584614"/>
                  <a:pt x="3420341" y="1610591"/>
                  <a:pt x="3446319" y="1610591"/>
                </a:cubicBezTo>
                <a:close/>
                <a:moveTo>
                  <a:pt x="3835978" y="1601932"/>
                </a:moveTo>
                <a:cubicBezTo>
                  <a:pt x="3835978" y="1593273"/>
                  <a:pt x="3853296" y="1575955"/>
                  <a:pt x="3870614" y="1584614"/>
                </a:cubicBezTo>
                <a:cubicBezTo>
                  <a:pt x="3861955" y="1584614"/>
                  <a:pt x="3844637" y="1601932"/>
                  <a:pt x="3835978" y="1601932"/>
                </a:cubicBezTo>
                <a:close/>
                <a:moveTo>
                  <a:pt x="3463637" y="1575955"/>
                </a:moveTo>
                <a:cubicBezTo>
                  <a:pt x="3480955" y="1575955"/>
                  <a:pt x="3480955" y="1610591"/>
                  <a:pt x="3498273" y="1610591"/>
                </a:cubicBezTo>
                <a:cubicBezTo>
                  <a:pt x="3524250" y="1610591"/>
                  <a:pt x="3498273" y="1593273"/>
                  <a:pt x="3524250" y="1593273"/>
                </a:cubicBezTo>
                <a:cubicBezTo>
                  <a:pt x="3541569" y="1593273"/>
                  <a:pt x="3576205" y="1610591"/>
                  <a:pt x="3593523" y="1627909"/>
                </a:cubicBezTo>
                <a:cubicBezTo>
                  <a:pt x="3602182" y="1653886"/>
                  <a:pt x="3593523" y="1714500"/>
                  <a:pt x="3636819" y="1749136"/>
                </a:cubicBezTo>
                <a:cubicBezTo>
                  <a:pt x="3688773" y="1757796"/>
                  <a:pt x="3740728" y="1775114"/>
                  <a:pt x="3792682" y="1792432"/>
                </a:cubicBezTo>
                <a:cubicBezTo>
                  <a:pt x="3827319" y="1801091"/>
                  <a:pt x="3913909" y="1818409"/>
                  <a:pt x="3957205" y="1835727"/>
                </a:cubicBezTo>
                <a:cubicBezTo>
                  <a:pt x="3974523" y="1835727"/>
                  <a:pt x="3991841" y="1861705"/>
                  <a:pt x="4009159" y="1861705"/>
                </a:cubicBezTo>
                <a:cubicBezTo>
                  <a:pt x="4035137" y="1861705"/>
                  <a:pt x="4009159" y="1844386"/>
                  <a:pt x="4026478" y="1844386"/>
                </a:cubicBezTo>
                <a:cubicBezTo>
                  <a:pt x="4052455" y="1844386"/>
                  <a:pt x="4052455" y="1870364"/>
                  <a:pt x="4069773" y="1870364"/>
                </a:cubicBezTo>
                <a:cubicBezTo>
                  <a:pt x="4095750" y="1887682"/>
                  <a:pt x="4139046" y="1887682"/>
                  <a:pt x="4173682" y="1905000"/>
                </a:cubicBezTo>
                <a:lnTo>
                  <a:pt x="4208319" y="1905000"/>
                </a:lnTo>
                <a:cubicBezTo>
                  <a:pt x="4199660" y="1905000"/>
                  <a:pt x="4173682" y="1913659"/>
                  <a:pt x="4147705" y="1930977"/>
                </a:cubicBezTo>
                <a:lnTo>
                  <a:pt x="4165023" y="1913659"/>
                </a:lnTo>
                <a:cubicBezTo>
                  <a:pt x="4113069" y="1887682"/>
                  <a:pt x="4052455" y="1870364"/>
                  <a:pt x="4035137" y="1853046"/>
                </a:cubicBezTo>
                <a:cubicBezTo>
                  <a:pt x="3965864" y="1853046"/>
                  <a:pt x="3905250" y="1835727"/>
                  <a:pt x="3835978" y="1809750"/>
                </a:cubicBezTo>
                <a:lnTo>
                  <a:pt x="3818659" y="1792432"/>
                </a:lnTo>
                <a:cubicBezTo>
                  <a:pt x="3749387" y="1783773"/>
                  <a:pt x="3680114" y="1775114"/>
                  <a:pt x="3628159" y="1757796"/>
                </a:cubicBezTo>
                <a:cubicBezTo>
                  <a:pt x="3628159" y="1757796"/>
                  <a:pt x="3619500" y="1740477"/>
                  <a:pt x="3602182" y="1740477"/>
                </a:cubicBezTo>
                <a:lnTo>
                  <a:pt x="3602182" y="1827068"/>
                </a:lnTo>
                <a:cubicBezTo>
                  <a:pt x="3602182" y="1827068"/>
                  <a:pt x="3610841" y="1835727"/>
                  <a:pt x="3619500" y="1835727"/>
                </a:cubicBezTo>
                <a:cubicBezTo>
                  <a:pt x="3810000" y="1870364"/>
                  <a:pt x="3983182" y="1896341"/>
                  <a:pt x="4173682" y="1982932"/>
                </a:cubicBezTo>
                <a:cubicBezTo>
                  <a:pt x="4052455" y="1948296"/>
                  <a:pt x="3931228" y="1887682"/>
                  <a:pt x="3775364" y="1887682"/>
                </a:cubicBezTo>
                <a:cubicBezTo>
                  <a:pt x="3784023" y="1896341"/>
                  <a:pt x="3792682" y="1913659"/>
                  <a:pt x="3810000" y="1930977"/>
                </a:cubicBezTo>
                <a:lnTo>
                  <a:pt x="3835978" y="1905000"/>
                </a:lnTo>
                <a:cubicBezTo>
                  <a:pt x="3844637" y="1930977"/>
                  <a:pt x="3861955" y="1922318"/>
                  <a:pt x="3861955" y="1922318"/>
                </a:cubicBezTo>
                <a:cubicBezTo>
                  <a:pt x="3870614" y="1948296"/>
                  <a:pt x="3931228" y="1965614"/>
                  <a:pt x="3939887" y="2008909"/>
                </a:cubicBezTo>
                <a:cubicBezTo>
                  <a:pt x="3931228" y="2008909"/>
                  <a:pt x="3939887" y="2000250"/>
                  <a:pt x="3913909" y="2000250"/>
                </a:cubicBezTo>
                <a:cubicBezTo>
                  <a:pt x="3896591" y="2000250"/>
                  <a:pt x="3905250" y="2008909"/>
                  <a:pt x="3913909" y="2017568"/>
                </a:cubicBezTo>
                <a:cubicBezTo>
                  <a:pt x="3879273" y="2000250"/>
                  <a:pt x="3835978" y="1974273"/>
                  <a:pt x="3801341" y="1956955"/>
                </a:cubicBezTo>
                <a:cubicBezTo>
                  <a:pt x="3784023" y="1965614"/>
                  <a:pt x="3758046" y="2017568"/>
                  <a:pt x="3723409" y="2017568"/>
                </a:cubicBezTo>
                <a:cubicBezTo>
                  <a:pt x="3706091" y="2017568"/>
                  <a:pt x="3697432" y="2000250"/>
                  <a:pt x="3680114" y="1982932"/>
                </a:cubicBezTo>
                <a:lnTo>
                  <a:pt x="3654137" y="2008909"/>
                </a:lnTo>
                <a:lnTo>
                  <a:pt x="3680114" y="2034886"/>
                </a:lnTo>
                <a:cubicBezTo>
                  <a:pt x="3680114" y="2043546"/>
                  <a:pt x="3662796" y="2052205"/>
                  <a:pt x="3662796" y="2060864"/>
                </a:cubicBezTo>
                <a:cubicBezTo>
                  <a:pt x="3610841" y="1991591"/>
                  <a:pt x="3602182" y="2008909"/>
                  <a:pt x="3602182" y="1948296"/>
                </a:cubicBezTo>
                <a:cubicBezTo>
                  <a:pt x="3602182" y="1922318"/>
                  <a:pt x="3558887" y="1905000"/>
                  <a:pt x="3541569" y="1896341"/>
                </a:cubicBezTo>
                <a:cubicBezTo>
                  <a:pt x="3541569" y="1896341"/>
                  <a:pt x="3532909" y="1896341"/>
                  <a:pt x="3524250" y="1905000"/>
                </a:cubicBezTo>
                <a:cubicBezTo>
                  <a:pt x="3532909" y="1913659"/>
                  <a:pt x="3550228" y="1930977"/>
                  <a:pt x="3558887" y="1948296"/>
                </a:cubicBezTo>
                <a:cubicBezTo>
                  <a:pt x="3550228" y="1939636"/>
                  <a:pt x="3532909" y="1930977"/>
                  <a:pt x="3524250" y="1930977"/>
                </a:cubicBezTo>
                <a:lnTo>
                  <a:pt x="3506932" y="1948296"/>
                </a:lnTo>
                <a:cubicBezTo>
                  <a:pt x="3506932" y="1965614"/>
                  <a:pt x="3576205" y="2000250"/>
                  <a:pt x="3636819" y="2060864"/>
                </a:cubicBezTo>
                <a:cubicBezTo>
                  <a:pt x="3619500" y="2052205"/>
                  <a:pt x="3602182" y="2034886"/>
                  <a:pt x="3584864" y="2017568"/>
                </a:cubicBezTo>
                <a:cubicBezTo>
                  <a:pt x="3584864" y="2017568"/>
                  <a:pt x="3576205" y="2026227"/>
                  <a:pt x="3576205" y="2034886"/>
                </a:cubicBezTo>
                <a:lnTo>
                  <a:pt x="3550228" y="2034886"/>
                </a:lnTo>
                <a:cubicBezTo>
                  <a:pt x="3515591" y="2000250"/>
                  <a:pt x="3489614" y="1965614"/>
                  <a:pt x="3454978" y="1930977"/>
                </a:cubicBezTo>
                <a:cubicBezTo>
                  <a:pt x="3429000" y="1948296"/>
                  <a:pt x="3403023" y="1974273"/>
                  <a:pt x="3377046" y="1991591"/>
                </a:cubicBezTo>
                <a:cubicBezTo>
                  <a:pt x="3385705" y="2008909"/>
                  <a:pt x="3403023" y="2026227"/>
                  <a:pt x="3420341" y="2043546"/>
                </a:cubicBezTo>
                <a:cubicBezTo>
                  <a:pt x="3394364" y="2026227"/>
                  <a:pt x="3394364" y="2017568"/>
                  <a:pt x="3359728" y="2017568"/>
                </a:cubicBezTo>
                <a:cubicBezTo>
                  <a:pt x="3394364" y="2060864"/>
                  <a:pt x="3437659" y="2112818"/>
                  <a:pt x="3472296" y="2156114"/>
                </a:cubicBezTo>
                <a:cubicBezTo>
                  <a:pt x="3446319" y="2138796"/>
                  <a:pt x="3411682" y="2104159"/>
                  <a:pt x="3377046" y="2069523"/>
                </a:cubicBezTo>
                <a:cubicBezTo>
                  <a:pt x="3377046" y="2052205"/>
                  <a:pt x="3359728" y="2017568"/>
                  <a:pt x="3351069" y="2017568"/>
                </a:cubicBezTo>
                <a:cubicBezTo>
                  <a:pt x="3359728" y="2000250"/>
                  <a:pt x="3377046" y="1982932"/>
                  <a:pt x="3394364" y="1965614"/>
                </a:cubicBezTo>
                <a:cubicBezTo>
                  <a:pt x="3385705" y="1956955"/>
                  <a:pt x="3368387" y="1939636"/>
                  <a:pt x="3351069" y="1930977"/>
                </a:cubicBezTo>
                <a:cubicBezTo>
                  <a:pt x="3316432" y="1974273"/>
                  <a:pt x="3359728" y="1948296"/>
                  <a:pt x="3299114" y="2000250"/>
                </a:cubicBezTo>
                <a:cubicBezTo>
                  <a:pt x="3333750" y="2052205"/>
                  <a:pt x="3368387" y="2112818"/>
                  <a:pt x="3403023" y="2173432"/>
                </a:cubicBezTo>
                <a:cubicBezTo>
                  <a:pt x="3368387" y="2130136"/>
                  <a:pt x="3316432" y="2095500"/>
                  <a:pt x="3273137" y="2060864"/>
                </a:cubicBezTo>
                <a:cubicBezTo>
                  <a:pt x="3281796" y="2060864"/>
                  <a:pt x="3290455" y="2078182"/>
                  <a:pt x="3316432" y="2078182"/>
                </a:cubicBezTo>
                <a:cubicBezTo>
                  <a:pt x="3281796" y="2017568"/>
                  <a:pt x="3281796" y="2043546"/>
                  <a:pt x="3299114" y="2017568"/>
                </a:cubicBezTo>
                <a:lnTo>
                  <a:pt x="3281796" y="2000250"/>
                </a:lnTo>
                <a:cubicBezTo>
                  <a:pt x="3264478" y="2026227"/>
                  <a:pt x="3221182" y="2086841"/>
                  <a:pt x="3203864" y="2086841"/>
                </a:cubicBezTo>
                <a:cubicBezTo>
                  <a:pt x="3177887" y="2086841"/>
                  <a:pt x="3212523" y="2069523"/>
                  <a:pt x="3195205" y="2069523"/>
                </a:cubicBezTo>
                <a:cubicBezTo>
                  <a:pt x="3169228" y="2069523"/>
                  <a:pt x="3177887" y="2086841"/>
                  <a:pt x="3160569" y="2078182"/>
                </a:cubicBezTo>
                <a:cubicBezTo>
                  <a:pt x="3169228" y="2060864"/>
                  <a:pt x="3195205" y="2043546"/>
                  <a:pt x="3203864" y="2017568"/>
                </a:cubicBezTo>
                <a:cubicBezTo>
                  <a:pt x="3212523" y="2017568"/>
                  <a:pt x="3212523" y="2008909"/>
                  <a:pt x="3238500" y="2008909"/>
                </a:cubicBezTo>
                <a:cubicBezTo>
                  <a:pt x="3255819" y="2008909"/>
                  <a:pt x="3247159" y="2017568"/>
                  <a:pt x="3255819" y="2026227"/>
                </a:cubicBezTo>
                <a:cubicBezTo>
                  <a:pt x="3264478" y="2017568"/>
                  <a:pt x="3273137" y="2017568"/>
                  <a:pt x="3273137" y="2000250"/>
                </a:cubicBezTo>
                <a:cubicBezTo>
                  <a:pt x="3273137" y="1974273"/>
                  <a:pt x="3255819" y="2008909"/>
                  <a:pt x="3255819" y="1982932"/>
                </a:cubicBezTo>
                <a:cubicBezTo>
                  <a:pt x="3255819" y="1948296"/>
                  <a:pt x="3281796" y="1956955"/>
                  <a:pt x="3299114" y="1948296"/>
                </a:cubicBezTo>
                <a:cubicBezTo>
                  <a:pt x="3290455" y="1939636"/>
                  <a:pt x="3316432" y="1913659"/>
                  <a:pt x="3290455" y="1913659"/>
                </a:cubicBezTo>
                <a:cubicBezTo>
                  <a:pt x="3238500" y="1913659"/>
                  <a:pt x="3134591" y="2060864"/>
                  <a:pt x="3134591" y="2078182"/>
                </a:cubicBezTo>
                <a:cubicBezTo>
                  <a:pt x="3134591" y="2095500"/>
                  <a:pt x="3160569" y="2164773"/>
                  <a:pt x="3195205" y="2182091"/>
                </a:cubicBezTo>
                <a:cubicBezTo>
                  <a:pt x="3203864" y="2182091"/>
                  <a:pt x="3221182" y="2190750"/>
                  <a:pt x="3221182" y="2190750"/>
                </a:cubicBezTo>
                <a:cubicBezTo>
                  <a:pt x="3238500" y="2216727"/>
                  <a:pt x="3351069" y="2286000"/>
                  <a:pt x="3385705" y="2286000"/>
                </a:cubicBezTo>
                <a:cubicBezTo>
                  <a:pt x="3403023" y="2286000"/>
                  <a:pt x="3394364" y="2268682"/>
                  <a:pt x="3420341" y="2268682"/>
                </a:cubicBezTo>
                <a:cubicBezTo>
                  <a:pt x="3437659" y="2268682"/>
                  <a:pt x="3420341" y="2286000"/>
                  <a:pt x="3446319" y="2286000"/>
                </a:cubicBezTo>
                <a:cubicBezTo>
                  <a:pt x="3463637" y="2286000"/>
                  <a:pt x="3446319" y="2260023"/>
                  <a:pt x="3472296" y="2260023"/>
                </a:cubicBezTo>
                <a:cubicBezTo>
                  <a:pt x="3489614" y="2260023"/>
                  <a:pt x="3498273" y="2277341"/>
                  <a:pt x="3506932" y="2277341"/>
                </a:cubicBezTo>
                <a:lnTo>
                  <a:pt x="3532909" y="2251364"/>
                </a:lnTo>
                <a:cubicBezTo>
                  <a:pt x="3515591" y="2242705"/>
                  <a:pt x="3498273" y="2216727"/>
                  <a:pt x="3480955" y="2208068"/>
                </a:cubicBezTo>
                <a:cubicBezTo>
                  <a:pt x="3463637" y="2208068"/>
                  <a:pt x="3437659" y="2208068"/>
                  <a:pt x="3420341" y="2190750"/>
                </a:cubicBezTo>
                <a:cubicBezTo>
                  <a:pt x="3480955" y="2208068"/>
                  <a:pt x="3472296" y="2173432"/>
                  <a:pt x="3515591" y="2164773"/>
                </a:cubicBezTo>
                <a:cubicBezTo>
                  <a:pt x="3506932" y="2147455"/>
                  <a:pt x="3480955" y="2138796"/>
                  <a:pt x="3480955" y="2112818"/>
                </a:cubicBezTo>
                <a:cubicBezTo>
                  <a:pt x="3480955" y="2112818"/>
                  <a:pt x="3489614" y="2104159"/>
                  <a:pt x="3489614" y="2078182"/>
                </a:cubicBezTo>
                <a:cubicBezTo>
                  <a:pt x="3498273" y="2086841"/>
                  <a:pt x="3506932" y="2086841"/>
                  <a:pt x="3524250" y="2086841"/>
                </a:cubicBezTo>
                <a:cubicBezTo>
                  <a:pt x="3524250" y="2095500"/>
                  <a:pt x="3532909" y="2086841"/>
                  <a:pt x="3532909" y="2104159"/>
                </a:cubicBezTo>
                <a:cubicBezTo>
                  <a:pt x="3532909" y="2130136"/>
                  <a:pt x="3515591" y="2095500"/>
                  <a:pt x="3515591" y="2112818"/>
                </a:cubicBezTo>
                <a:cubicBezTo>
                  <a:pt x="3515591" y="2138796"/>
                  <a:pt x="3524250" y="2138796"/>
                  <a:pt x="3532909" y="2147455"/>
                </a:cubicBezTo>
                <a:lnTo>
                  <a:pt x="3602182" y="2147455"/>
                </a:lnTo>
                <a:cubicBezTo>
                  <a:pt x="3593523" y="2121477"/>
                  <a:pt x="3584864" y="2112818"/>
                  <a:pt x="3584864" y="2104159"/>
                </a:cubicBezTo>
                <a:cubicBezTo>
                  <a:pt x="3602182" y="2112818"/>
                  <a:pt x="3619500" y="2121477"/>
                  <a:pt x="3636819" y="2112818"/>
                </a:cubicBezTo>
                <a:cubicBezTo>
                  <a:pt x="3628159" y="2130136"/>
                  <a:pt x="3602182" y="2164773"/>
                  <a:pt x="3576205" y="2164773"/>
                </a:cubicBezTo>
                <a:cubicBezTo>
                  <a:pt x="3558887" y="2164773"/>
                  <a:pt x="3550228" y="2147455"/>
                  <a:pt x="3532909" y="2147455"/>
                </a:cubicBezTo>
                <a:cubicBezTo>
                  <a:pt x="3541569" y="2164773"/>
                  <a:pt x="3567546" y="2190750"/>
                  <a:pt x="3584864" y="2208068"/>
                </a:cubicBezTo>
                <a:cubicBezTo>
                  <a:pt x="3576205" y="2208068"/>
                  <a:pt x="3584864" y="2199409"/>
                  <a:pt x="3558887" y="2199409"/>
                </a:cubicBezTo>
                <a:cubicBezTo>
                  <a:pt x="3541569" y="2199409"/>
                  <a:pt x="3567546" y="2216727"/>
                  <a:pt x="3541569" y="2216727"/>
                </a:cubicBezTo>
                <a:cubicBezTo>
                  <a:pt x="3524250" y="2216727"/>
                  <a:pt x="3524250" y="2199409"/>
                  <a:pt x="3506932" y="2208068"/>
                </a:cubicBezTo>
                <a:cubicBezTo>
                  <a:pt x="3515591" y="2225386"/>
                  <a:pt x="3532909" y="2234046"/>
                  <a:pt x="3532909" y="2260023"/>
                </a:cubicBezTo>
                <a:cubicBezTo>
                  <a:pt x="3532909" y="2286000"/>
                  <a:pt x="3654137" y="2268682"/>
                  <a:pt x="3714750" y="2337955"/>
                </a:cubicBezTo>
                <a:lnTo>
                  <a:pt x="3706091" y="2441864"/>
                </a:lnTo>
                <a:cubicBezTo>
                  <a:pt x="3697432" y="2398568"/>
                  <a:pt x="3714750" y="2355273"/>
                  <a:pt x="3680114" y="2311977"/>
                </a:cubicBezTo>
                <a:cubicBezTo>
                  <a:pt x="3645478" y="2311977"/>
                  <a:pt x="3602182" y="2294659"/>
                  <a:pt x="3558887" y="2286000"/>
                </a:cubicBezTo>
                <a:cubicBezTo>
                  <a:pt x="3550228" y="2286000"/>
                  <a:pt x="3550228" y="2268682"/>
                  <a:pt x="3524250" y="2268682"/>
                </a:cubicBezTo>
                <a:cubicBezTo>
                  <a:pt x="3506932" y="2268682"/>
                  <a:pt x="3524250" y="2286000"/>
                  <a:pt x="3498273" y="2286000"/>
                </a:cubicBezTo>
                <a:cubicBezTo>
                  <a:pt x="3480955" y="2286000"/>
                  <a:pt x="3489614" y="2268682"/>
                  <a:pt x="3472296" y="2268682"/>
                </a:cubicBezTo>
                <a:cubicBezTo>
                  <a:pt x="3446319" y="2268682"/>
                  <a:pt x="3463637" y="2294659"/>
                  <a:pt x="3446319" y="2294659"/>
                </a:cubicBezTo>
                <a:cubicBezTo>
                  <a:pt x="3420341" y="2294659"/>
                  <a:pt x="3437659" y="2277341"/>
                  <a:pt x="3411682" y="2277341"/>
                </a:cubicBezTo>
                <a:cubicBezTo>
                  <a:pt x="3394364" y="2277341"/>
                  <a:pt x="3351069" y="2303318"/>
                  <a:pt x="3325091" y="2303318"/>
                </a:cubicBezTo>
                <a:cubicBezTo>
                  <a:pt x="3307773" y="2303318"/>
                  <a:pt x="3325091" y="2286000"/>
                  <a:pt x="3299114" y="2286000"/>
                </a:cubicBezTo>
                <a:cubicBezTo>
                  <a:pt x="3281796" y="2286000"/>
                  <a:pt x="3247159" y="2303318"/>
                  <a:pt x="3221182" y="2311977"/>
                </a:cubicBezTo>
                <a:cubicBezTo>
                  <a:pt x="3169228" y="2329296"/>
                  <a:pt x="3065319" y="2346614"/>
                  <a:pt x="3048000" y="2346614"/>
                </a:cubicBezTo>
                <a:cubicBezTo>
                  <a:pt x="3022023" y="2346614"/>
                  <a:pt x="3030682" y="2337955"/>
                  <a:pt x="3022023" y="2329296"/>
                </a:cubicBezTo>
                <a:cubicBezTo>
                  <a:pt x="2970069" y="2346614"/>
                  <a:pt x="2883478" y="2320636"/>
                  <a:pt x="2848841" y="2294659"/>
                </a:cubicBezTo>
                <a:cubicBezTo>
                  <a:pt x="2822864" y="2303318"/>
                  <a:pt x="2796887" y="2286000"/>
                  <a:pt x="2770909" y="2286000"/>
                </a:cubicBezTo>
                <a:cubicBezTo>
                  <a:pt x="2762250" y="2286000"/>
                  <a:pt x="2762250" y="2277341"/>
                  <a:pt x="2753591" y="2268682"/>
                </a:cubicBezTo>
                <a:cubicBezTo>
                  <a:pt x="2718955" y="2260023"/>
                  <a:pt x="2667000" y="2242705"/>
                  <a:pt x="2667000" y="2208068"/>
                </a:cubicBezTo>
                <a:cubicBezTo>
                  <a:pt x="2658341" y="2208068"/>
                  <a:pt x="2641023" y="2208068"/>
                  <a:pt x="2632364" y="2199409"/>
                </a:cubicBezTo>
                <a:cubicBezTo>
                  <a:pt x="2623705" y="2199409"/>
                  <a:pt x="2623705" y="2173432"/>
                  <a:pt x="2606387" y="2164773"/>
                </a:cubicBezTo>
                <a:cubicBezTo>
                  <a:pt x="2571750" y="2147455"/>
                  <a:pt x="2519796" y="2130136"/>
                  <a:pt x="2493818" y="2104159"/>
                </a:cubicBezTo>
                <a:cubicBezTo>
                  <a:pt x="2485159" y="2095500"/>
                  <a:pt x="2398568" y="2008909"/>
                  <a:pt x="2363932" y="2000250"/>
                </a:cubicBezTo>
                <a:cubicBezTo>
                  <a:pt x="2355273" y="1982932"/>
                  <a:pt x="2329296" y="1956955"/>
                  <a:pt x="2294659" y="1939636"/>
                </a:cubicBezTo>
                <a:cubicBezTo>
                  <a:pt x="2216728" y="1896341"/>
                  <a:pt x="2260023" y="1965614"/>
                  <a:pt x="2190750" y="1896341"/>
                </a:cubicBezTo>
                <a:cubicBezTo>
                  <a:pt x="2164773" y="1896341"/>
                  <a:pt x="1982932" y="1844386"/>
                  <a:pt x="1974273" y="1844386"/>
                </a:cubicBezTo>
                <a:cubicBezTo>
                  <a:pt x="1956955" y="1844386"/>
                  <a:pt x="1974273" y="1861705"/>
                  <a:pt x="1948296" y="1861705"/>
                </a:cubicBezTo>
                <a:cubicBezTo>
                  <a:pt x="1930977" y="1861705"/>
                  <a:pt x="1930977" y="1844386"/>
                  <a:pt x="1922318" y="1835727"/>
                </a:cubicBezTo>
                <a:cubicBezTo>
                  <a:pt x="1913659" y="1844386"/>
                  <a:pt x="1896341" y="1853046"/>
                  <a:pt x="1887682" y="1861705"/>
                </a:cubicBezTo>
                <a:lnTo>
                  <a:pt x="1887682" y="1913659"/>
                </a:lnTo>
                <a:cubicBezTo>
                  <a:pt x="1896341" y="1913659"/>
                  <a:pt x="1913659" y="1922318"/>
                  <a:pt x="1930977" y="1913659"/>
                </a:cubicBezTo>
                <a:lnTo>
                  <a:pt x="1913659" y="1896341"/>
                </a:lnTo>
                <a:cubicBezTo>
                  <a:pt x="1930977" y="1887682"/>
                  <a:pt x="1939637" y="1887682"/>
                  <a:pt x="1956955" y="1887682"/>
                </a:cubicBezTo>
                <a:cubicBezTo>
                  <a:pt x="2008909" y="1887682"/>
                  <a:pt x="2060864" y="1905000"/>
                  <a:pt x="2052205" y="1974273"/>
                </a:cubicBezTo>
                <a:cubicBezTo>
                  <a:pt x="2069523" y="1922318"/>
                  <a:pt x="2086841" y="1948296"/>
                  <a:pt x="2147455" y="1922318"/>
                </a:cubicBezTo>
                <a:cubicBezTo>
                  <a:pt x="2156114" y="1930977"/>
                  <a:pt x="2156114" y="1948296"/>
                  <a:pt x="2173432" y="1956955"/>
                </a:cubicBezTo>
                <a:cubicBezTo>
                  <a:pt x="2182091" y="1956955"/>
                  <a:pt x="2199409" y="1956955"/>
                  <a:pt x="2208068" y="1965614"/>
                </a:cubicBezTo>
                <a:lnTo>
                  <a:pt x="2208068" y="1991591"/>
                </a:lnTo>
                <a:cubicBezTo>
                  <a:pt x="2208068" y="1991591"/>
                  <a:pt x="2208068" y="2000250"/>
                  <a:pt x="2190750" y="2000250"/>
                </a:cubicBezTo>
                <a:cubicBezTo>
                  <a:pt x="2164773" y="2000250"/>
                  <a:pt x="2164773" y="1982932"/>
                  <a:pt x="2156114" y="1982932"/>
                </a:cubicBezTo>
                <a:cubicBezTo>
                  <a:pt x="2156114" y="2000250"/>
                  <a:pt x="2156114" y="2026227"/>
                  <a:pt x="2147455" y="2043546"/>
                </a:cubicBezTo>
                <a:cubicBezTo>
                  <a:pt x="2138796" y="2043546"/>
                  <a:pt x="2121478" y="2034886"/>
                  <a:pt x="2104159" y="2043546"/>
                </a:cubicBezTo>
                <a:cubicBezTo>
                  <a:pt x="2112818" y="2052205"/>
                  <a:pt x="2121478" y="2060864"/>
                  <a:pt x="2121478" y="2069523"/>
                </a:cubicBezTo>
                <a:cubicBezTo>
                  <a:pt x="2121478" y="2078182"/>
                  <a:pt x="2104159" y="2078182"/>
                  <a:pt x="2086841" y="2086841"/>
                </a:cubicBezTo>
                <a:cubicBezTo>
                  <a:pt x="2095500" y="2095500"/>
                  <a:pt x="2104159" y="2095500"/>
                  <a:pt x="2112818" y="2104159"/>
                </a:cubicBezTo>
                <a:cubicBezTo>
                  <a:pt x="2130137" y="2095500"/>
                  <a:pt x="2138796" y="2052205"/>
                  <a:pt x="2164773" y="2052205"/>
                </a:cubicBezTo>
                <a:cubicBezTo>
                  <a:pt x="2182091" y="2052205"/>
                  <a:pt x="2208068" y="2060864"/>
                  <a:pt x="2234046" y="2078182"/>
                </a:cubicBezTo>
                <a:cubicBezTo>
                  <a:pt x="2242705" y="2069523"/>
                  <a:pt x="2260023" y="2052205"/>
                  <a:pt x="2268682" y="2034886"/>
                </a:cubicBezTo>
                <a:cubicBezTo>
                  <a:pt x="2303318" y="2052205"/>
                  <a:pt x="2303318" y="2095500"/>
                  <a:pt x="2303318" y="2095500"/>
                </a:cubicBezTo>
                <a:cubicBezTo>
                  <a:pt x="2329296" y="2095500"/>
                  <a:pt x="2303318" y="2078182"/>
                  <a:pt x="2329296" y="2078182"/>
                </a:cubicBezTo>
                <a:cubicBezTo>
                  <a:pt x="2346614" y="2078182"/>
                  <a:pt x="2372591" y="2095500"/>
                  <a:pt x="2389909" y="2104159"/>
                </a:cubicBezTo>
                <a:cubicBezTo>
                  <a:pt x="2372591" y="2121477"/>
                  <a:pt x="2329296" y="2147455"/>
                  <a:pt x="2311978" y="2147455"/>
                </a:cubicBezTo>
                <a:cubicBezTo>
                  <a:pt x="2286000" y="2147455"/>
                  <a:pt x="2303318" y="2121477"/>
                  <a:pt x="2286000" y="2121477"/>
                </a:cubicBezTo>
                <a:cubicBezTo>
                  <a:pt x="2260023" y="2121477"/>
                  <a:pt x="2277341" y="2138796"/>
                  <a:pt x="2268682" y="2138796"/>
                </a:cubicBezTo>
                <a:cubicBezTo>
                  <a:pt x="2268682" y="2121477"/>
                  <a:pt x="2251364" y="2095500"/>
                  <a:pt x="2242705" y="2078182"/>
                </a:cubicBezTo>
                <a:cubicBezTo>
                  <a:pt x="2208068" y="2121477"/>
                  <a:pt x="2156114" y="2095500"/>
                  <a:pt x="2121478" y="2130136"/>
                </a:cubicBezTo>
                <a:lnTo>
                  <a:pt x="2078182" y="2130136"/>
                </a:lnTo>
                <a:cubicBezTo>
                  <a:pt x="2078182" y="2121477"/>
                  <a:pt x="2069523" y="2112818"/>
                  <a:pt x="2069523" y="2095500"/>
                </a:cubicBezTo>
                <a:cubicBezTo>
                  <a:pt x="2069523" y="2069523"/>
                  <a:pt x="2078182" y="2086841"/>
                  <a:pt x="2086841" y="2078182"/>
                </a:cubicBezTo>
                <a:cubicBezTo>
                  <a:pt x="2069523" y="2069523"/>
                  <a:pt x="2043546" y="2052205"/>
                  <a:pt x="2017568" y="2026227"/>
                </a:cubicBezTo>
                <a:cubicBezTo>
                  <a:pt x="2034887" y="2017568"/>
                  <a:pt x="2060864" y="2017568"/>
                  <a:pt x="2086841" y="2008909"/>
                </a:cubicBezTo>
                <a:cubicBezTo>
                  <a:pt x="2078182" y="2000250"/>
                  <a:pt x="2078182" y="1991591"/>
                  <a:pt x="2052205" y="1991591"/>
                </a:cubicBezTo>
                <a:cubicBezTo>
                  <a:pt x="2034887" y="1991591"/>
                  <a:pt x="2000250" y="2017568"/>
                  <a:pt x="1982932" y="2017568"/>
                </a:cubicBezTo>
                <a:cubicBezTo>
                  <a:pt x="1956955" y="2017568"/>
                  <a:pt x="1948296" y="1982932"/>
                  <a:pt x="1922318" y="1991591"/>
                </a:cubicBezTo>
                <a:cubicBezTo>
                  <a:pt x="1974273" y="2017568"/>
                  <a:pt x="1913659" y="2026227"/>
                  <a:pt x="2000250" y="2034886"/>
                </a:cubicBezTo>
                <a:lnTo>
                  <a:pt x="2017568" y="2052205"/>
                </a:lnTo>
                <a:cubicBezTo>
                  <a:pt x="2034887" y="2086841"/>
                  <a:pt x="2052205" y="2121477"/>
                  <a:pt x="2052205" y="2138796"/>
                </a:cubicBezTo>
                <a:cubicBezTo>
                  <a:pt x="2052205" y="2156114"/>
                  <a:pt x="2078182" y="2156114"/>
                  <a:pt x="2095500" y="2156114"/>
                </a:cubicBezTo>
                <a:cubicBezTo>
                  <a:pt x="2121478" y="2156114"/>
                  <a:pt x="2182091" y="2130136"/>
                  <a:pt x="2242705" y="2121477"/>
                </a:cubicBezTo>
                <a:cubicBezTo>
                  <a:pt x="2251364" y="2138796"/>
                  <a:pt x="2286000" y="2216727"/>
                  <a:pt x="2329296" y="2216727"/>
                </a:cubicBezTo>
                <a:cubicBezTo>
                  <a:pt x="2329296" y="2208068"/>
                  <a:pt x="2337955" y="2208068"/>
                  <a:pt x="2337955" y="2182091"/>
                </a:cubicBezTo>
                <a:cubicBezTo>
                  <a:pt x="2337955" y="2164773"/>
                  <a:pt x="2329296" y="2173432"/>
                  <a:pt x="2320637" y="2164773"/>
                </a:cubicBezTo>
                <a:cubicBezTo>
                  <a:pt x="2337955" y="2164773"/>
                  <a:pt x="2363932" y="2147455"/>
                  <a:pt x="2381250" y="2138796"/>
                </a:cubicBezTo>
                <a:cubicBezTo>
                  <a:pt x="2389909" y="2138796"/>
                  <a:pt x="2398568" y="2156114"/>
                  <a:pt x="2407228" y="2173432"/>
                </a:cubicBezTo>
                <a:lnTo>
                  <a:pt x="2433205" y="2147455"/>
                </a:lnTo>
                <a:cubicBezTo>
                  <a:pt x="2450523" y="2156114"/>
                  <a:pt x="2450523" y="2173432"/>
                  <a:pt x="2476500" y="2190750"/>
                </a:cubicBezTo>
                <a:cubicBezTo>
                  <a:pt x="2398568" y="2190750"/>
                  <a:pt x="2450523" y="2190750"/>
                  <a:pt x="2424546" y="2216727"/>
                </a:cubicBezTo>
                <a:cubicBezTo>
                  <a:pt x="2433205" y="2225386"/>
                  <a:pt x="2424546" y="2225386"/>
                  <a:pt x="2450523" y="2225386"/>
                </a:cubicBezTo>
                <a:cubicBezTo>
                  <a:pt x="2467841" y="2225386"/>
                  <a:pt x="2476500" y="2216727"/>
                  <a:pt x="2493818" y="2208068"/>
                </a:cubicBezTo>
                <a:cubicBezTo>
                  <a:pt x="2502478" y="2225386"/>
                  <a:pt x="2502478" y="2251364"/>
                  <a:pt x="2502478" y="2286000"/>
                </a:cubicBezTo>
                <a:cubicBezTo>
                  <a:pt x="2493818" y="2268682"/>
                  <a:pt x="2485159" y="2242705"/>
                  <a:pt x="2476500" y="2216727"/>
                </a:cubicBezTo>
                <a:cubicBezTo>
                  <a:pt x="2467841" y="2225386"/>
                  <a:pt x="2459182" y="2216727"/>
                  <a:pt x="2459182" y="2234046"/>
                </a:cubicBezTo>
                <a:cubicBezTo>
                  <a:pt x="2459182" y="2251364"/>
                  <a:pt x="2485159" y="2294659"/>
                  <a:pt x="2519796" y="2311977"/>
                </a:cubicBezTo>
                <a:cubicBezTo>
                  <a:pt x="2519796" y="2320636"/>
                  <a:pt x="2502478" y="2320636"/>
                  <a:pt x="2485159" y="2337955"/>
                </a:cubicBezTo>
                <a:cubicBezTo>
                  <a:pt x="2493818" y="2346614"/>
                  <a:pt x="2502478" y="2346614"/>
                  <a:pt x="2511137" y="2355273"/>
                </a:cubicBezTo>
                <a:cubicBezTo>
                  <a:pt x="2519796" y="2346614"/>
                  <a:pt x="2545773" y="2337955"/>
                  <a:pt x="2545773" y="2311977"/>
                </a:cubicBezTo>
                <a:cubicBezTo>
                  <a:pt x="2545773" y="2294659"/>
                  <a:pt x="2528455" y="2294659"/>
                  <a:pt x="2528455" y="2268682"/>
                </a:cubicBezTo>
                <a:cubicBezTo>
                  <a:pt x="2528455" y="2251364"/>
                  <a:pt x="2537114" y="2242705"/>
                  <a:pt x="2545773" y="2225386"/>
                </a:cubicBezTo>
                <a:cubicBezTo>
                  <a:pt x="2563091" y="2234046"/>
                  <a:pt x="2597728" y="2242705"/>
                  <a:pt x="2597728" y="2260023"/>
                </a:cubicBezTo>
                <a:cubicBezTo>
                  <a:pt x="2597728" y="2286000"/>
                  <a:pt x="2580409" y="2277341"/>
                  <a:pt x="2571750" y="2286000"/>
                </a:cubicBezTo>
                <a:lnTo>
                  <a:pt x="2589068" y="2303318"/>
                </a:lnTo>
                <a:lnTo>
                  <a:pt x="2563091" y="2329296"/>
                </a:lnTo>
                <a:lnTo>
                  <a:pt x="2571750" y="2363932"/>
                </a:lnTo>
                <a:cubicBezTo>
                  <a:pt x="2589068" y="2337955"/>
                  <a:pt x="2606387" y="2311977"/>
                  <a:pt x="2632364" y="2294659"/>
                </a:cubicBezTo>
                <a:cubicBezTo>
                  <a:pt x="2641023" y="2311977"/>
                  <a:pt x="2675659" y="2337955"/>
                  <a:pt x="2675659" y="2363932"/>
                </a:cubicBezTo>
                <a:cubicBezTo>
                  <a:pt x="2675659" y="2381250"/>
                  <a:pt x="2615046" y="2415886"/>
                  <a:pt x="2632364" y="2476500"/>
                </a:cubicBezTo>
                <a:cubicBezTo>
                  <a:pt x="2641023" y="2459182"/>
                  <a:pt x="2658341" y="2433205"/>
                  <a:pt x="2667000" y="2407227"/>
                </a:cubicBezTo>
                <a:cubicBezTo>
                  <a:pt x="2667000" y="2407227"/>
                  <a:pt x="2658341" y="2398568"/>
                  <a:pt x="2684318" y="2398568"/>
                </a:cubicBezTo>
                <a:cubicBezTo>
                  <a:pt x="2701637" y="2398568"/>
                  <a:pt x="2692978" y="2407227"/>
                  <a:pt x="2701637" y="2415886"/>
                </a:cubicBezTo>
                <a:cubicBezTo>
                  <a:pt x="2710296" y="2407227"/>
                  <a:pt x="2710296" y="2381250"/>
                  <a:pt x="2718955" y="2372591"/>
                </a:cubicBezTo>
                <a:lnTo>
                  <a:pt x="2744932" y="2372591"/>
                </a:lnTo>
                <a:cubicBezTo>
                  <a:pt x="2744932" y="2381250"/>
                  <a:pt x="2744932" y="2398568"/>
                  <a:pt x="2753591" y="2415886"/>
                </a:cubicBezTo>
                <a:cubicBezTo>
                  <a:pt x="2770909" y="2407227"/>
                  <a:pt x="2770909" y="2389909"/>
                  <a:pt x="2779568" y="2372591"/>
                </a:cubicBezTo>
                <a:cubicBezTo>
                  <a:pt x="2788228" y="2372591"/>
                  <a:pt x="2788228" y="2389909"/>
                  <a:pt x="2796887" y="2407227"/>
                </a:cubicBezTo>
                <a:cubicBezTo>
                  <a:pt x="2814205" y="2372591"/>
                  <a:pt x="2822864" y="2389909"/>
                  <a:pt x="2814205" y="2363932"/>
                </a:cubicBezTo>
                <a:cubicBezTo>
                  <a:pt x="2822864" y="2355273"/>
                  <a:pt x="2822864" y="2355273"/>
                  <a:pt x="2840182" y="2355273"/>
                </a:cubicBezTo>
                <a:cubicBezTo>
                  <a:pt x="2866159" y="2355273"/>
                  <a:pt x="2883478" y="2381250"/>
                  <a:pt x="2909455" y="2381250"/>
                </a:cubicBezTo>
                <a:cubicBezTo>
                  <a:pt x="2909455" y="2389909"/>
                  <a:pt x="2892137" y="2398568"/>
                  <a:pt x="2883478" y="2407227"/>
                </a:cubicBezTo>
                <a:cubicBezTo>
                  <a:pt x="2883478" y="2415886"/>
                  <a:pt x="2883478" y="2424546"/>
                  <a:pt x="2892137" y="2433205"/>
                </a:cubicBezTo>
                <a:cubicBezTo>
                  <a:pt x="2909455" y="2424546"/>
                  <a:pt x="2935432" y="2407227"/>
                  <a:pt x="2944091" y="2372591"/>
                </a:cubicBezTo>
                <a:cubicBezTo>
                  <a:pt x="2952750" y="2372591"/>
                  <a:pt x="2970069" y="2389909"/>
                  <a:pt x="2987387" y="2389909"/>
                </a:cubicBezTo>
                <a:cubicBezTo>
                  <a:pt x="2987387" y="2398568"/>
                  <a:pt x="2978728" y="2407227"/>
                  <a:pt x="2970069" y="2415886"/>
                </a:cubicBezTo>
                <a:lnTo>
                  <a:pt x="3022023" y="2415886"/>
                </a:lnTo>
                <a:cubicBezTo>
                  <a:pt x="3022023" y="2415886"/>
                  <a:pt x="3013364" y="2407227"/>
                  <a:pt x="3004705" y="2407227"/>
                </a:cubicBezTo>
                <a:lnTo>
                  <a:pt x="3013364" y="2372591"/>
                </a:lnTo>
                <a:cubicBezTo>
                  <a:pt x="3022023" y="2372591"/>
                  <a:pt x="3039341" y="2389909"/>
                  <a:pt x="3056659" y="2407227"/>
                </a:cubicBezTo>
                <a:cubicBezTo>
                  <a:pt x="3082637" y="2398568"/>
                  <a:pt x="3099955" y="2355273"/>
                  <a:pt x="3125932" y="2355273"/>
                </a:cubicBezTo>
                <a:cubicBezTo>
                  <a:pt x="3143250" y="2355273"/>
                  <a:pt x="3160569" y="2389909"/>
                  <a:pt x="3186546" y="2389909"/>
                </a:cubicBezTo>
                <a:cubicBezTo>
                  <a:pt x="3160569" y="2389909"/>
                  <a:pt x="3151909" y="2407227"/>
                  <a:pt x="3160569" y="2433205"/>
                </a:cubicBezTo>
                <a:cubicBezTo>
                  <a:pt x="3125932" y="2424546"/>
                  <a:pt x="3108614" y="2415886"/>
                  <a:pt x="3091296" y="2415886"/>
                </a:cubicBezTo>
                <a:cubicBezTo>
                  <a:pt x="3056659" y="2415886"/>
                  <a:pt x="3091296" y="2424546"/>
                  <a:pt x="3030682" y="2424546"/>
                </a:cubicBezTo>
                <a:cubicBezTo>
                  <a:pt x="3030682" y="2424546"/>
                  <a:pt x="3022023" y="2424546"/>
                  <a:pt x="3013364" y="2433205"/>
                </a:cubicBezTo>
                <a:cubicBezTo>
                  <a:pt x="3022023" y="2441864"/>
                  <a:pt x="3048000" y="2441864"/>
                  <a:pt x="3048000" y="2441864"/>
                </a:cubicBezTo>
                <a:cubicBezTo>
                  <a:pt x="3048000" y="2441864"/>
                  <a:pt x="3056659" y="2433205"/>
                  <a:pt x="3056659" y="2459182"/>
                </a:cubicBezTo>
                <a:cubicBezTo>
                  <a:pt x="3056659" y="2476500"/>
                  <a:pt x="3039341" y="2493818"/>
                  <a:pt x="3022023" y="2502477"/>
                </a:cubicBezTo>
                <a:cubicBezTo>
                  <a:pt x="3022023" y="2493818"/>
                  <a:pt x="3039341" y="2476500"/>
                  <a:pt x="3030682" y="2459182"/>
                </a:cubicBezTo>
                <a:cubicBezTo>
                  <a:pt x="3013364" y="2467841"/>
                  <a:pt x="2996046" y="2493818"/>
                  <a:pt x="2987387" y="2519796"/>
                </a:cubicBezTo>
                <a:lnTo>
                  <a:pt x="3039341" y="2519796"/>
                </a:lnTo>
                <a:cubicBezTo>
                  <a:pt x="3065319" y="2493818"/>
                  <a:pt x="3082637" y="2467841"/>
                  <a:pt x="3091296" y="2441864"/>
                </a:cubicBezTo>
                <a:cubicBezTo>
                  <a:pt x="3134591" y="2459182"/>
                  <a:pt x="3177887" y="2476500"/>
                  <a:pt x="3221182" y="2502477"/>
                </a:cubicBezTo>
                <a:cubicBezTo>
                  <a:pt x="3229841" y="2476500"/>
                  <a:pt x="3229841" y="2450523"/>
                  <a:pt x="3238500" y="2424546"/>
                </a:cubicBezTo>
                <a:cubicBezTo>
                  <a:pt x="3255819" y="2441864"/>
                  <a:pt x="3281796" y="2467841"/>
                  <a:pt x="3316432" y="2493818"/>
                </a:cubicBezTo>
                <a:cubicBezTo>
                  <a:pt x="3325091" y="2502477"/>
                  <a:pt x="3359728" y="2511136"/>
                  <a:pt x="3377046" y="2528455"/>
                </a:cubicBezTo>
                <a:cubicBezTo>
                  <a:pt x="3368387" y="2528455"/>
                  <a:pt x="3359728" y="2528455"/>
                  <a:pt x="3351069" y="2537114"/>
                </a:cubicBezTo>
                <a:lnTo>
                  <a:pt x="3368387" y="2554432"/>
                </a:lnTo>
                <a:cubicBezTo>
                  <a:pt x="3359728" y="2554432"/>
                  <a:pt x="3342409" y="2537114"/>
                  <a:pt x="3325091" y="2519796"/>
                </a:cubicBezTo>
                <a:cubicBezTo>
                  <a:pt x="3325091" y="2519796"/>
                  <a:pt x="3316432" y="2511136"/>
                  <a:pt x="3316432" y="2537114"/>
                </a:cubicBezTo>
                <a:cubicBezTo>
                  <a:pt x="3316432" y="2554432"/>
                  <a:pt x="3325091" y="2563091"/>
                  <a:pt x="3333750" y="2571750"/>
                </a:cubicBezTo>
                <a:cubicBezTo>
                  <a:pt x="3273137" y="2528455"/>
                  <a:pt x="3160569" y="2467841"/>
                  <a:pt x="3134591" y="2467841"/>
                </a:cubicBezTo>
                <a:cubicBezTo>
                  <a:pt x="3125932" y="2467841"/>
                  <a:pt x="3134591" y="2476500"/>
                  <a:pt x="3134591" y="2485159"/>
                </a:cubicBezTo>
                <a:cubicBezTo>
                  <a:pt x="3134591" y="2459182"/>
                  <a:pt x="3091296" y="2502477"/>
                  <a:pt x="3091296" y="2476500"/>
                </a:cubicBezTo>
                <a:cubicBezTo>
                  <a:pt x="3091296" y="2502477"/>
                  <a:pt x="3186546" y="2545773"/>
                  <a:pt x="3238500" y="2580409"/>
                </a:cubicBezTo>
                <a:lnTo>
                  <a:pt x="3221182" y="2597727"/>
                </a:lnTo>
                <a:lnTo>
                  <a:pt x="3255819" y="2632364"/>
                </a:lnTo>
                <a:cubicBezTo>
                  <a:pt x="3221182" y="2615046"/>
                  <a:pt x="3212523" y="2615046"/>
                  <a:pt x="3212523" y="2571750"/>
                </a:cubicBezTo>
                <a:cubicBezTo>
                  <a:pt x="3195205" y="2554432"/>
                  <a:pt x="3160569" y="2519796"/>
                  <a:pt x="3117273" y="2528455"/>
                </a:cubicBezTo>
                <a:lnTo>
                  <a:pt x="3151909" y="2563091"/>
                </a:lnTo>
                <a:cubicBezTo>
                  <a:pt x="3134591" y="2554432"/>
                  <a:pt x="3108614" y="2545773"/>
                  <a:pt x="3091296" y="2537114"/>
                </a:cubicBezTo>
                <a:cubicBezTo>
                  <a:pt x="3091296" y="2537114"/>
                  <a:pt x="3073978" y="2554432"/>
                  <a:pt x="3082637" y="2580409"/>
                </a:cubicBezTo>
                <a:cubicBezTo>
                  <a:pt x="3073978" y="2580409"/>
                  <a:pt x="3056659" y="2571750"/>
                  <a:pt x="3039341" y="2580409"/>
                </a:cubicBezTo>
                <a:cubicBezTo>
                  <a:pt x="3048000" y="2597727"/>
                  <a:pt x="3065319" y="2615046"/>
                  <a:pt x="3082637" y="2632364"/>
                </a:cubicBezTo>
                <a:cubicBezTo>
                  <a:pt x="3065319" y="2623705"/>
                  <a:pt x="3048000" y="2615046"/>
                  <a:pt x="3030682" y="2597727"/>
                </a:cubicBezTo>
                <a:lnTo>
                  <a:pt x="2987387" y="2597727"/>
                </a:lnTo>
                <a:cubicBezTo>
                  <a:pt x="2987387" y="2606386"/>
                  <a:pt x="2978728" y="2606386"/>
                  <a:pt x="2978728" y="2623705"/>
                </a:cubicBezTo>
                <a:cubicBezTo>
                  <a:pt x="2978728" y="2649682"/>
                  <a:pt x="2996046" y="2641023"/>
                  <a:pt x="3004705" y="2649682"/>
                </a:cubicBezTo>
                <a:cubicBezTo>
                  <a:pt x="2952750" y="2632364"/>
                  <a:pt x="2892137" y="2615046"/>
                  <a:pt x="2857500" y="2615046"/>
                </a:cubicBezTo>
                <a:cubicBezTo>
                  <a:pt x="2857500" y="2615046"/>
                  <a:pt x="2857500" y="2589068"/>
                  <a:pt x="2840182" y="2589068"/>
                </a:cubicBezTo>
                <a:cubicBezTo>
                  <a:pt x="2814205" y="2589068"/>
                  <a:pt x="2822864" y="2606386"/>
                  <a:pt x="2822864" y="2615046"/>
                </a:cubicBezTo>
                <a:cubicBezTo>
                  <a:pt x="2796887" y="2606386"/>
                  <a:pt x="2805546" y="2597727"/>
                  <a:pt x="2753591" y="2597727"/>
                </a:cubicBezTo>
                <a:lnTo>
                  <a:pt x="2753591" y="2545773"/>
                </a:lnTo>
                <a:cubicBezTo>
                  <a:pt x="2727614" y="2554432"/>
                  <a:pt x="2727614" y="2563091"/>
                  <a:pt x="2718955" y="2563091"/>
                </a:cubicBezTo>
                <a:lnTo>
                  <a:pt x="2718955" y="2537114"/>
                </a:lnTo>
                <a:cubicBezTo>
                  <a:pt x="2727614" y="2537114"/>
                  <a:pt x="2736273" y="2528455"/>
                  <a:pt x="2744932" y="2519796"/>
                </a:cubicBezTo>
                <a:lnTo>
                  <a:pt x="2744932" y="2493818"/>
                </a:lnTo>
                <a:cubicBezTo>
                  <a:pt x="2736273" y="2485159"/>
                  <a:pt x="2744932" y="2485159"/>
                  <a:pt x="2718955" y="2485159"/>
                </a:cubicBezTo>
                <a:cubicBezTo>
                  <a:pt x="2701637" y="2485159"/>
                  <a:pt x="2701637" y="2511136"/>
                  <a:pt x="2692978" y="2528455"/>
                </a:cubicBezTo>
                <a:cubicBezTo>
                  <a:pt x="2684318" y="2528455"/>
                  <a:pt x="2675659" y="2511136"/>
                  <a:pt x="2667000" y="2493818"/>
                </a:cubicBezTo>
                <a:cubicBezTo>
                  <a:pt x="2641023" y="2493818"/>
                  <a:pt x="2623705" y="2476500"/>
                  <a:pt x="2623705" y="2467841"/>
                </a:cubicBezTo>
                <a:cubicBezTo>
                  <a:pt x="2615046" y="2476500"/>
                  <a:pt x="2606387" y="2467841"/>
                  <a:pt x="2597728" y="2476500"/>
                </a:cubicBezTo>
                <a:cubicBezTo>
                  <a:pt x="2632364" y="2519796"/>
                  <a:pt x="2658341" y="2571750"/>
                  <a:pt x="2701637" y="2597727"/>
                </a:cubicBezTo>
                <a:cubicBezTo>
                  <a:pt x="2718955" y="2615046"/>
                  <a:pt x="2762250" y="2606386"/>
                  <a:pt x="2796887" y="2623705"/>
                </a:cubicBezTo>
                <a:cubicBezTo>
                  <a:pt x="2822864" y="2632364"/>
                  <a:pt x="2857500" y="2675659"/>
                  <a:pt x="2883478" y="2701636"/>
                </a:cubicBezTo>
                <a:cubicBezTo>
                  <a:pt x="2796887" y="2649682"/>
                  <a:pt x="2701637" y="2649682"/>
                  <a:pt x="2623705" y="2545773"/>
                </a:cubicBezTo>
                <a:lnTo>
                  <a:pt x="2615046" y="2545773"/>
                </a:lnTo>
                <a:cubicBezTo>
                  <a:pt x="2632364" y="2580409"/>
                  <a:pt x="2649682" y="2615046"/>
                  <a:pt x="2675659" y="2641023"/>
                </a:cubicBezTo>
                <a:cubicBezTo>
                  <a:pt x="2632364" y="2623705"/>
                  <a:pt x="2589068" y="2589068"/>
                  <a:pt x="2545773" y="2554432"/>
                </a:cubicBezTo>
                <a:cubicBezTo>
                  <a:pt x="2476500" y="2433205"/>
                  <a:pt x="2363932" y="2381250"/>
                  <a:pt x="2363932" y="2398568"/>
                </a:cubicBezTo>
                <a:cubicBezTo>
                  <a:pt x="2363932" y="2424546"/>
                  <a:pt x="2476500" y="2528455"/>
                  <a:pt x="2528455" y="2589068"/>
                </a:cubicBezTo>
                <a:lnTo>
                  <a:pt x="2225387" y="2311977"/>
                </a:lnTo>
                <a:cubicBezTo>
                  <a:pt x="2234046" y="2303318"/>
                  <a:pt x="2251364" y="2294659"/>
                  <a:pt x="2251364" y="2277341"/>
                </a:cubicBezTo>
                <a:cubicBezTo>
                  <a:pt x="2260023" y="2277341"/>
                  <a:pt x="2277341" y="2294659"/>
                  <a:pt x="2286000" y="2294659"/>
                </a:cubicBezTo>
                <a:cubicBezTo>
                  <a:pt x="2286000" y="2294659"/>
                  <a:pt x="2294659" y="2294659"/>
                  <a:pt x="2303318" y="2286000"/>
                </a:cubicBezTo>
                <a:cubicBezTo>
                  <a:pt x="2268682" y="2260023"/>
                  <a:pt x="2225387" y="2242705"/>
                  <a:pt x="2199409" y="2216727"/>
                </a:cubicBezTo>
                <a:cubicBezTo>
                  <a:pt x="2208068" y="2216727"/>
                  <a:pt x="2225387" y="2225386"/>
                  <a:pt x="2234046" y="2234046"/>
                </a:cubicBezTo>
                <a:cubicBezTo>
                  <a:pt x="2234046" y="2234046"/>
                  <a:pt x="2242705" y="2234046"/>
                  <a:pt x="2242705" y="2216727"/>
                </a:cubicBezTo>
                <a:cubicBezTo>
                  <a:pt x="2242705" y="2190750"/>
                  <a:pt x="2216728" y="2182091"/>
                  <a:pt x="2199409" y="2164773"/>
                </a:cubicBezTo>
                <a:lnTo>
                  <a:pt x="2164773" y="2164773"/>
                </a:lnTo>
                <a:cubicBezTo>
                  <a:pt x="2156114" y="2182091"/>
                  <a:pt x="2164773" y="2208068"/>
                  <a:pt x="2164773" y="2225386"/>
                </a:cubicBezTo>
                <a:cubicBezTo>
                  <a:pt x="2156114" y="2234046"/>
                  <a:pt x="2164773" y="2234046"/>
                  <a:pt x="2138796" y="2234046"/>
                </a:cubicBezTo>
                <a:cubicBezTo>
                  <a:pt x="2121478" y="2234046"/>
                  <a:pt x="2095500" y="2199409"/>
                  <a:pt x="2078182" y="2190750"/>
                </a:cubicBezTo>
                <a:cubicBezTo>
                  <a:pt x="2069523" y="2190750"/>
                  <a:pt x="2060864" y="2190750"/>
                  <a:pt x="2052205" y="2199409"/>
                </a:cubicBezTo>
                <a:cubicBezTo>
                  <a:pt x="2078182" y="2234046"/>
                  <a:pt x="2121478" y="2268682"/>
                  <a:pt x="2164773" y="2303318"/>
                </a:cubicBezTo>
                <a:lnTo>
                  <a:pt x="2164773" y="2329296"/>
                </a:lnTo>
                <a:cubicBezTo>
                  <a:pt x="2121478" y="2286000"/>
                  <a:pt x="2017568" y="2190750"/>
                  <a:pt x="2000250" y="2190750"/>
                </a:cubicBezTo>
                <a:cubicBezTo>
                  <a:pt x="1974273" y="2190750"/>
                  <a:pt x="1965614" y="2190750"/>
                  <a:pt x="1965614" y="2216727"/>
                </a:cubicBezTo>
                <a:cubicBezTo>
                  <a:pt x="1965614" y="2234046"/>
                  <a:pt x="1991591" y="2260023"/>
                  <a:pt x="2000250" y="2277341"/>
                </a:cubicBezTo>
                <a:cubicBezTo>
                  <a:pt x="1991591" y="2286000"/>
                  <a:pt x="2000250" y="2286000"/>
                  <a:pt x="1974273" y="2286000"/>
                </a:cubicBezTo>
                <a:cubicBezTo>
                  <a:pt x="1956955" y="2286000"/>
                  <a:pt x="1861705" y="2190750"/>
                  <a:pt x="1827068" y="2190750"/>
                </a:cubicBezTo>
                <a:cubicBezTo>
                  <a:pt x="1801091" y="2190750"/>
                  <a:pt x="1801091" y="2190750"/>
                  <a:pt x="1792432" y="2199409"/>
                </a:cubicBezTo>
                <a:cubicBezTo>
                  <a:pt x="1835727" y="2260023"/>
                  <a:pt x="1896341" y="2329296"/>
                  <a:pt x="1956955" y="2389909"/>
                </a:cubicBezTo>
                <a:cubicBezTo>
                  <a:pt x="1982932" y="2372591"/>
                  <a:pt x="2060864" y="2389909"/>
                  <a:pt x="2095500" y="2433205"/>
                </a:cubicBezTo>
                <a:cubicBezTo>
                  <a:pt x="2156114" y="2528455"/>
                  <a:pt x="2303318" y="2641023"/>
                  <a:pt x="2407228" y="2692977"/>
                </a:cubicBezTo>
                <a:cubicBezTo>
                  <a:pt x="2277341" y="2684318"/>
                  <a:pt x="2138796" y="2476500"/>
                  <a:pt x="2008909" y="2398568"/>
                </a:cubicBezTo>
                <a:lnTo>
                  <a:pt x="1974273" y="2407227"/>
                </a:lnTo>
                <a:cubicBezTo>
                  <a:pt x="2000250" y="2441864"/>
                  <a:pt x="2008909" y="2476500"/>
                  <a:pt x="2034887" y="2511136"/>
                </a:cubicBezTo>
                <a:cubicBezTo>
                  <a:pt x="2060864" y="2545773"/>
                  <a:pt x="2112818" y="2571750"/>
                  <a:pt x="2138796" y="2597727"/>
                </a:cubicBezTo>
                <a:cubicBezTo>
                  <a:pt x="2095500" y="2589068"/>
                  <a:pt x="2008909" y="2485159"/>
                  <a:pt x="1982932" y="2459182"/>
                </a:cubicBezTo>
                <a:cubicBezTo>
                  <a:pt x="1948296" y="2407227"/>
                  <a:pt x="1870364" y="2346614"/>
                  <a:pt x="1827068" y="2303318"/>
                </a:cubicBezTo>
                <a:cubicBezTo>
                  <a:pt x="1801091" y="2286000"/>
                  <a:pt x="1783773" y="2242705"/>
                  <a:pt x="1749137" y="2216727"/>
                </a:cubicBezTo>
                <a:cubicBezTo>
                  <a:pt x="1688523" y="2182091"/>
                  <a:pt x="1627909" y="2173432"/>
                  <a:pt x="1567296" y="2147455"/>
                </a:cubicBezTo>
                <a:cubicBezTo>
                  <a:pt x="1558637" y="2156114"/>
                  <a:pt x="1549977" y="2147455"/>
                  <a:pt x="1549977" y="2173432"/>
                </a:cubicBezTo>
                <a:cubicBezTo>
                  <a:pt x="1549977" y="2190750"/>
                  <a:pt x="1610591" y="2260023"/>
                  <a:pt x="1653887" y="2303318"/>
                </a:cubicBezTo>
                <a:cubicBezTo>
                  <a:pt x="1610591" y="2277341"/>
                  <a:pt x="1558637" y="2225386"/>
                  <a:pt x="1506682" y="2182091"/>
                </a:cubicBezTo>
                <a:cubicBezTo>
                  <a:pt x="1506682" y="2182091"/>
                  <a:pt x="1498023" y="2182091"/>
                  <a:pt x="1489364" y="2190750"/>
                </a:cubicBezTo>
                <a:cubicBezTo>
                  <a:pt x="1532659" y="2199409"/>
                  <a:pt x="1541318" y="2260023"/>
                  <a:pt x="1558637" y="2303318"/>
                </a:cubicBezTo>
                <a:cubicBezTo>
                  <a:pt x="1575955" y="2337955"/>
                  <a:pt x="1619250" y="2398568"/>
                  <a:pt x="1653887" y="2450523"/>
                </a:cubicBezTo>
                <a:cubicBezTo>
                  <a:pt x="1627909" y="2424546"/>
                  <a:pt x="1584614" y="2398568"/>
                  <a:pt x="1567296" y="2381250"/>
                </a:cubicBezTo>
                <a:cubicBezTo>
                  <a:pt x="1532659" y="2355273"/>
                  <a:pt x="1515341" y="2320636"/>
                  <a:pt x="1489364" y="2294659"/>
                </a:cubicBezTo>
                <a:cubicBezTo>
                  <a:pt x="1480705" y="2311977"/>
                  <a:pt x="1489364" y="2337955"/>
                  <a:pt x="1480705" y="2355273"/>
                </a:cubicBezTo>
                <a:cubicBezTo>
                  <a:pt x="1472046" y="2346614"/>
                  <a:pt x="1472046" y="2329296"/>
                  <a:pt x="1446068" y="2329296"/>
                </a:cubicBezTo>
                <a:cubicBezTo>
                  <a:pt x="1428750" y="2329296"/>
                  <a:pt x="1446068" y="2346614"/>
                  <a:pt x="1428750" y="2346614"/>
                </a:cubicBezTo>
                <a:cubicBezTo>
                  <a:pt x="1402773" y="2346614"/>
                  <a:pt x="1368137" y="2329296"/>
                  <a:pt x="1333500" y="2311977"/>
                </a:cubicBezTo>
                <a:cubicBezTo>
                  <a:pt x="1350818" y="2268682"/>
                  <a:pt x="1368137" y="2225386"/>
                  <a:pt x="1385455" y="2173432"/>
                </a:cubicBezTo>
                <a:lnTo>
                  <a:pt x="1385455" y="2164773"/>
                </a:lnTo>
                <a:cubicBezTo>
                  <a:pt x="1342159" y="2199409"/>
                  <a:pt x="1290205" y="2251364"/>
                  <a:pt x="1238250" y="2303318"/>
                </a:cubicBezTo>
                <a:cubicBezTo>
                  <a:pt x="1255568" y="2329296"/>
                  <a:pt x="1290205" y="2337955"/>
                  <a:pt x="1316182" y="2363932"/>
                </a:cubicBezTo>
                <a:cubicBezTo>
                  <a:pt x="1333500" y="2372591"/>
                  <a:pt x="1350818" y="2363932"/>
                  <a:pt x="1368137" y="2372591"/>
                </a:cubicBezTo>
                <a:cubicBezTo>
                  <a:pt x="1385455" y="2372591"/>
                  <a:pt x="1402773" y="2415886"/>
                  <a:pt x="1420091" y="2415886"/>
                </a:cubicBezTo>
                <a:cubicBezTo>
                  <a:pt x="1446068" y="2415886"/>
                  <a:pt x="1428750" y="2398568"/>
                  <a:pt x="1446068" y="2398568"/>
                </a:cubicBezTo>
                <a:cubicBezTo>
                  <a:pt x="1472046" y="2398568"/>
                  <a:pt x="1506682" y="2415886"/>
                  <a:pt x="1524000" y="2433205"/>
                </a:cubicBezTo>
                <a:cubicBezTo>
                  <a:pt x="1575955" y="2450523"/>
                  <a:pt x="1593273" y="2424546"/>
                  <a:pt x="1627909" y="2485159"/>
                </a:cubicBezTo>
                <a:cubicBezTo>
                  <a:pt x="1636568" y="2493818"/>
                  <a:pt x="1653887" y="2493818"/>
                  <a:pt x="1662546" y="2493818"/>
                </a:cubicBezTo>
                <a:cubicBezTo>
                  <a:pt x="1723159" y="2537114"/>
                  <a:pt x="1714500" y="2563091"/>
                  <a:pt x="1714500" y="2606386"/>
                </a:cubicBezTo>
                <a:cubicBezTo>
                  <a:pt x="1714500" y="2641023"/>
                  <a:pt x="1705841" y="2641023"/>
                  <a:pt x="1679864" y="2701636"/>
                </a:cubicBezTo>
                <a:cubicBezTo>
                  <a:pt x="1671205" y="2710296"/>
                  <a:pt x="1671205" y="2744932"/>
                  <a:pt x="1653887" y="2770909"/>
                </a:cubicBezTo>
                <a:cubicBezTo>
                  <a:pt x="1645227" y="2788227"/>
                  <a:pt x="1610591" y="2779568"/>
                  <a:pt x="1601932" y="2805546"/>
                </a:cubicBezTo>
                <a:cubicBezTo>
                  <a:pt x="1593273" y="2814205"/>
                  <a:pt x="1575955" y="2883477"/>
                  <a:pt x="1558637" y="2883477"/>
                </a:cubicBezTo>
                <a:cubicBezTo>
                  <a:pt x="1532659" y="2883477"/>
                  <a:pt x="1558637" y="2866159"/>
                  <a:pt x="1532659" y="2866159"/>
                </a:cubicBezTo>
                <a:cubicBezTo>
                  <a:pt x="1498023" y="2866159"/>
                  <a:pt x="1489364" y="2978727"/>
                  <a:pt x="1446068" y="2978727"/>
                </a:cubicBezTo>
                <a:cubicBezTo>
                  <a:pt x="1420091" y="2978727"/>
                  <a:pt x="1446068" y="2961409"/>
                  <a:pt x="1428750" y="2961409"/>
                </a:cubicBezTo>
                <a:cubicBezTo>
                  <a:pt x="1350818" y="2961409"/>
                  <a:pt x="1394114" y="3056659"/>
                  <a:pt x="1324841" y="3056659"/>
                </a:cubicBezTo>
                <a:cubicBezTo>
                  <a:pt x="1307523" y="3056659"/>
                  <a:pt x="1333500" y="3039341"/>
                  <a:pt x="1307523" y="3039341"/>
                </a:cubicBezTo>
                <a:cubicBezTo>
                  <a:pt x="1290205" y="3039341"/>
                  <a:pt x="1220932" y="3134591"/>
                  <a:pt x="1203614" y="3134591"/>
                </a:cubicBezTo>
                <a:cubicBezTo>
                  <a:pt x="1177637" y="3134591"/>
                  <a:pt x="1203614" y="3117273"/>
                  <a:pt x="1177637" y="3117273"/>
                </a:cubicBezTo>
                <a:cubicBezTo>
                  <a:pt x="1151659" y="3117273"/>
                  <a:pt x="1125682" y="3203864"/>
                  <a:pt x="1039091" y="3203864"/>
                </a:cubicBezTo>
                <a:cubicBezTo>
                  <a:pt x="1004455" y="3238500"/>
                  <a:pt x="969818" y="3290455"/>
                  <a:pt x="943841" y="3290455"/>
                </a:cubicBezTo>
                <a:cubicBezTo>
                  <a:pt x="926523" y="3290455"/>
                  <a:pt x="943841" y="3264477"/>
                  <a:pt x="926523" y="3264477"/>
                </a:cubicBezTo>
                <a:cubicBezTo>
                  <a:pt x="900546" y="3264477"/>
                  <a:pt x="900546" y="3273136"/>
                  <a:pt x="857250" y="3281796"/>
                </a:cubicBezTo>
                <a:cubicBezTo>
                  <a:pt x="917864" y="3221182"/>
                  <a:pt x="900546" y="3238500"/>
                  <a:pt x="900546" y="3221182"/>
                </a:cubicBezTo>
                <a:cubicBezTo>
                  <a:pt x="900546" y="3195205"/>
                  <a:pt x="926523" y="3203864"/>
                  <a:pt x="935182" y="3186546"/>
                </a:cubicBezTo>
                <a:cubicBezTo>
                  <a:pt x="943841" y="3186546"/>
                  <a:pt x="961159" y="3195205"/>
                  <a:pt x="969818" y="3186546"/>
                </a:cubicBezTo>
                <a:cubicBezTo>
                  <a:pt x="969818" y="3177886"/>
                  <a:pt x="1021773" y="3169227"/>
                  <a:pt x="1030432" y="3134591"/>
                </a:cubicBezTo>
                <a:lnTo>
                  <a:pt x="476250" y="3125932"/>
                </a:lnTo>
                <a:cubicBezTo>
                  <a:pt x="450273" y="3143250"/>
                  <a:pt x="415636" y="3160568"/>
                  <a:pt x="381000" y="3177886"/>
                </a:cubicBezTo>
                <a:cubicBezTo>
                  <a:pt x="415636" y="3134591"/>
                  <a:pt x="502227" y="3099955"/>
                  <a:pt x="571500" y="3073977"/>
                </a:cubicBezTo>
                <a:cubicBezTo>
                  <a:pt x="632114" y="3048000"/>
                  <a:pt x="1091046" y="2952750"/>
                  <a:pt x="1091046" y="2710296"/>
                </a:cubicBezTo>
                <a:cubicBezTo>
                  <a:pt x="1091046" y="2692977"/>
                  <a:pt x="1091046" y="2667000"/>
                  <a:pt x="1082387" y="2649682"/>
                </a:cubicBezTo>
                <a:cubicBezTo>
                  <a:pt x="969818" y="2727614"/>
                  <a:pt x="857250" y="2788227"/>
                  <a:pt x="744682" y="2831523"/>
                </a:cubicBezTo>
                <a:cubicBezTo>
                  <a:pt x="536864" y="2918114"/>
                  <a:pt x="251114" y="2944091"/>
                  <a:pt x="77932" y="3177886"/>
                </a:cubicBezTo>
                <a:cubicBezTo>
                  <a:pt x="69273" y="3177886"/>
                  <a:pt x="60614" y="3195205"/>
                  <a:pt x="51955" y="3203864"/>
                </a:cubicBezTo>
                <a:cubicBezTo>
                  <a:pt x="69273" y="3151909"/>
                  <a:pt x="181841" y="3056659"/>
                  <a:pt x="242455" y="3022023"/>
                </a:cubicBezTo>
                <a:lnTo>
                  <a:pt x="225136" y="3004705"/>
                </a:lnTo>
                <a:cubicBezTo>
                  <a:pt x="233795" y="3013364"/>
                  <a:pt x="225136" y="3022023"/>
                  <a:pt x="242455" y="3022023"/>
                </a:cubicBezTo>
                <a:cubicBezTo>
                  <a:pt x="268432" y="3022023"/>
                  <a:pt x="320386" y="2970068"/>
                  <a:pt x="372341" y="2952750"/>
                </a:cubicBezTo>
                <a:cubicBezTo>
                  <a:pt x="424295" y="2926773"/>
                  <a:pt x="1082387" y="2770909"/>
                  <a:pt x="1082387" y="2580409"/>
                </a:cubicBezTo>
                <a:cubicBezTo>
                  <a:pt x="1082387" y="2563091"/>
                  <a:pt x="1065068" y="2528455"/>
                  <a:pt x="1047750" y="2502477"/>
                </a:cubicBezTo>
                <a:cubicBezTo>
                  <a:pt x="1047750" y="2502477"/>
                  <a:pt x="1030432" y="2519796"/>
                  <a:pt x="1030432" y="2493818"/>
                </a:cubicBezTo>
                <a:cubicBezTo>
                  <a:pt x="1030432" y="2519796"/>
                  <a:pt x="1056409" y="2554432"/>
                  <a:pt x="1056409" y="2571750"/>
                </a:cubicBezTo>
                <a:cubicBezTo>
                  <a:pt x="1056409" y="2684318"/>
                  <a:pt x="865909" y="2736273"/>
                  <a:pt x="805296" y="2762250"/>
                </a:cubicBezTo>
                <a:cubicBezTo>
                  <a:pt x="666750" y="2814205"/>
                  <a:pt x="510886" y="2857500"/>
                  <a:pt x="372341" y="2909455"/>
                </a:cubicBezTo>
                <a:cubicBezTo>
                  <a:pt x="268432" y="2944091"/>
                  <a:pt x="155864" y="3013364"/>
                  <a:pt x="69273" y="3099955"/>
                </a:cubicBezTo>
                <a:lnTo>
                  <a:pt x="0" y="3169227"/>
                </a:lnTo>
                <a:cubicBezTo>
                  <a:pt x="164523" y="2952750"/>
                  <a:pt x="424295" y="2883477"/>
                  <a:pt x="614796" y="2822864"/>
                </a:cubicBezTo>
                <a:cubicBezTo>
                  <a:pt x="727364" y="2788227"/>
                  <a:pt x="891886" y="2727614"/>
                  <a:pt x="1013114" y="2649682"/>
                </a:cubicBezTo>
                <a:cubicBezTo>
                  <a:pt x="961159" y="2589068"/>
                  <a:pt x="848591" y="2476500"/>
                  <a:pt x="848591" y="2459182"/>
                </a:cubicBezTo>
                <a:lnTo>
                  <a:pt x="848591" y="2242705"/>
                </a:lnTo>
                <a:cubicBezTo>
                  <a:pt x="857250" y="2216727"/>
                  <a:pt x="874568" y="2190750"/>
                  <a:pt x="874568" y="2173432"/>
                </a:cubicBezTo>
                <a:cubicBezTo>
                  <a:pt x="874568" y="2147455"/>
                  <a:pt x="917864" y="2121477"/>
                  <a:pt x="935182" y="2112818"/>
                </a:cubicBezTo>
                <a:cubicBezTo>
                  <a:pt x="1047750" y="2008909"/>
                  <a:pt x="1177637" y="1956955"/>
                  <a:pt x="1298864" y="1905000"/>
                </a:cubicBezTo>
                <a:lnTo>
                  <a:pt x="1298864" y="1645227"/>
                </a:lnTo>
                <a:cubicBezTo>
                  <a:pt x="1307523" y="1645227"/>
                  <a:pt x="1298864" y="1636568"/>
                  <a:pt x="1324841" y="1636568"/>
                </a:cubicBezTo>
                <a:cubicBezTo>
                  <a:pt x="1342159" y="1636568"/>
                  <a:pt x="1333500" y="1653886"/>
                  <a:pt x="1342159" y="1662546"/>
                </a:cubicBezTo>
                <a:cubicBezTo>
                  <a:pt x="1359477" y="1653886"/>
                  <a:pt x="1368137" y="1627909"/>
                  <a:pt x="1385455" y="1627909"/>
                </a:cubicBezTo>
                <a:cubicBezTo>
                  <a:pt x="1411432" y="1627909"/>
                  <a:pt x="1402773" y="1645227"/>
                  <a:pt x="1420091" y="1645227"/>
                </a:cubicBezTo>
                <a:cubicBezTo>
                  <a:pt x="1446068" y="1645227"/>
                  <a:pt x="1454727" y="1619250"/>
                  <a:pt x="1480705" y="1610591"/>
                </a:cubicBezTo>
                <a:cubicBezTo>
                  <a:pt x="1480705" y="1619250"/>
                  <a:pt x="1480705" y="1627909"/>
                  <a:pt x="1489364" y="1636568"/>
                </a:cubicBezTo>
                <a:cubicBezTo>
                  <a:pt x="1506682" y="1636568"/>
                  <a:pt x="1515341" y="1619250"/>
                  <a:pt x="1524000" y="1601932"/>
                </a:cubicBezTo>
                <a:lnTo>
                  <a:pt x="1549977" y="1601932"/>
                </a:lnTo>
                <a:cubicBezTo>
                  <a:pt x="1549977" y="1610591"/>
                  <a:pt x="1549977" y="1619250"/>
                  <a:pt x="1558637" y="1627909"/>
                </a:cubicBezTo>
                <a:cubicBezTo>
                  <a:pt x="1584614" y="1619250"/>
                  <a:pt x="1601932" y="1593273"/>
                  <a:pt x="1619250" y="1593273"/>
                </a:cubicBezTo>
                <a:cubicBezTo>
                  <a:pt x="1636568" y="1593273"/>
                  <a:pt x="1679864" y="1593273"/>
                  <a:pt x="1688523" y="1627909"/>
                </a:cubicBezTo>
                <a:cubicBezTo>
                  <a:pt x="1688523" y="1627909"/>
                  <a:pt x="1697182" y="1619250"/>
                  <a:pt x="1697182" y="1610591"/>
                </a:cubicBezTo>
                <a:lnTo>
                  <a:pt x="1731818" y="1610591"/>
                </a:lnTo>
                <a:cubicBezTo>
                  <a:pt x="1740477" y="1619250"/>
                  <a:pt x="1740477" y="1645227"/>
                  <a:pt x="1757796" y="1645227"/>
                </a:cubicBezTo>
                <a:cubicBezTo>
                  <a:pt x="1783773" y="1645227"/>
                  <a:pt x="1757796" y="1627909"/>
                  <a:pt x="1775114" y="1627909"/>
                </a:cubicBezTo>
                <a:cubicBezTo>
                  <a:pt x="1801091" y="1627909"/>
                  <a:pt x="1809750" y="1662546"/>
                  <a:pt x="1835727" y="1662546"/>
                </a:cubicBezTo>
                <a:cubicBezTo>
                  <a:pt x="1853046" y="1662546"/>
                  <a:pt x="1827068" y="1645227"/>
                  <a:pt x="1844387" y="1645227"/>
                </a:cubicBezTo>
                <a:cubicBezTo>
                  <a:pt x="1870364" y="1645227"/>
                  <a:pt x="1861705" y="1653886"/>
                  <a:pt x="1879023" y="1653886"/>
                </a:cubicBezTo>
                <a:cubicBezTo>
                  <a:pt x="1879023" y="1714500"/>
                  <a:pt x="1887682" y="1783773"/>
                  <a:pt x="1896341" y="1844386"/>
                </a:cubicBezTo>
                <a:lnTo>
                  <a:pt x="1913659" y="1827068"/>
                </a:lnTo>
                <a:cubicBezTo>
                  <a:pt x="1922318" y="1835727"/>
                  <a:pt x="1922318" y="1853046"/>
                  <a:pt x="1948296" y="1853046"/>
                </a:cubicBezTo>
                <a:cubicBezTo>
                  <a:pt x="1965614" y="1853046"/>
                  <a:pt x="1948296" y="1835727"/>
                  <a:pt x="1974273" y="1835727"/>
                </a:cubicBezTo>
                <a:cubicBezTo>
                  <a:pt x="1991591" y="1835727"/>
                  <a:pt x="1991591" y="1844386"/>
                  <a:pt x="2000250" y="1844386"/>
                </a:cubicBezTo>
                <a:cubicBezTo>
                  <a:pt x="2008909" y="1853046"/>
                  <a:pt x="2026227" y="1844386"/>
                  <a:pt x="2043546" y="1844386"/>
                </a:cubicBezTo>
                <a:cubicBezTo>
                  <a:pt x="2052205" y="1853046"/>
                  <a:pt x="2052205" y="1861705"/>
                  <a:pt x="2060864" y="1861705"/>
                </a:cubicBezTo>
                <a:cubicBezTo>
                  <a:pt x="2147455" y="1879023"/>
                  <a:pt x="2294659" y="1913659"/>
                  <a:pt x="2372591" y="1991591"/>
                </a:cubicBezTo>
                <a:cubicBezTo>
                  <a:pt x="2372591" y="1991591"/>
                  <a:pt x="2381250" y="2000250"/>
                  <a:pt x="2389909" y="1991591"/>
                </a:cubicBezTo>
                <a:cubicBezTo>
                  <a:pt x="2424546" y="2034886"/>
                  <a:pt x="2459182" y="2069523"/>
                  <a:pt x="2502478" y="2095500"/>
                </a:cubicBezTo>
                <a:cubicBezTo>
                  <a:pt x="2545773" y="2130136"/>
                  <a:pt x="2580409" y="2138796"/>
                  <a:pt x="2632364" y="2190750"/>
                </a:cubicBezTo>
                <a:cubicBezTo>
                  <a:pt x="2667000" y="2216727"/>
                  <a:pt x="2718955" y="2260023"/>
                  <a:pt x="2779568" y="2277341"/>
                </a:cubicBezTo>
                <a:cubicBezTo>
                  <a:pt x="2796887" y="2286000"/>
                  <a:pt x="2822864" y="2277341"/>
                  <a:pt x="2848841" y="2286000"/>
                </a:cubicBezTo>
                <a:cubicBezTo>
                  <a:pt x="2874819" y="2294659"/>
                  <a:pt x="2909455" y="2311977"/>
                  <a:pt x="2935432" y="2329296"/>
                </a:cubicBezTo>
                <a:cubicBezTo>
                  <a:pt x="2944091" y="2320636"/>
                  <a:pt x="2952750" y="2320636"/>
                  <a:pt x="2961409" y="2311977"/>
                </a:cubicBezTo>
                <a:cubicBezTo>
                  <a:pt x="2892137" y="2251364"/>
                  <a:pt x="2926773" y="2182091"/>
                  <a:pt x="2909455" y="2112818"/>
                </a:cubicBezTo>
                <a:cubicBezTo>
                  <a:pt x="2900796" y="2121477"/>
                  <a:pt x="2900796" y="2147455"/>
                  <a:pt x="2900796" y="2147455"/>
                </a:cubicBezTo>
                <a:cubicBezTo>
                  <a:pt x="2883478" y="2147455"/>
                  <a:pt x="2866159" y="2147455"/>
                  <a:pt x="2857500" y="2164773"/>
                </a:cubicBezTo>
                <a:cubicBezTo>
                  <a:pt x="2892137" y="2190750"/>
                  <a:pt x="2883478" y="2147455"/>
                  <a:pt x="2900796" y="2190750"/>
                </a:cubicBezTo>
                <a:lnTo>
                  <a:pt x="2883478" y="2173432"/>
                </a:lnTo>
                <a:cubicBezTo>
                  <a:pt x="2883478" y="2199409"/>
                  <a:pt x="2892137" y="2208068"/>
                  <a:pt x="2883478" y="2216727"/>
                </a:cubicBezTo>
                <a:cubicBezTo>
                  <a:pt x="2874819" y="2225386"/>
                  <a:pt x="2874819" y="2234046"/>
                  <a:pt x="2874819" y="2242705"/>
                </a:cubicBezTo>
                <a:cubicBezTo>
                  <a:pt x="2883478" y="2251364"/>
                  <a:pt x="2900796" y="2242705"/>
                  <a:pt x="2909455" y="2242705"/>
                </a:cubicBezTo>
                <a:lnTo>
                  <a:pt x="2909455" y="2286000"/>
                </a:lnTo>
                <a:cubicBezTo>
                  <a:pt x="2892137" y="2268682"/>
                  <a:pt x="2874819" y="2268682"/>
                  <a:pt x="2866159" y="2251364"/>
                </a:cubicBezTo>
                <a:cubicBezTo>
                  <a:pt x="2866159" y="2251364"/>
                  <a:pt x="2857500" y="2260023"/>
                  <a:pt x="2857500" y="2268682"/>
                </a:cubicBezTo>
                <a:cubicBezTo>
                  <a:pt x="2831523" y="2260023"/>
                  <a:pt x="2814205" y="2242705"/>
                  <a:pt x="2788228" y="2225386"/>
                </a:cubicBezTo>
                <a:cubicBezTo>
                  <a:pt x="2805546" y="2216727"/>
                  <a:pt x="2814205" y="2190750"/>
                  <a:pt x="2822864" y="2164773"/>
                </a:cubicBezTo>
                <a:cubicBezTo>
                  <a:pt x="2831523" y="2173432"/>
                  <a:pt x="2831523" y="2173432"/>
                  <a:pt x="2848841" y="2164773"/>
                </a:cubicBezTo>
                <a:cubicBezTo>
                  <a:pt x="2840182" y="2156114"/>
                  <a:pt x="2840182" y="2138796"/>
                  <a:pt x="2831523" y="2130136"/>
                </a:cubicBezTo>
                <a:cubicBezTo>
                  <a:pt x="2822864" y="2147455"/>
                  <a:pt x="2796887" y="2164773"/>
                  <a:pt x="2788228" y="2190750"/>
                </a:cubicBezTo>
                <a:cubicBezTo>
                  <a:pt x="2779568" y="2190750"/>
                  <a:pt x="2779568" y="2173432"/>
                  <a:pt x="2770909" y="2156114"/>
                </a:cubicBezTo>
                <a:cubicBezTo>
                  <a:pt x="2762250" y="2164773"/>
                  <a:pt x="2744932" y="2182091"/>
                  <a:pt x="2727614" y="2190750"/>
                </a:cubicBezTo>
                <a:cubicBezTo>
                  <a:pt x="2744932" y="2147455"/>
                  <a:pt x="2770909" y="2130136"/>
                  <a:pt x="2796887" y="2095500"/>
                </a:cubicBezTo>
                <a:cubicBezTo>
                  <a:pt x="2796887" y="2095500"/>
                  <a:pt x="2796887" y="2104159"/>
                  <a:pt x="2805546" y="2112818"/>
                </a:cubicBezTo>
                <a:cubicBezTo>
                  <a:pt x="2822864" y="2104159"/>
                  <a:pt x="2822864" y="2078182"/>
                  <a:pt x="2840182" y="2060864"/>
                </a:cubicBezTo>
                <a:cubicBezTo>
                  <a:pt x="2848841" y="2069523"/>
                  <a:pt x="2857500" y="2078182"/>
                  <a:pt x="2848841" y="2086841"/>
                </a:cubicBezTo>
                <a:cubicBezTo>
                  <a:pt x="2857500" y="2095500"/>
                  <a:pt x="2857500" y="2086841"/>
                  <a:pt x="2874819" y="2086841"/>
                </a:cubicBezTo>
                <a:cubicBezTo>
                  <a:pt x="2900796" y="2086841"/>
                  <a:pt x="2892137" y="2112818"/>
                  <a:pt x="2900796" y="2121477"/>
                </a:cubicBezTo>
                <a:cubicBezTo>
                  <a:pt x="2883478" y="1974273"/>
                  <a:pt x="3030682" y="1896341"/>
                  <a:pt x="3160569" y="1809750"/>
                </a:cubicBezTo>
                <a:lnTo>
                  <a:pt x="3160569" y="1610591"/>
                </a:lnTo>
                <a:cubicBezTo>
                  <a:pt x="3195205" y="1610591"/>
                  <a:pt x="3238500" y="1610591"/>
                  <a:pt x="3290455" y="1584614"/>
                </a:cubicBezTo>
                <a:lnTo>
                  <a:pt x="3307773" y="1601932"/>
                </a:lnTo>
                <a:cubicBezTo>
                  <a:pt x="3316432" y="1584614"/>
                  <a:pt x="3325091" y="1575955"/>
                  <a:pt x="3342409" y="1575955"/>
                </a:cubicBezTo>
                <a:cubicBezTo>
                  <a:pt x="3368387" y="1575955"/>
                  <a:pt x="3351069" y="1593273"/>
                  <a:pt x="3359728" y="1601932"/>
                </a:cubicBezTo>
                <a:cubicBezTo>
                  <a:pt x="3368387" y="1584614"/>
                  <a:pt x="3403023" y="1567296"/>
                  <a:pt x="3420341" y="1567296"/>
                </a:cubicBezTo>
                <a:cubicBezTo>
                  <a:pt x="3446319" y="1567296"/>
                  <a:pt x="3437659" y="1575955"/>
                  <a:pt x="3463637" y="1575955"/>
                </a:cubicBezTo>
                <a:close/>
                <a:moveTo>
                  <a:pt x="3939887" y="1506682"/>
                </a:moveTo>
                <a:cubicBezTo>
                  <a:pt x="3931228" y="1515341"/>
                  <a:pt x="3913909" y="1524000"/>
                  <a:pt x="3905250" y="1532659"/>
                </a:cubicBezTo>
                <a:lnTo>
                  <a:pt x="3879273" y="1532659"/>
                </a:lnTo>
                <a:cubicBezTo>
                  <a:pt x="3887932" y="1524000"/>
                  <a:pt x="3905250" y="1515341"/>
                  <a:pt x="3913909" y="1506682"/>
                </a:cubicBezTo>
                <a:lnTo>
                  <a:pt x="3939887" y="1506682"/>
                </a:lnTo>
                <a:close/>
                <a:moveTo>
                  <a:pt x="3974523" y="1524000"/>
                </a:moveTo>
                <a:cubicBezTo>
                  <a:pt x="3974523" y="1515341"/>
                  <a:pt x="3991841" y="1498023"/>
                  <a:pt x="4000500" y="1498023"/>
                </a:cubicBezTo>
                <a:cubicBezTo>
                  <a:pt x="4000500" y="1506682"/>
                  <a:pt x="3983182" y="1515341"/>
                  <a:pt x="3974523" y="1524000"/>
                </a:cubicBezTo>
                <a:close/>
                <a:moveTo>
                  <a:pt x="3437659" y="1489364"/>
                </a:moveTo>
                <a:lnTo>
                  <a:pt x="3896591" y="1489364"/>
                </a:lnTo>
                <a:cubicBezTo>
                  <a:pt x="3887932" y="1498023"/>
                  <a:pt x="3870614" y="1506682"/>
                  <a:pt x="3861955" y="1515341"/>
                </a:cubicBezTo>
                <a:lnTo>
                  <a:pt x="3299114" y="1515341"/>
                </a:lnTo>
                <a:cubicBezTo>
                  <a:pt x="3333750" y="1498023"/>
                  <a:pt x="3385705" y="1472046"/>
                  <a:pt x="3411682" y="1472046"/>
                </a:cubicBezTo>
                <a:cubicBezTo>
                  <a:pt x="3429000" y="1472046"/>
                  <a:pt x="3411682" y="1489364"/>
                  <a:pt x="3437659" y="1489364"/>
                </a:cubicBezTo>
                <a:close/>
                <a:moveTo>
                  <a:pt x="4069773" y="1428750"/>
                </a:moveTo>
                <a:cubicBezTo>
                  <a:pt x="4061114" y="1437409"/>
                  <a:pt x="4043796" y="1446068"/>
                  <a:pt x="4035137" y="1454727"/>
                </a:cubicBezTo>
                <a:lnTo>
                  <a:pt x="4009159" y="1454727"/>
                </a:lnTo>
                <a:cubicBezTo>
                  <a:pt x="4017819" y="1446068"/>
                  <a:pt x="4035137" y="1437409"/>
                  <a:pt x="4043796" y="1428750"/>
                </a:cubicBezTo>
                <a:lnTo>
                  <a:pt x="4069773" y="1428750"/>
                </a:lnTo>
                <a:close/>
                <a:moveTo>
                  <a:pt x="4104409" y="1437409"/>
                </a:moveTo>
                <a:cubicBezTo>
                  <a:pt x="4104409" y="1428750"/>
                  <a:pt x="4113069" y="1420091"/>
                  <a:pt x="4121728" y="1428750"/>
                </a:cubicBezTo>
                <a:cubicBezTo>
                  <a:pt x="4121728" y="1428750"/>
                  <a:pt x="4113069" y="1437409"/>
                  <a:pt x="4104409" y="1437409"/>
                </a:cubicBezTo>
                <a:close/>
                <a:moveTo>
                  <a:pt x="3610841" y="1420091"/>
                </a:moveTo>
                <a:cubicBezTo>
                  <a:pt x="3740728" y="1428750"/>
                  <a:pt x="3870614" y="1428750"/>
                  <a:pt x="4000500" y="1428750"/>
                </a:cubicBezTo>
                <a:cubicBezTo>
                  <a:pt x="3922569" y="1428750"/>
                  <a:pt x="3948546" y="1454727"/>
                  <a:pt x="3922569" y="1454727"/>
                </a:cubicBezTo>
                <a:lnTo>
                  <a:pt x="3454978" y="1454727"/>
                </a:lnTo>
                <a:cubicBezTo>
                  <a:pt x="3498273" y="1446068"/>
                  <a:pt x="3558887" y="1411432"/>
                  <a:pt x="3584864" y="1411432"/>
                </a:cubicBezTo>
                <a:cubicBezTo>
                  <a:pt x="3602182" y="1411432"/>
                  <a:pt x="3602182" y="1420091"/>
                  <a:pt x="3610841" y="1420091"/>
                </a:cubicBezTo>
                <a:close/>
                <a:moveTo>
                  <a:pt x="4182341" y="1350818"/>
                </a:moveTo>
                <a:cubicBezTo>
                  <a:pt x="4173682" y="1359477"/>
                  <a:pt x="4156364" y="1376796"/>
                  <a:pt x="4130387" y="1376796"/>
                </a:cubicBezTo>
                <a:lnTo>
                  <a:pt x="4156364" y="1350818"/>
                </a:lnTo>
                <a:lnTo>
                  <a:pt x="4182341" y="1350818"/>
                </a:lnTo>
                <a:close/>
                <a:moveTo>
                  <a:pt x="4043796" y="1359477"/>
                </a:moveTo>
                <a:cubicBezTo>
                  <a:pt x="4043796" y="1359477"/>
                  <a:pt x="4026478" y="1376796"/>
                  <a:pt x="4017819" y="1394114"/>
                </a:cubicBezTo>
                <a:lnTo>
                  <a:pt x="3619500" y="1394114"/>
                </a:lnTo>
                <a:cubicBezTo>
                  <a:pt x="3645478" y="1385455"/>
                  <a:pt x="3688773" y="1350818"/>
                  <a:pt x="3706091" y="1350818"/>
                </a:cubicBezTo>
                <a:cubicBezTo>
                  <a:pt x="3732069" y="1350818"/>
                  <a:pt x="3740728" y="1359477"/>
                  <a:pt x="4043796" y="1359477"/>
                </a:cubicBezTo>
                <a:close/>
                <a:moveTo>
                  <a:pt x="4242955" y="1342159"/>
                </a:moveTo>
                <a:cubicBezTo>
                  <a:pt x="4234296" y="1350818"/>
                  <a:pt x="4225637" y="1342159"/>
                  <a:pt x="4216978" y="1350818"/>
                </a:cubicBezTo>
                <a:cubicBezTo>
                  <a:pt x="4216978" y="1350818"/>
                  <a:pt x="4216978" y="1342159"/>
                  <a:pt x="4225637" y="1333500"/>
                </a:cubicBezTo>
                <a:cubicBezTo>
                  <a:pt x="4225637" y="1333500"/>
                  <a:pt x="4234296" y="1342159"/>
                  <a:pt x="4242955" y="1342159"/>
                </a:cubicBezTo>
                <a:close/>
                <a:moveTo>
                  <a:pt x="4121728" y="1290205"/>
                </a:moveTo>
                <a:cubicBezTo>
                  <a:pt x="4113069" y="1307523"/>
                  <a:pt x="4130387" y="1316182"/>
                  <a:pt x="4139046" y="1316182"/>
                </a:cubicBezTo>
                <a:cubicBezTo>
                  <a:pt x="4130387" y="1324841"/>
                  <a:pt x="4130387" y="1333500"/>
                  <a:pt x="4104409" y="1333500"/>
                </a:cubicBezTo>
                <a:lnTo>
                  <a:pt x="3732069" y="1333500"/>
                </a:lnTo>
                <a:cubicBezTo>
                  <a:pt x="3749387" y="1324841"/>
                  <a:pt x="3775364" y="1298864"/>
                  <a:pt x="3801341" y="1290205"/>
                </a:cubicBezTo>
                <a:lnTo>
                  <a:pt x="4121728" y="1290205"/>
                </a:lnTo>
                <a:close/>
                <a:moveTo>
                  <a:pt x="4242955" y="1290205"/>
                </a:moveTo>
                <a:cubicBezTo>
                  <a:pt x="4251614" y="1281546"/>
                  <a:pt x="4268932" y="1264227"/>
                  <a:pt x="4286251" y="1255568"/>
                </a:cubicBezTo>
                <a:cubicBezTo>
                  <a:pt x="4312228" y="1246909"/>
                  <a:pt x="4260273" y="1290205"/>
                  <a:pt x="4242955" y="1290205"/>
                </a:cubicBezTo>
                <a:close/>
                <a:moveTo>
                  <a:pt x="4329546" y="1264227"/>
                </a:moveTo>
                <a:cubicBezTo>
                  <a:pt x="4329546" y="1255568"/>
                  <a:pt x="4329546" y="1246909"/>
                  <a:pt x="4346864" y="1255568"/>
                </a:cubicBezTo>
                <a:cubicBezTo>
                  <a:pt x="4346864" y="1255568"/>
                  <a:pt x="4338205" y="1264227"/>
                  <a:pt x="4329546" y="1264227"/>
                </a:cubicBezTo>
                <a:close/>
                <a:moveTo>
                  <a:pt x="4191000" y="1229591"/>
                </a:moveTo>
                <a:cubicBezTo>
                  <a:pt x="4191000" y="1238250"/>
                  <a:pt x="4199660" y="1246909"/>
                  <a:pt x="4208319" y="1246909"/>
                </a:cubicBezTo>
                <a:cubicBezTo>
                  <a:pt x="4208319" y="1246909"/>
                  <a:pt x="4208319" y="1264227"/>
                  <a:pt x="4182341" y="1264227"/>
                </a:cubicBezTo>
                <a:lnTo>
                  <a:pt x="3810000" y="1264227"/>
                </a:lnTo>
                <a:cubicBezTo>
                  <a:pt x="3818659" y="1255568"/>
                  <a:pt x="3827319" y="1238250"/>
                  <a:pt x="3835978" y="1229591"/>
                </a:cubicBezTo>
                <a:lnTo>
                  <a:pt x="4191000" y="1229591"/>
                </a:lnTo>
                <a:close/>
                <a:moveTo>
                  <a:pt x="4355523" y="1194955"/>
                </a:moveTo>
                <a:cubicBezTo>
                  <a:pt x="4364182" y="1186296"/>
                  <a:pt x="4381501" y="1168977"/>
                  <a:pt x="4390160" y="1168977"/>
                </a:cubicBezTo>
                <a:cubicBezTo>
                  <a:pt x="4381501" y="1177636"/>
                  <a:pt x="4372841" y="1194955"/>
                  <a:pt x="4355523" y="1194955"/>
                </a:cubicBezTo>
                <a:close/>
                <a:moveTo>
                  <a:pt x="4442114" y="1099705"/>
                </a:moveTo>
                <a:cubicBezTo>
                  <a:pt x="4442114" y="1099705"/>
                  <a:pt x="4433455" y="1099705"/>
                  <a:pt x="4424796" y="1091046"/>
                </a:cubicBezTo>
                <a:cubicBezTo>
                  <a:pt x="4433455" y="1082386"/>
                  <a:pt x="4442114" y="1065068"/>
                  <a:pt x="4450773" y="1065068"/>
                </a:cubicBezTo>
                <a:cubicBezTo>
                  <a:pt x="4459432" y="1065068"/>
                  <a:pt x="4450773" y="1082386"/>
                  <a:pt x="4442114" y="1099705"/>
                </a:cubicBezTo>
                <a:close/>
                <a:moveTo>
                  <a:pt x="4372841" y="1108364"/>
                </a:moveTo>
                <a:lnTo>
                  <a:pt x="4346864" y="1056409"/>
                </a:lnTo>
                <a:cubicBezTo>
                  <a:pt x="4364182" y="1073727"/>
                  <a:pt x="4372841" y="1091046"/>
                  <a:pt x="4372841" y="1108364"/>
                </a:cubicBezTo>
                <a:close/>
                <a:moveTo>
                  <a:pt x="4338205" y="1047750"/>
                </a:moveTo>
                <a:cubicBezTo>
                  <a:pt x="4329546" y="1047750"/>
                  <a:pt x="4320887" y="1039091"/>
                  <a:pt x="4312228" y="1030432"/>
                </a:cubicBezTo>
                <a:cubicBezTo>
                  <a:pt x="4320887" y="1030432"/>
                  <a:pt x="4329546" y="1039091"/>
                  <a:pt x="4338205" y="1047750"/>
                </a:cubicBezTo>
                <a:close/>
                <a:moveTo>
                  <a:pt x="3454978" y="1065068"/>
                </a:moveTo>
                <a:cubicBezTo>
                  <a:pt x="3454978" y="969818"/>
                  <a:pt x="3506932" y="1004455"/>
                  <a:pt x="3506932" y="1004455"/>
                </a:cubicBezTo>
                <a:cubicBezTo>
                  <a:pt x="3506932" y="1030432"/>
                  <a:pt x="3472296" y="1047750"/>
                  <a:pt x="3454978" y="1065068"/>
                </a:cubicBezTo>
                <a:close/>
                <a:moveTo>
                  <a:pt x="4459432" y="1004455"/>
                </a:moveTo>
                <a:lnTo>
                  <a:pt x="4459432" y="969818"/>
                </a:lnTo>
                <a:cubicBezTo>
                  <a:pt x="4468091" y="978477"/>
                  <a:pt x="4459432" y="995795"/>
                  <a:pt x="4459432" y="1004455"/>
                </a:cubicBezTo>
                <a:close/>
                <a:moveTo>
                  <a:pt x="4191000" y="969818"/>
                </a:moveTo>
                <a:cubicBezTo>
                  <a:pt x="4182341" y="969818"/>
                  <a:pt x="4165023" y="961159"/>
                  <a:pt x="4156364" y="961159"/>
                </a:cubicBezTo>
                <a:cubicBezTo>
                  <a:pt x="4165023" y="961159"/>
                  <a:pt x="4182341" y="969818"/>
                  <a:pt x="4191000" y="969818"/>
                </a:cubicBezTo>
                <a:close/>
                <a:moveTo>
                  <a:pt x="4147705" y="952500"/>
                </a:moveTo>
                <a:cubicBezTo>
                  <a:pt x="4139046" y="952500"/>
                  <a:pt x="4121728" y="943841"/>
                  <a:pt x="4113069" y="943841"/>
                </a:cubicBezTo>
                <a:cubicBezTo>
                  <a:pt x="4121728" y="943841"/>
                  <a:pt x="4139046" y="952500"/>
                  <a:pt x="4147705" y="952500"/>
                </a:cubicBezTo>
                <a:close/>
                <a:moveTo>
                  <a:pt x="3974523" y="943841"/>
                </a:moveTo>
                <a:cubicBezTo>
                  <a:pt x="4000500" y="961159"/>
                  <a:pt x="4017819" y="961159"/>
                  <a:pt x="4043796" y="969818"/>
                </a:cubicBezTo>
                <a:cubicBezTo>
                  <a:pt x="4000500" y="969818"/>
                  <a:pt x="3948546" y="969818"/>
                  <a:pt x="3905250" y="978477"/>
                </a:cubicBezTo>
                <a:lnTo>
                  <a:pt x="3896591" y="995795"/>
                </a:lnTo>
                <a:lnTo>
                  <a:pt x="4043796" y="995795"/>
                </a:lnTo>
                <a:cubicBezTo>
                  <a:pt x="4052455" y="995795"/>
                  <a:pt x="4052455" y="1013114"/>
                  <a:pt x="4078432" y="1013114"/>
                </a:cubicBezTo>
                <a:cubicBezTo>
                  <a:pt x="4095750" y="1013114"/>
                  <a:pt x="4095750" y="995795"/>
                  <a:pt x="4095750" y="995795"/>
                </a:cubicBezTo>
                <a:lnTo>
                  <a:pt x="4121728" y="1004455"/>
                </a:lnTo>
                <a:cubicBezTo>
                  <a:pt x="4121728" y="1004455"/>
                  <a:pt x="4121728" y="1013114"/>
                  <a:pt x="4113069" y="1021773"/>
                </a:cubicBezTo>
                <a:cubicBezTo>
                  <a:pt x="4130387" y="1065068"/>
                  <a:pt x="4165023" y="1030432"/>
                  <a:pt x="4199660" y="1047750"/>
                </a:cubicBezTo>
                <a:cubicBezTo>
                  <a:pt x="4199660" y="1047750"/>
                  <a:pt x="4199660" y="1056409"/>
                  <a:pt x="4191000" y="1065068"/>
                </a:cubicBezTo>
                <a:cubicBezTo>
                  <a:pt x="4208319" y="1082386"/>
                  <a:pt x="4216978" y="1082386"/>
                  <a:pt x="4242955" y="1091046"/>
                </a:cubicBezTo>
                <a:cubicBezTo>
                  <a:pt x="4242955" y="1091046"/>
                  <a:pt x="4251614" y="1082386"/>
                  <a:pt x="4251614" y="1108364"/>
                </a:cubicBezTo>
                <a:cubicBezTo>
                  <a:pt x="4251614" y="1125682"/>
                  <a:pt x="4234296" y="1125682"/>
                  <a:pt x="4225637" y="1143000"/>
                </a:cubicBezTo>
                <a:lnTo>
                  <a:pt x="3896591" y="1151659"/>
                </a:lnTo>
                <a:lnTo>
                  <a:pt x="3896591" y="1168977"/>
                </a:lnTo>
                <a:lnTo>
                  <a:pt x="4251614" y="1168977"/>
                </a:lnTo>
                <a:cubicBezTo>
                  <a:pt x="4251614" y="1177636"/>
                  <a:pt x="4242955" y="1194955"/>
                  <a:pt x="4225637" y="1203614"/>
                </a:cubicBezTo>
                <a:lnTo>
                  <a:pt x="3853296" y="1203614"/>
                </a:lnTo>
                <a:cubicBezTo>
                  <a:pt x="3879273" y="1177636"/>
                  <a:pt x="3861955" y="1134341"/>
                  <a:pt x="3870614" y="1108364"/>
                </a:cubicBezTo>
                <a:lnTo>
                  <a:pt x="4087091" y="1108364"/>
                </a:lnTo>
                <a:cubicBezTo>
                  <a:pt x="4104409" y="1108364"/>
                  <a:pt x="4139046" y="1099705"/>
                  <a:pt x="4165023" y="1091046"/>
                </a:cubicBezTo>
                <a:cubicBezTo>
                  <a:pt x="4156364" y="1082386"/>
                  <a:pt x="4139046" y="1082386"/>
                  <a:pt x="3870614" y="1082386"/>
                </a:cubicBezTo>
                <a:lnTo>
                  <a:pt x="3870614" y="1030432"/>
                </a:lnTo>
                <a:lnTo>
                  <a:pt x="4104409" y="1030432"/>
                </a:lnTo>
                <a:cubicBezTo>
                  <a:pt x="4095750" y="1021773"/>
                  <a:pt x="4078432" y="1021773"/>
                  <a:pt x="3870614" y="1021773"/>
                </a:cubicBezTo>
                <a:cubicBezTo>
                  <a:pt x="3870614" y="995795"/>
                  <a:pt x="3870614" y="969818"/>
                  <a:pt x="3861955" y="943841"/>
                </a:cubicBezTo>
                <a:lnTo>
                  <a:pt x="3974523" y="943841"/>
                </a:lnTo>
                <a:close/>
                <a:moveTo>
                  <a:pt x="4104409" y="935182"/>
                </a:moveTo>
                <a:cubicBezTo>
                  <a:pt x="4095750" y="935182"/>
                  <a:pt x="4078432" y="926523"/>
                  <a:pt x="4069773" y="926523"/>
                </a:cubicBezTo>
                <a:cubicBezTo>
                  <a:pt x="4078432" y="926523"/>
                  <a:pt x="4095750" y="935182"/>
                  <a:pt x="4104409" y="935182"/>
                </a:cubicBezTo>
                <a:close/>
                <a:moveTo>
                  <a:pt x="4043796" y="909205"/>
                </a:moveTo>
                <a:cubicBezTo>
                  <a:pt x="4035137" y="909205"/>
                  <a:pt x="4017819" y="900545"/>
                  <a:pt x="4009159" y="891886"/>
                </a:cubicBezTo>
                <a:cubicBezTo>
                  <a:pt x="4017819" y="891886"/>
                  <a:pt x="4035137" y="900545"/>
                  <a:pt x="4043796" y="909205"/>
                </a:cubicBezTo>
                <a:close/>
                <a:moveTo>
                  <a:pt x="3913909" y="891886"/>
                </a:moveTo>
                <a:cubicBezTo>
                  <a:pt x="3922569" y="900545"/>
                  <a:pt x="3922569" y="909205"/>
                  <a:pt x="3931228" y="917864"/>
                </a:cubicBezTo>
                <a:cubicBezTo>
                  <a:pt x="3905250" y="917864"/>
                  <a:pt x="3853296" y="917864"/>
                  <a:pt x="3827319" y="891886"/>
                </a:cubicBezTo>
                <a:lnTo>
                  <a:pt x="3913909" y="891886"/>
                </a:lnTo>
                <a:close/>
                <a:moveTo>
                  <a:pt x="3558887" y="917864"/>
                </a:moveTo>
                <a:lnTo>
                  <a:pt x="3567546" y="891886"/>
                </a:lnTo>
                <a:cubicBezTo>
                  <a:pt x="3567546" y="900545"/>
                  <a:pt x="3567546" y="917864"/>
                  <a:pt x="3558887" y="917864"/>
                </a:cubicBezTo>
                <a:close/>
                <a:moveTo>
                  <a:pt x="3515591" y="917864"/>
                </a:moveTo>
                <a:cubicBezTo>
                  <a:pt x="3524250" y="900545"/>
                  <a:pt x="3532909" y="891886"/>
                  <a:pt x="3550228" y="874568"/>
                </a:cubicBezTo>
                <a:cubicBezTo>
                  <a:pt x="3541569" y="891886"/>
                  <a:pt x="3524250" y="909205"/>
                  <a:pt x="3515591" y="917864"/>
                </a:cubicBezTo>
                <a:close/>
                <a:moveTo>
                  <a:pt x="3498273" y="909205"/>
                </a:moveTo>
                <a:cubicBezTo>
                  <a:pt x="3498273" y="917864"/>
                  <a:pt x="3480955" y="900545"/>
                  <a:pt x="3463637" y="900545"/>
                </a:cubicBezTo>
                <a:lnTo>
                  <a:pt x="3463637" y="865909"/>
                </a:lnTo>
                <a:cubicBezTo>
                  <a:pt x="3463637" y="909205"/>
                  <a:pt x="3480955" y="865909"/>
                  <a:pt x="3498273" y="909205"/>
                </a:cubicBezTo>
                <a:close/>
                <a:moveTo>
                  <a:pt x="4364182" y="874568"/>
                </a:moveTo>
                <a:cubicBezTo>
                  <a:pt x="4355523" y="874568"/>
                  <a:pt x="4338205" y="865909"/>
                  <a:pt x="4320887" y="857250"/>
                </a:cubicBezTo>
                <a:cubicBezTo>
                  <a:pt x="4329546" y="857250"/>
                  <a:pt x="4346864" y="865909"/>
                  <a:pt x="4364182" y="874568"/>
                </a:cubicBezTo>
                <a:close/>
                <a:moveTo>
                  <a:pt x="3879273" y="848591"/>
                </a:moveTo>
                <a:cubicBezTo>
                  <a:pt x="3861955" y="874568"/>
                  <a:pt x="3801341" y="874568"/>
                  <a:pt x="3792682" y="848591"/>
                </a:cubicBezTo>
                <a:lnTo>
                  <a:pt x="3879273" y="848591"/>
                </a:lnTo>
                <a:close/>
                <a:moveTo>
                  <a:pt x="3515591" y="883227"/>
                </a:moveTo>
                <a:cubicBezTo>
                  <a:pt x="3506932" y="883227"/>
                  <a:pt x="3498273" y="865909"/>
                  <a:pt x="3489614" y="848591"/>
                </a:cubicBezTo>
                <a:cubicBezTo>
                  <a:pt x="3498273" y="857250"/>
                  <a:pt x="3506932" y="874568"/>
                  <a:pt x="3515591" y="883227"/>
                </a:cubicBezTo>
                <a:close/>
                <a:moveTo>
                  <a:pt x="3957205" y="848591"/>
                </a:moveTo>
                <a:cubicBezTo>
                  <a:pt x="3948546" y="848591"/>
                  <a:pt x="3931228" y="831273"/>
                  <a:pt x="3931228" y="822614"/>
                </a:cubicBezTo>
                <a:lnTo>
                  <a:pt x="3957205" y="848591"/>
                </a:lnTo>
                <a:close/>
                <a:moveTo>
                  <a:pt x="3853296" y="813955"/>
                </a:moveTo>
                <a:lnTo>
                  <a:pt x="3766705" y="822614"/>
                </a:lnTo>
                <a:lnTo>
                  <a:pt x="3749387" y="805295"/>
                </a:lnTo>
                <a:lnTo>
                  <a:pt x="3853296" y="813955"/>
                </a:lnTo>
                <a:close/>
                <a:moveTo>
                  <a:pt x="3558887" y="822614"/>
                </a:moveTo>
                <a:cubicBezTo>
                  <a:pt x="3567546" y="805295"/>
                  <a:pt x="3584864" y="813955"/>
                  <a:pt x="3584864" y="822614"/>
                </a:cubicBezTo>
                <a:lnTo>
                  <a:pt x="3558887" y="822614"/>
                </a:lnTo>
                <a:close/>
                <a:moveTo>
                  <a:pt x="4528705" y="848591"/>
                </a:moveTo>
                <a:lnTo>
                  <a:pt x="4528705" y="874568"/>
                </a:lnTo>
                <a:cubicBezTo>
                  <a:pt x="4520046" y="874568"/>
                  <a:pt x="4502728" y="865909"/>
                  <a:pt x="4485410" y="857250"/>
                </a:cubicBezTo>
                <a:lnTo>
                  <a:pt x="4502728" y="839932"/>
                </a:lnTo>
                <a:cubicBezTo>
                  <a:pt x="4485410" y="822614"/>
                  <a:pt x="4459432" y="796636"/>
                  <a:pt x="4459432" y="779318"/>
                </a:cubicBezTo>
                <a:lnTo>
                  <a:pt x="4528705" y="848591"/>
                </a:lnTo>
                <a:close/>
                <a:moveTo>
                  <a:pt x="3714750" y="710045"/>
                </a:moveTo>
                <a:cubicBezTo>
                  <a:pt x="3749387" y="701386"/>
                  <a:pt x="3792682" y="701386"/>
                  <a:pt x="3818659" y="710045"/>
                </a:cubicBezTo>
                <a:lnTo>
                  <a:pt x="3714750" y="710045"/>
                </a:lnTo>
                <a:close/>
                <a:moveTo>
                  <a:pt x="3636819" y="658091"/>
                </a:moveTo>
                <a:lnTo>
                  <a:pt x="3636819" y="632114"/>
                </a:lnTo>
                <a:lnTo>
                  <a:pt x="3636819" y="658091"/>
                </a:lnTo>
                <a:close/>
                <a:moveTo>
                  <a:pt x="4294910" y="562841"/>
                </a:moveTo>
                <a:cubicBezTo>
                  <a:pt x="4277591" y="562841"/>
                  <a:pt x="4260273" y="545523"/>
                  <a:pt x="4234296" y="545523"/>
                </a:cubicBezTo>
                <a:cubicBezTo>
                  <a:pt x="4216978" y="545523"/>
                  <a:pt x="4191000" y="562841"/>
                  <a:pt x="4173682" y="562841"/>
                </a:cubicBezTo>
                <a:cubicBezTo>
                  <a:pt x="4234296" y="528205"/>
                  <a:pt x="4294910" y="502227"/>
                  <a:pt x="4355523" y="476250"/>
                </a:cubicBezTo>
                <a:cubicBezTo>
                  <a:pt x="4338205" y="493568"/>
                  <a:pt x="4312228" y="528205"/>
                  <a:pt x="4294910" y="562841"/>
                </a:cubicBezTo>
                <a:close/>
                <a:moveTo>
                  <a:pt x="4502728" y="484909"/>
                </a:moveTo>
                <a:cubicBezTo>
                  <a:pt x="4502728" y="476250"/>
                  <a:pt x="4502728" y="467591"/>
                  <a:pt x="4511387" y="467591"/>
                </a:cubicBezTo>
                <a:cubicBezTo>
                  <a:pt x="4511387" y="467591"/>
                  <a:pt x="4502728" y="476250"/>
                  <a:pt x="4502728" y="484909"/>
                </a:cubicBezTo>
                <a:close/>
                <a:moveTo>
                  <a:pt x="4216978" y="510886"/>
                </a:moveTo>
                <a:cubicBezTo>
                  <a:pt x="4139046" y="554182"/>
                  <a:pt x="4069773" y="623455"/>
                  <a:pt x="3991841" y="692727"/>
                </a:cubicBezTo>
                <a:cubicBezTo>
                  <a:pt x="4069773" y="562841"/>
                  <a:pt x="4234296" y="476250"/>
                  <a:pt x="4346864" y="441614"/>
                </a:cubicBezTo>
                <a:cubicBezTo>
                  <a:pt x="4320887" y="458932"/>
                  <a:pt x="4260273" y="476250"/>
                  <a:pt x="4216978" y="510886"/>
                </a:cubicBezTo>
                <a:close/>
                <a:moveTo>
                  <a:pt x="4095750" y="398318"/>
                </a:moveTo>
                <a:cubicBezTo>
                  <a:pt x="4087091" y="415636"/>
                  <a:pt x="4069773" y="432955"/>
                  <a:pt x="4052455" y="441614"/>
                </a:cubicBezTo>
                <a:cubicBezTo>
                  <a:pt x="4026478" y="458932"/>
                  <a:pt x="3974523" y="476250"/>
                  <a:pt x="3948546" y="502227"/>
                </a:cubicBezTo>
                <a:cubicBezTo>
                  <a:pt x="3922569" y="528205"/>
                  <a:pt x="3905250" y="571500"/>
                  <a:pt x="3887932" y="597477"/>
                </a:cubicBezTo>
                <a:cubicBezTo>
                  <a:pt x="3870614" y="606136"/>
                  <a:pt x="3835978" y="606136"/>
                  <a:pt x="3810000" y="623455"/>
                </a:cubicBezTo>
                <a:cubicBezTo>
                  <a:pt x="3835978" y="640773"/>
                  <a:pt x="3870614" y="640773"/>
                  <a:pt x="3896591" y="658091"/>
                </a:cubicBezTo>
                <a:cubicBezTo>
                  <a:pt x="3853296" y="658091"/>
                  <a:pt x="3801341" y="658091"/>
                  <a:pt x="3758046" y="675409"/>
                </a:cubicBezTo>
                <a:cubicBezTo>
                  <a:pt x="3801341" y="684068"/>
                  <a:pt x="3853296" y="684068"/>
                  <a:pt x="3896591" y="684068"/>
                </a:cubicBezTo>
                <a:cubicBezTo>
                  <a:pt x="3879273" y="701386"/>
                  <a:pt x="3870614" y="684068"/>
                  <a:pt x="3870614" y="736023"/>
                </a:cubicBezTo>
                <a:cubicBezTo>
                  <a:pt x="3844637" y="736023"/>
                  <a:pt x="3749387" y="701386"/>
                  <a:pt x="3732069" y="762000"/>
                </a:cubicBezTo>
                <a:cubicBezTo>
                  <a:pt x="3758046" y="762000"/>
                  <a:pt x="3844637" y="736023"/>
                  <a:pt x="3861955" y="787977"/>
                </a:cubicBezTo>
                <a:lnTo>
                  <a:pt x="3740728" y="787977"/>
                </a:lnTo>
                <a:cubicBezTo>
                  <a:pt x="3706091" y="753341"/>
                  <a:pt x="3654137" y="718705"/>
                  <a:pt x="3654137" y="675409"/>
                </a:cubicBezTo>
                <a:cubicBezTo>
                  <a:pt x="3654137" y="597477"/>
                  <a:pt x="3749387" y="536864"/>
                  <a:pt x="3749387" y="528205"/>
                </a:cubicBezTo>
                <a:cubicBezTo>
                  <a:pt x="3749387" y="484909"/>
                  <a:pt x="4009159" y="372341"/>
                  <a:pt x="4104409" y="337705"/>
                </a:cubicBezTo>
                <a:cubicBezTo>
                  <a:pt x="4104409" y="355023"/>
                  <a:pt x="4104409" y="381000"/>
                  <a:pt x="4095750" y="398318"/>
                </a:cubicBezTo>
                <a:close/>
                <a:moveTo>
                  <a:pt x="4346864" y="406977"/>
                </a:moveTo>
                <a:cubicBezTo>
                  <a:pt x="4225637" y="458932"/>
                  <a:pt x="4087091" y="528205"/>
                  <a:pt x="3965864" y="675409"/>
                </a:cubicBezTo>
                <a:cubicBezTo>
                  <a:pt x="3965864" y="658091"/>
                  <a:pt x="3948546" y="632114"/>
                  <a:pt x="3948546" y="606136"/>
                </a:cubicBezTo>
                <a:cubicBezTo>
                  <a:pt x="3948546" y="588818"/>
                  <a:pt x="4043796" y="493568"/>
                  <a:pt x="4052455" y="484909"/>
                </a:cubicBezTo>
                <a:cubicBezTo>
                  <a:pt x="4078432" y="458932"/>
                  <a:pt x="4165023" y="450273"/>
                  <a:pt x="4173682" y="406977"/>
                </a:cubicBezTo>
                <a:cubicBezTo>
                  <a:pt x="4173682" y="406977"/>
                  <a:pt x="4165023" y="415636"/>
                  <a:pt x="4191000" y="415636"/>
                </a:cubicBezTo>
                <a:lnTo>
                  <a:pt x="4225637" y="415636"/>
                </a:lnTo>
                <a:cubicBezTo>
                  <a:pt x="4242955" y="415636"/>
                  <a:pt x="4234296" y="389659"/>
                  <a:pt x="4242955" y="372341"/>
                </a:cubicBezTo>
                <a:cubicBezTo>
                  <a:pt x="4251614" y="372341"/>
                  <a:pt x="4294910" y="381000"/>
                  <a:pt x="4294910" y="346364"/>
                </a:cubicBezTo>
                <a:cubicBezTo>
                  <a:pt x="4312228" y="346364"/>
                  <a:pt x="4338205" y="329045"/>
                  <a:pt x="4355523" y="320386"/>
                </a:cubicBezTo>
                <a:cubicBezTo>
                  <a:pt x="4355523" y="346364"/>
                  <a:pt x="4355523" y="381000"/>
                  <a:pt x="4346864" y="406977"/>
                </a:cubicBezTo>
                <a:close/>
                <a:moveTo>
                  <a:pt x="4043796" y="337705"/>
                </a:moveTo>
                <a:cubicBezTo>
                  <a:pt x="4052455" y="337705"/>
                  <a:pt x="4069773" y="329045"/>
                  <a:pt x="4087091" y="320386"/>
                </a:cubicBezTo>
                <a:cubicBezTo>
                  <a:pt x="4078432" y="329045"/>
                  <a:pt x="4061114" y="337705"/>
                  <a:pt x="4043796" y="337705"/>
                </a:cubicBezTo>
                <a:close/>
                <a:moveTo>
                  <a:pt x="4173682" y="372341"/>
                </a:moveTo>
                <a:lnTo>
                  <a:pt x="4173682" y="303068"/>
                </a:lnTo>
                <a:lnTo>
                  <a:pt x="4173682" y="372341"/>
                </a:lnTo>
                <a:close/>
                <a:moveTo>
                  <a:pt x="4199660" y="363682"/>
                </a:moveTo>
                <a:cubicBezTo>
                  <a:pt x="4191000" y="320386"/>
                  <a:pt x="4191000" y="268432"/>
                  <a:pt x="4199660" y="233795"/>
                </a:cubicBezTo>
                <a:cubicBezTo>
                  <a:pt x="4191000" y="277091"/>
                  <a:pt x="4199660" y="320386"/>
                  <a:pt x="4199660" y="363682"/>
                </a:cubicBezTo>
                <a:close/>
                <a:moveTo>
                  <a:pt x="4251614" y="277091"/>
                </a:moveTo>
                <a:lnTo>
                  <a:pt x="4251614" y="346364"/>
                </a:lnTo>
                <a:lnTo>
                  <a:pt x="4216978" y="346364"/>
                </a:lnTo>
                <a:lnTo>
                  <a:pt x="4216978" y="242455"/>
                </a:lnTo>
                <a:lnTo>
                  <a:pt x="4234296" y="225136"/>
                </a:lnTo>
                <a:cubicBezTo>
                  <a:pt x="4242955" y="242455"/>
                  <a:pt x="4251614" y="251114"/>
                  <a:pt x="4251614" y="277091"/>
                </a:cubicBezTo>
                <a:close/>
                <a:moveTo>
                  <a:pt x="4260273" y="199159"/>
                </a:moveTo>
                <a:cubicBezTo>
                  <a:pt x="4268932" y="207818"/>
                  <a:pt x="4286251" y="216477"/>
                  <a:pt x="4286251" y="242455"/>
                </a:cubicBezTo>
                <a:lnTo>
                  <a:pt x="4286251" y="320386"/>
                </a:lnTo>
                <a:cubicBezTo>
                  <a:pt x="4242955" y="285750"/>
                  <a:pt x="4294910" y="199159"/>
                  <a:pt x="4208319" y="199159"/>
                </a:cubicBezTo>
                <a:lnTo>
                  <a:pt x="4260273" y="199159"/>
                </a:lnTo>
                <a:close/>
                <a:moveTo>
                  <a:pt x="4130387" y="181841"/>
                </a:moveTo>
                <a:lnTo>
                  <a:pt x="4130387" y="225136"/>
                </a:lnTo>
                <a:lnTo>
                  <a:pt x="4104409" y="225136"/>
                </a:lnTo>
                <a:lnTo>
                  <a:pt x="4113069" y="164523"/>
                </a:lnTo>
                <a:cubicBezTo>
                  <a:pt x="4113069" y="164523"/>
                  <a:pt x="4130387" y="173182"/>
                  <a:pt x="4130387" y="181841"/>
                </a:cubicBezTo>
                <a:close/>
                <a:moveTo>
                  <a:pt x="4520046" y="233795"/>
                </a:moveTo>
                <a:lnTo>
                  <a:pt x="4494069" y="233795"/>
                </a:lnTo>
                <a:lnTo>
                  <a:pt x="4494069" y="155864"/>
                </a:lnTo>
                <a:lnTo>
                  <a:pt x="4520046" y="155864"/>
                </a:lnTo>
                <a:lnTo>
                  <a:pt x="4520046" y="233795"/>
                </a:lnTo>
                <a:close/>
                <a:moveTo>
                  <a:pt x="4468091" y="147205"/>
                </a:moveTo>
                <a:lnTo>
                  <a:pt x="4468091" y="225136"/>
                </a:lnTo>
                <a:lnTo>
                  <a:pt x="4442114" y="225136"/>
                </a:lnTo>
                <a:lnTo>
                  <a:pt x="4442114" y="147205"/>
                </a:lnTo>
                <a:lnTo>
                  <a:pt x="4468091" y="147205"/>
                </a:lnTo>
                <a:close/>
                <a:moveTo>
                  <a:pt x="4346864" y="138545"/>
                </a:moveTo>
                <a:lnTo>
                  <a:pt x="4346864" y="207818"/>
                </a:lnTo>
                <a:lnTo>
                  <a:pt x="4312228" y="207818"/>
                </a:lnTo>
                <a:lnTo>
                  <a:pt x="4312228" y="138545"/>
                </a:lnTo>
                <a:lnTo>
                  <a:pt x="4346864" y="138545"/>
                </a:lnTo>
                <a:close/>
                <a:moveTo>
                  <a:pt x="4078432" y="129886"/>
                </a:moveTo>
                <a:cubicBezTo>
                  <a:pt x="4104409" y="129886"/>
                  <a:pt x="4139046" y="121227"/>
                  <a:pt x="4173682" y="121227"/>
                </a:cubicBezTo>
                <a:cubicBezTo>
                  <a:pt x="4147705" y="121227"/>
                  <a:pt x="4113069" y="129886"/>
                  <a:pt x="4078432" y="129886"/>
                </a:cubicBezTo>
                <a:close/>
                <a:moveTo>
                  <a:pt x="4511387" y="95250"/>
                </a:moveTo>
                <a:lnTo>
                  <a:pt x="4476751" y="95250"/>
                </a:lnTo>
                <a:lnTo>
                  <a:pt x="4511387" y="95250"/>
                </a:lnTo>
                <a:close/>
                <a:moveTo>
                  <a:pt x="4182341" y="112568"/>
                </a:moveTo>
                <a:cubicBezTo>
                  <a:pt x="4234296" y="103909"/>
                  <a:pt x="4294910" y="95250"/>
                  <a:pt x="4355523" y="95250"/>
                </a:cubicBezTo>
                <a:cubicBezTo>
                  <a:pt x="4303569" y="95250"/>
                  <a:pt x="4242955" y="103909"/>
                  <a:pt x="4182341" y="112568"/>
                </a:cubicBezTo>
                <a:close/>
                <a:moveTo>
                  <a:pt x="4130387" y="95250"/>
                </a:moveTo>
                <a:cubicBezTo>
                  <a:pt x="4121728" y="95250"/>
                  <a:pt x="4104409" y="103909"/>
                  <a:pt x="4095750" y="95250"/>
                </a:cubicBezTo>
                <a:lnTo>
                  <a:pt x="4130387" y="95250"/>
                </a:lnTo>
                <a:close/>
                <a:moveTo>
                  <a:pt x="4390160" y="86591"/>
                </a:moveTo>
                <a:lnTo>
                  <a:pt x="4364182" y="86591"/>
                </a:lnTo>
                <a:lnTo>
                  <a:pt x="4390160" y="86591"/>
                </a:lnTo>
                <a:close/>
                <a:moveTo>
                  <a:pt x="4234296" y="77932"/>
                </a:moveTo>
                <a:lnTo>
                  <a:pt x="4208319" y="77932"/>
                </a:lnTo>
                <a:lnTo>
                  <a:pt x="4234296" y="77932"/>
                </a:lnTo>
                <a:close/>
                <a:moveTo>
                  <a:pt x="4147705" y="95250"/>
                </a:moveTo>
                <a:cubicBezTo>
                  <a:pt x="4147705" y="86591"/>
                  <a:pt x="4165023" y="77932"/>
                  <a:pt x="4173682" y="95250"/>
                </a:cubicBezTo>
                <a:lnTo>
                  <a:pt x="4147705" y="95250"/>
                </a:lnTo>
                <a:close/>
                <a:moveTo>
                  <a:pt x="4286251" y="69273"/>
                </a:moveTo>
                <a:cubicBezTo>
                  <a:pt x="4277591" y="69273"/>
                  <a:pt x="4260273" y="77932"/>
                  <a:pt x="4260273" y="69273"/>
                </a:cubicBezTo>
                <a:lnTo>
                  <a:pt x="4286251" y="69273"/>
                </a:lnTo>
                <a:close/>
                <a:moveTo>
                  <a:pt x="4329546" y="60614"/>
                </a:moveTo>
                <a:cubicBezTo>
                  <a:pt x="4329546" y="69273"/>
                  <a:pt x="4320887" y="69273"/>
                  <a:pt x="4320887" y="60614"/>
                </a:cubicBezTo>
                <a:lnTo>
                  <a:pt x="4329546" y="60614"/>
                </a:lnTo>
                <a:close/>
                <a:moveTo>
                  <a:pt x="4450773" y="17318"/>
                </a:moveTo>
                <a:lnTo>
                  <a:pt x="4502728" y="17318"/>
                </a:lnTo>
                <a:cubicBezTo>
                  <a:pt x="4511387" y="34636"/>
                  <a:pt x="4520046" y="51955"/>
                  <a:pt x="4528705" y="60614"/>
                </a:cubicBezTo>
                <a:cubicBezTo>
                  <a:pt x="4511387" y="51955"/>
                  <a:pt x="4502728" y="25977"/>
                  <a:pt x="4485410" y="25977"/>
                </a:cubicBezTo>
                <a:cubicBezTo>
                  <a:pt x="4459432" y="25977"/>
                  <a:pt x="4485410" y="43295"/>
                  <a:pt x="4459432" y="43295"/>
                </a:cubicBezTo>
                <a:cubicBezTo>
                  <a:pt x="4442114" y="43295"/>
                  <a:pt x="4433455" y="25977"/>
                  <a:pt x="4424796" y="8659"/>
                </a:cubicBezTo>
                <a:lnTo>
                  <a:pt x="4398819" y="8659"/>
                </a:lnTo>
                <a:lnTo>
                  <a:pt x="4407478" y="86591"/>
                </a:lnTo>
                <a:cubicBezTo>
                  <a:pt x="4407478" y="86591"/>
                  <a:pt x="4433455" y="86591"/>
                  <a:pt x="4442114" y="77932"/>
                </a:cubicBezTo>
                <a:cubicBezTo>
                  <a:pt x="4433455" y="69273"/>
                  <a:pt x="4424796" y="69273"/>
                  <a:pt x="4424796" y="60614"/>
                </a:cubicBezTo>
                <a:cubicBezTo>
                  <a:pt x="4424796" y="60614"/>
                  <a:pt x="4433455" y="51955"/>
                  <a:pt x="4442114" y="51955"/>
                </a:cubicBezTo>
                <a:lnTo>
                  <a:pt x="4459432" y="69273"/>
                </a:lnTo>
                <a:cubicBezTo>
                  <a:pt x="4450773" y="77932"/>
                  <a:pt x="4442114" y="77932"/>
                  <a:pt x="4433455" y="86591"/>
                </a:cubicBezTo>
                <a:cubicBezTo>
                  <a:pt x="4442114" y="95250"/>
                  <a:pt x="4433455" y="95250"/>
                  <a:pt x="4450773" y="95250"/>
                </a:cubicBezTo>
                <a:cubicBezTo>
                  <a:pt x="4459432" y="95250"/>
                  <a:pt x="4468091" y="86591"/>
                  <a:pt x="4476751" y="60614"/>
                </a:cubicBezTo>
                <a:cubicBezTo>
                  <a:pt x="4502728" y="69273"/>
                  <a:pt x="4494069" y="77932"/>
                  <a:pt x="4528705" y="77932"/>
                </a:cubicBezTo>
                <a:cubicBezTo>
                  <a:pt x="4528705" y="86591"/>
                  <a:pt x="4520046" y="95250"/>
                  <a:pt x="4511387" y="103909"/>
                </a:cubicBezTo>
                <a:cubicBezTo>
                  <a:pt x="4520046" y="112568"/>
                  <a:pt x="4528705" y="112568"/>
                  <a:pt x="4528705" y="121227"/>
                </a:cubicBezTo>
                <a:cubicBezTo>
                  <a:pt x="4494069" y="112568"/>
                  <a:pt x="4459432" y="103909"/>
                  <a:pt x="4407478" y="95250"/>
                </a:cubicBezTo>
                <a:cubicBezTo>
                  <a:pt x="4398819" y="103909"/>
                  <a:pt x="4398819" y="121227"/>
                  <a:pt x="4407478" y="502227"/>
                </a:cubicBezTo>
                <a:cubicBezTo>
                  <a:pt x="4416137" y="458932"/>
                  <a:pt x="4433455" y="467591"/>
                  <a:pt x="4468091" y="458932"/>
                </a:cubicBezTo>
                <a:cubicBezTo>
                  <a:pt x="4485410" y="450273"/>
                  <a:pt x="4485410" y="406977"/>
                  <a:pt x="4520046" y="406977"/>
                </a:cubicBezTo>
                <a:cubicBezTo>
                  <a:pt x="4520046" y="415636"/>
                  <a:pt x="4528705" y="424295"/>
                  <a:pt x="4528705" y="536864"/>
                </a:cubicBezTo>
                <a:cubicBezTo>
                  <a:pt x="4520046" y="536864"/>
                  <a:pt x="4502728" y="528205"/>
                  <a:pt x="4494069" y="528205"/>
                </a:cubicBezTo>
                <a:cubicBezTo>
                  <a:pt x="4485410" y="536864"/>
                  <a:pt x="4485410" y="528205"/>
                  <a:pt x="4485410" y="545523"/>
                </a:cubicBezTo>
                <a:cubicBezTo>
                  <a:pt x="4485410" y="571500"/>
                  <a:pt x="4511387" y="580159"/>
                  <a:pt x="4528705" y="580159"/>
                </a:cubicBezTo>
                <a:lnTo>
                  <a:pt x="4528705" y="623455"/>
                </a:lnTo>
                <a:cubicBezTo>
                  <a:pt x="4468091" y="606136"/>
                  <a:pt x="4398819" y="580159"/>
                  <a:pt x="4338205" y="554182"/>
                </a:cubicBezTo>
                <a:cubicBezTo>
                  <a:pt x="4329546" y="562841"/>
                  <a:pt x="4320887" y="554182"/>
                  <a:pt x="4320887" y="580159"/>
                </a:cubicBezTo>
                <a:cubicBezTo>
                  <a:pt x="4320887" y="597477"/>
                  <a:pt x="4381501" y="666750"/>
                  <a:pt x="4424796" y="710045"/>
                </a:cubicBezTo>
                <a:cubicBezTo>
                  <a:pt x="4381501" y="684068"/>
                  <a:pt x="4329546" y="632114"/>
                  <a:pt x="4277591" y="588818"/>
                </a:cubicBezTo>
                <a:cubicBezTo>
                  <a:pt x="4277591" y="588818"/>
                  <a:pt x="4268932" y="588818"/>
                  <a:pt x="4260273" y="597477"/>
                </a:cubicBezTo>
                <a:cubicBezTo>
                  <a:pt x="4268932" y="606136"/>
                  <a:pt x="4286251" y="606136"/>
                  <a:pt x="4294910" y="632114"/>
                </a:cubicBezTo>
                <a:cubicBezTo>
                  <a:pt x="4329546" y="692727"/>
                  <a:pt x="4372841" y="779318"/>
                  <a:pt x="4424796" y="857250"/>
                </a:cubicBezTo>
                <a:cubicBezTo>
                  <a:pt x="4398819" y="831273"/>
                  <a:pt x="4346864" y="805295"/>
                  <a:pt x="4320887" y="779318"/>
                </a:cubicBezTo>
                <a:cubicBezTo>
                  <a:pt x="4303569" y="762000"/>
                  <a:pt x="4286251" y="727364"/>
                  <a:pt x="4260273" y="692727"/>
                </a:cubicBezTo>
                <a:lnTo>
                  <a:pt x="4242955" y="710045"/>
                </a:lnTo>
                <a:cubicBezTo>
                  <a:pt x="4251614" y="718705"/>
                  <a:pt x="4251614" y="744682"/>
                  <a:pt x="4260273" y="753341"/>
                </a:cubicBezTo>
                <a:cubicBezTo>
                  <a:pt x="4251614" y="753341"/>
                  <a:pt x="4234296" y="744682"/>
                  <a:pt x="4216978" y="727364"/>
                </a:cubicBezTo>
                <a:cubicBezTo>
                  <a:pt x="4208319" y="736023"/>
                  <a:pt x="4208319" y="744682"/>
                  <a:pt x="4208319" y="753341"/>
                </a:cubicBezTo>
                <a:cubicBezTo>
                  <a:pt x="4173682" y="744682"/>
                  <a:pt x="4139046" y="736023"/>
                  <a:pt x="4104409" y="718705"/>
                </a:cubicBezTo>
                <a:cubicBezTo>
                  <a:pt x="4121728" y="675409"/>
                  <a:pt x="4139046" y="632114"/>
                  <a:pt x="4147705" y="580159"/>
                </a:cubicBezTo>
                <a:cubicBezTo>
                  <a:pt x="4104409" y="606136"/>
                  <a:pt x="4052455" y="658091"/>
                  <a:pt x="4009159" y="701386"/>
                </a:cubicBezTo>
                <a:lnTo>
                  <a:pt x="4009159" y="727364"/>
                </a:lnTo>
                <a:cubicBezTo>
                  <a:pt x="4035137" y="736023"/>
                  <a:pt x="4069773" y="753341"/>
                  <a:pt x="4087091" y="770659"/>
                </a:cubicBezTo>
                <a:cubicBezTo>
                  <a:pt x="4104409" y="779318"/>
                  <a:pt x="4121728" y="770659"/>
                  <a:pt x="4139046" y="779318"/>
                </a:cubicBezTo>
                <a:cubicBezTo>
                  <a:pt x="4156364" y="779318"/>
                  <a:pt x="4165023" y="822614"/>
                  <a:pt x="4191000" y="822614"/>
                </a:cubicBezTo>
                <a:cubicBezTo>
                  <a:pt x="4208319" y="822614"/>
                  <a:pt x="4199660" y="805295"/>
                  <a:pt x="4216978" y="805295"/>
                </a:cubicBezTo>
                <a:cubicBezTo>
                  <a:pt x="4242955" y="805295"/>
                  <a:pt x="4277591" y="822614"/>
                  <a:pt x="4294910" y="839932"/>
                </a:cubicBezTo>
                <a:cubicBezTo>
                  <a:pt x="4364182" y="805295"/>
                  <a:pt x="4372841" y="891886"/>
                  <a:pt x="4433455" y="900545"/>
                </a:cubicBezTo>
                <a:cubicBezTo>
                  <a:pt x="4476751" y="943841"/>
                  <a:pt x="4476751" y="969818"/>
                  <a:pt x="4476751" y="1013114"/>
                </a:cubicBezTo>
                <a:cubicBezTo>
                  <a:pt x="4476751" y="1039091"/>
                  <a:pt x="4476751" y="1056409"/>
                  <a:pt x="4468091" y="1073727"/>
                </a:cubicBezTo>
                <a:cubicBezTo>
                  <a:pt x="4468091" y="1082386"/>
                  <a:pt x="4459432" y="1091046"/>
                  <a:pt x="4450773" y="1099705"/>
                </a:cubicBezTo>
                <a:cubicBezTo>
                  <a:pt x="4450773" y="1125682"/>
                  <a:pt x="4433455" y="1160318"/>
                  <a:pt x="4407478" y="1186296"/>
                </a:cubicBezTo>
                <a:cubicBezTo>
                  <a:pt x="4329546" y="1212273"/>
                  <a:pt x="4372841" y="1290205"/>
                  <a:pt x="4320887" y="1290205"/>
                </a:cubicBezTo>
                <a:cubicBezTo>
                  <a:pt x="4303569" y="1290205"/>
                  <a:pt x="4329546" y="1272886"/>
                  <a:pt x="4303569" y="1272886"/>
                </a:cubicBezTo>
                <a:cubicBezTo>
                  <a:pt x="4286251" y="1272886"/>
                  <a:pt x="4234296" y="1376796"/>
                  <a:pt x="4216978" y="1376796"/>
                </a:cubicBezTo>
                <a:cubicBezTo>
                  <a:pt x="4191000" y="1376796"/>
                  <a:pt x="4216978" y="1359477"/>
                  <a:pt x="4199660" y="1359477"/>
                </a:cubicBezTo>
                <a:cubicBezTo>
                  <a:pt x="4173682" y="1359477"/>
                  <a:pt x="4121728" y="1463386"/>
                  <a:pt x="4095750" y="1463386"/>
                </a:cubicBezTo>
                <a:cubicBezTo>
                  <a:pt x="4078432" y="1463386"/>
                  <a:pt x="4095750" y="1446068"/>
                  <a:pt x="4069773" y="1446068"/>
                </a:cubicBezTo>
                <a:cubicBezTo>
                  <a:pt x="4052455" y="1446068"/>
                  <a:pt x="3991841" y="1541318"/>
                  <a:pt x="3965864" y="1541318"/>
                </a:cubicBezTo>
                <a:cubicBezTo>
                  <a:pt x="3948546" y="1541318"/>
                  <a:pt x="3957205" y="1524000"/>
                  <a:pt x="3948546" y="1515341"/>
                </a:cubicBezTo>
                <a:cubicBezTo>
                  <a:pt x="3939887" y="1524000"/>
                  <a:pt x="3913909" y="1532659"/>
                  <a:pt x="3905250" y="1549977"/>
                </a:cubicBezTo>
                <a:cubicBezTo>
                  <a:pt x="3905250" y="1549977"/>
                  <a:pt x="3870614" y="1619250"/>
                  <a:pt x="3835978" y="1619250"/>
                </a:cubicBezTo>
                <a:cubicBezTo>
                  <a:pt x="3810000" y="1619250"/>
                  <a:pt x="3827319" y="1601932"/>
                  <a:pt x="3810000" y="1601932"/>
                </a:cubicBezTo>
                <a:cubicBezTo>
                  <a:pt x="3784023" y="1601932"/>
                  <a:pt x="3732069" y="1697182"/>
                  <a:pt x="3714750" y="1697182"/>
                </a:cubicBezTo>
                <a:cubicBezTo>
                  <a:pt x="3688773" y="1697182"/>
                  <a:pt x="3706091" y="1671205"/>
                  <a:pt x="3680114" y="1671205"/>
                </a:cubicBezTo>
                <a:cubicBezTo>
                  <a:pt x="3662796" y="1671205"/>
                  <a:pt x="3654137" y="1688523"/>
                  <a:pt x="3628159" y="1688523"/>
                </a:cubicBezTo>
                <a:cubicBezTo>
                  <a:pt x="3636819" y="1671205"/>
                  <a:pt x="3654137" y="1662546"/>
                  <a:pt x="3671455" y="1645227"/>
                </a:cubicBezTo>
                <a:cubicBezTo>
                  <a:pt x="3673793" y="1645227"/>
                  <a:pt x="3674832" y="1645227"/>
                  <a:pt x="3675178" y="1644708"/>
                </a:cubicBezTo>
                <a:cubicBezTo>
                  <a:pt x="3676131" y="1643409"/>
                  <a:pt x="3671455" y="1638300"/>
                  <a:pt x="3671455" y="1619250"/>
                </a:cubicBezTo>
                <a:cubicBezTo>
                  <a:pt x="3671455" y="1601932"/>
                  <a:pt x="3714750" y="1593273"/>
                  <a:pt x="3732069" y="1593273"/>
                </a:cubicBezTo>
                <a:cubicBezTo>
                  <a:pt x="3749387" y="1593273"/>
                  <a:pt x="3775364" y="1575955"/>
                  <a:pt x="3801341" y="1549977"/>
                </a:cubicBezTo>
                <a:lnTo>
                  <a:pt x="3238500" y="1532659"/>
                </a:lnTo>
                <a:cubicBezTo>
                  <a:pt x="3195205" y="1558636"/>
                  <a:pt x="3143250" y="1584614"/>
                  <a:pt x="3108614" y="1610591"/>
                </a:cubicBezTo>
                <a:cubicBezTo>
                  <a:pt x="3169228" y="1549977"/>
                  <a:pt x="3255819" y="1515341"/>
                  <a:pt x="3333750" y="1480705"/>
                </a:cubicBezTo>
                <a:cubicBezTo>
                  <a:pt x="3394364" y="1454727"/>
                  <a:pt x="3853296" y="1359477"/>
                  <a:pt x="3853296" y="1125682"/>
                </a:cubicBezTo>
                <a:cubicBezTo>
                  <a:pt x="3853296" y="1099705"/>
                  <a:pt x="3853296" y="1082386"/>
                  <a:pt x="3844637" y="1056409"/>
                </a:cubicBezTo>
                <a:cubicBezTo>
                  <a:pt x="3706091" y="1151659"/>
                  <a:pt x="3550228" y="1229591"/>
                  <a:pt x="3411682" y="1272886"/>
                </a:cubicBezTo>
                <a:cubicBezTo>
                  <a:pt x="3212523" y="1333500"/>
                  <a:pt x="3004705" y="1376796"/>
                  <a:pt x="2822864" y="1601932"/>
                </a:cubicBezTo>
                <a:cubicBezTo>
                  <a:pt x="2892137" y="1480705"/>
                  <a:pt x="3039341" y="1394114"/>
                  <a:pt x="3160569" y="1350818"/>
                </a:cubicBezTo>
                <a:cubicBezTo>
                  <a:pt x="3238500" y="1316182"/>
                  <a:pt x="3853296" y="1160318"/>
                  <a:pt x="3853296" y="987136"/>
                </a:cubicBezTo>
                <a:cubicBezTo>
                  <a:pt x="3853296" y="978477"/>
                  <a:pt x="3792682" y="848591"/>
                  <a:pt x="3792682" y="891886"/>
                </a:cubicBezTo>
                <a:cubicBezTo>
                  <a:pt x="3792682" y="917864"/>
                  <a:pt x="3827319" y="961159"/>
                  <a:pt x="3827319" y="978477"/>
                </a:cubicBezTo>
                <a:cubicBezTo>
                  <a:pt x="3827319" y="1082386"/>
                  <a:pt x="3593523" y="1160318"/>
                  <a:pt x="3567546" y="1168977"/>
                </a:cubicBezTo>
                <a:cubicBezTo>
                  <a:pt x="3411682" y="1220932"/>
                  <a:pt x="3255819" y="1272886"/>
                  <a:pt x="3117273" y="1324841"/>
                </a:cubicBezTo>
                <a:cubicBezTo>
                  <a:pt x="3013364" y="1359477"/>
                  <a:pt x="2866159" y="1463386"/>
                  <a:pt x="2770909" y="1558636"/>
                </a:cubicBezTo>
                <a:cubicBezTo>
                  <a:pt x="2944091" y="1359477"/>
                  <a:pt x="3169228" y="1290205"/>
                  <a:pt x="3377046" y="1229591"/>
                </a:cubicBezTo>
                <a:cubicBezTo>
                  <a:pt x="3411682" y="1220932"/>
                  <a:pt x="3775364" y="1108364"/>
                  <a:pt x="3775364" y="1047750"/>
                </a:cubicBezTo>
                <a:cubicBezTo>
                  <a:pt x="3775364" y="1021773"/>
                  <a:pt x="3662796" y="935182"/>
                  <a:pt x="3619500" y="874568"/>
                </a:cubicBezTo>
                <a:cubicBezTo>
                  <a:pt x="3610841" y="891886"/>
                  <a:pt x="3602182" y="917864"/>
                  <a:pt x="3602182" y="935182"/>
                </a:cubicBezTo>
                <a:cubicBezTo>
                  <a:pt x="3602182" y="961159"/>
                  <a:pt x="3610841" y="952500"/>
                  <a:pt x="3610841" y="943841"/>
                </a:cubicBezTo>
                <a:cubicBezTo>
                  <a:pt x="3610841" y="952500"/>
                  <a:pt x="3619500" y="969818"/>
                  <a:pt x="3619500" y="978477"/>
                </a:cubicBezTo>
                <a:cubicBezTo>
                  <a:pt x="3610841" y="978477"/>
                  <a:pt x="3593523" y="969818"/>
                  <a:pt x="3576205" y="978477"/>
                </a:cubicBezTo>
                <a:cubicBezTo>
                  <a:pt x="3593523" y="1013114"/>
                  <a:pt x="3619500" y="1039091"/>
                  <a:pt x="3662796" y="1056409"/>
                </a:cubicBezTo>
                <a:cubicBezTo>
                  <a:pt x="3662796" y="1056409"/>
                  <a:pt x="3662796" y="1065068"/>
                  <a:pt x="3645478" y="1065068"/>
                </a:cubicBezTo>
                <a:cubicBezTo>
                  <a:pt x="3619500" y="1065068"/>
                  <a:pt x="3584864" y="995795"/>
                  <a:pt x="3558887" y="995795"/>
                </a:cubicBezTo>
                <a:cubicBezTo>
                  <a:pt x="3541569" y="995795"/>
                  <a:pt x="3446319" y="1091046"/>
                  <a:pt x="3394364" y="1134341"/>
                </a:cubicBezTo>
                <a:cubicBezTo>
                  <a:pt x="3394364" y="1099705"/>
                  <a:pt x="3420341" y="1082386"/>
                  <a:pt x="3420341" y="1056409"/>
                </a:cubicBezTo>
                <a:cubicBezTo>
                  <a:pt x="3446319" y="1021773"/>
                  <a:pt x="3480955" y="987136"/>
                  <a:pt x="3498273" y="952500"/>
                </a:cubicBezTo>
                <a:cubicBezTo>
                  <a:pt x="3489614" y="943841"/>
                  <a:pt x="3498273" y="943841"/>
                  <a:pt x="3472296" y="943841"/>
                </a:cubicBezTo>
                <a:cubicBezTo>
                  <a:pt x="3454978" y="943841"/>
                  <a:pt x="3290455" y="1117023"/>
                  <a:pt x="3255819" y="1143000"/>
                </a:cubicBezTo>
                <a:cubicBezTo>
                  <a:pt x="3299114" y="1073727"/>
                  <a:pt x="3437659" y="961159"/>
                  <a:pt x="3437659" y="909205"/>
                </a:cubicBezTo>
                <a:cubicBezTo>
                  <a:pt x="3420341" y="917864"/>
                  <a:pt x="3377046" y="926523"/>
                  <a:pt x="3377046" y="952500"/>
                </a:cubicBezTo>
                <a:cubicBezTo>
                  <a:pt x="3377046" y="969818"/>
                  <a:pt x="3385705" y="961159"/>
                  <a:pt x="3394364" y="961159"/>
                </a:cubicBezTo>
                <a:cubicBezTo>
                  <a:pt x="3299114" y="952500"/>
                  <a:pt x="3229841" y="1134341"/>
                  <a:pt x="3151909" y="1134341"/>
                </a:cubicBezTo>
                <a:cubicBezTo>
                  <a:pt x="3264478" y="1039091"/>
                  <a:pt x="3368387" y="952500"/>
                  <a:pt x="3446319" y="874568"/>
                </a:cubicBezTo>
                <a:cubicBezTo>
                  <a:pt x="3454978" y="865909"/>
                  <a:pt x="3454978" y="848591"/>
                  <a:pt x="3454978" y="839932"/>
                </a:cubicBezTo>
                <a:cubicBezTo>
                  <a:pt x="3463637" y="839932"/>
                  <a:pt x="3472296" y="839932"/>
                  <a:pt x="3480955" y="848591"/>
                </a:cubicBezTo>
                <a:cubicBezTo>
                  <a:pt x="3480955" y="822614"/>
                  <a:pt x="3472296" y="822614"/>
                  <a:pt x="3515591" y="787977"/>
                </a:cubicBezTo>
                <a:cubicBezTo>
                  <a:pt x="3515591" y="805295"/>
                  <a:pt x="3524250" y="831273"/>
                  <a:pt x="3532909" y="848591"/>
                </a:cubicBezTo>
                <a:cubicBezTo>
                  <a:pt x="3541569" y="848591"/>
                  <a:pt x="3558887" y="857250"/>
                  <a:pt x="3558887" y="831273"/>
                </a:cubicBezTo>
                <a:cubicBezTo>
                  <a:pt x="3558887" y="813955"/>
                  <a:pt x="3541569" y="813955"/>
                  <a:pt x="3532909" y="796636"/>
                </a:cubicBezTo>
                <a:cubicBezTo>
                  <a:pt x="3532909" y="787977"/>
                  <a:pt x="3550228" y="779318"/>
                  <a:pt x="3550228" y="770659"/>
                </a:cubicBezTo>
                <a:lnTo>
                  <a:pt x="3567546" y="787977"/>
                </a:lnTo>
                <a:cubicBezTo>
                  <a:pt x="3576205" y="779318"/>
                  <a:pt x="3576205" y="770659"/>
                  <a:pt x="3576205" y="762000"/>
                </a:cubicBezTo>
                <a:lnTo>
                  <a:pt x="3602182" y="762000"/>
                </a:lnTo>
                <a:lnTo>
                  <a:pt x="3602182" y="813955"/>
                </a:lnTo>
                <a:cubicBezTo>
                  <a:pt x="3602182" y="813955"/>
                  <a:pt x="3584864" y="805295"/>
                  <a:pt x="3584864" y="831273"/>
                </a:cubicBezTo>
                <a:cubicBezTo>
                  <a:pt x="3584864" y="848591"/>
                  <a:pt x="3602182" y="848591"/>
                  <a:pt x="3602182" y="857250"/>
                </a:cubicBezTo>
                <a:cubicBezTo>
                  <a:pt x="3584864" y="848591"/>
                  <a:pt x="3567546" y="839932"/>
                  <a:pt x="3550228" y="865909"/>
                </a:cubicBezTo>
                <a:cubicBezTo>
                  <a:pt x="3567546" y="874568"/>
                  <a:pt x="3593523" y="874568"/>
                  <a:pt x="3610841" y="883227"/>
                </a:cubicBezTo>
                <a:lnTo>
                  <a:pt x="3619500" y="632114"/>
                </a:lnTo>
                <a:cubicBezTo>
                  <a:pt x="3654137" y="528205"/>
                  <a:pt x="3801341" y="432955"/>
                  <a:pt x="3896591" y="389659"/>
                </a:cubicBezTo>
                <a:cubicBezTo>
                  <a:pt x="3939887" y="363682"/>
                  <a:pt x="4009159" y="337705"/>
                  <a:pt x="4061114" y="311727"/>
                </a:cubicBezTo>
                <a:cubicBezTo>
                  <a:pt x="4069773" y="303068"/>
                  <a:pt x="4069773" y="285750"/>
                  <a:pt x="4069773" y="268432"/>
                </a:cubicBezTo>
                <a:lnTo>
                  <a:pt x="4069773" y="51955"/>
                </a:lnTo>
                <a:cubicBezTo>
                  <a:pt x="4078432" y="51955"/>
                  <a:pt x="4069773" y="43295"/>
                  <a:pt x="4095750" y="43295"/>
                </a:cubicBezTo>
                <a:cubicBezTo>
                  <a:pt x="4113069" y="43295"/>
                  <a:pt x="4104409" y="60614"/>
                  <a:pt x="4113069" y="69273"/>
                </a:cubicBezTo>
                <a:cubicBezTo>
                  <a:pt x="4130387" y="60614"/>
                  <a:pt x="4130387" y="34636"/>
                  <a:pt x="4156364" y="34636"/>
                </a:cubicBezTo>
                <a:cubicBezTo>
                  <a:pt x="4173682" y="34636"/>
                  <a:pt x="4165023" y="51955"/>
                  <a:pt x="4191000" y="51955"/>
                </a:cubicBezTo>
                <a:cubicBezTo>
                  <a:pt x="4208319" y="51955"/>
                  <a:pt x="4216978" y="25977"/>
                  <a:pt x="4234296" y="17318"/>
                </a:cubicBezTo>
                <a:cubicBezTo>
                  <a:pt x="4242955" y="17318"/>
                  <a:pt x="4251614" y="25977"/>
                  <a:pt x="4242955" y="34636"/>
                </a:cubicBezTo>
                <a:cubicBezTo>
                  <a:pt x="4286251" y="43295"/>
                  <a:pt x="4260273" y="8659"/>
                  <a:pt x="4303569" y="8659"/>
                </a:cubicBezTo>
                <a:cubicBezTo>
                  <a:pt x="4320887" y="8659"/>
                  <a:pt x="4312228" y="17318"/>
                  <a:pt x="4329546" y="34636"/>
                </a:cubicBezTo>
                <a:cubicBezTo>
                  <a:pt x="4338205" y="34636"/>
                  <a:pt x="4346864" y="17318"/>
                  <a:pt x="4355523" y="0"/>
                </a:cubicBezTo>
                <a:lnTo>
                  <a:pt x="4390160" y="0"/>
                </a:lnTo>
                <a:cubicBezTo>
                  <a:pt x="4398819" y="0"/>
                  <a:pt x="4424796" y="0"/>
                  <a:pt x="4450773" y="1731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60000"/>
                  <a:lumOff val="40000"/>
                </a:schemeClr>
              </a:gs>
              <a:gs pos="46800">
                <a:srgbClr val="F9CFA5"/>
              </a:gs>
              <a:gs pos="83000">
                <a:schemeClr val="accent4">
                  <a:lumMod val="20000"/>
                  <a:lumOff val="80000"/>
                  <a:alpha val="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3" name="图形 2"/>
          <p:cNvSpPr/>
          <p:nvPr/>
        </p:nvSpPr>
        <p:spPr>
          <a:xfrm>
            <a:off x="2263674" y="4279245"/>
            <a:ext cx="7664678" cy="2573038"/>
          </a:xfrm>
          <a:custGeom>
            <a:avLst/>
            <a:gdLst>
              <a:gd name="connsiteX0" fmla="*/ 5153451 w 11958436"/>
              <a:gd name="connsiteY0" fmla="*/ 0 h 4014456"/>
              <a:gd name="connsiteX1" fmla="*/ 5156418 w 11958436"/>
              <a:gd name="connsiteY1" fmla="*/ 304510 h 4014456"/>
              <a:gd name="connsiteX2" fmla="*/ 5170530 w 11958436"/>
              <a:gd name="connsiteY2" fmla="*/ 314796 h 4014456"/>
              <a:gd name="connsiteX3" fmla="*/ 5160771 w 11958436"/>
              <a:gd name="connsiteY3" fmla="*/ 448348 h 4014456"/>
              <a:gd name="connsiteX4" fmla="*/ 5160818 w 11958436"/>
              <a:gd name="connsiteY4" fmla="*/ 497139 h 4014456"/>
              <a:gd name="connsiteX5" fmla="*/ 5171772 w 11958436"/>
              <a:gd name="connsiteY5" fmla="*/ 489488 h 4014456"/>
              <a:gd name="connsiteX6" fmla="*/ 5165699 w 11958436"/>
              <a:gd name="connsiteY6" fmla="*/ 670780 h 4014456"/>
              <a:gd name="connsiteX7" fmla="*/ 5180386 w 11958436"/>
              <a:gd name="connsiteY7" fmla="*/ 672597 h 4014456"/>
              <a:gd name="connsiteX8" fmla="*/ 5181198 w 11958436"/>
              <a:gd name="connsiteY8" fmla="*/ 693692 h 4014456"/>
              <a:gd name="connsiteX9" fmla="*/ 5175887 w 11958436"/>
              <a:gd name="connsiteY9" fmla="*/ 775631 h 4014456"/>
              <a:gd name="connsiteX10" fmla="*/ 5175219 w 11958436"/>
              <a:gd name="connsiteY10" fmla="*/ 946683 h 4014456"/>
              <a:gd name="connsiteX11" fmla="*/ 5181965 w 11958436"/>
              <a:gd name="connsiteY11" fmla="*/ 1014463 h 4014456"/>
              <a:gd name="connsiteX12" fmla="*/ 5270266 w 11958436"/>
              <a:gd name="connsiteY12" fmla="*/ 1095687 h 4014456"/>
              <a:gd name="connsiteX13" fmla="*/ 5265959 w 11958436"/>
              <a:gd name="connsiteY13" fmla="*/ 1237226 h 4014456"/>
              <a:gd name="connsiteX14" fmla="*/ 5211571 w 11958436"/>
              <a:gd name="connsiteY14" fmla="*/ 1275157 h 4014456"/>
              <a:gd name="connsiteX15" fmla="*/ 5209133 w 11958436"/>
              <a:gd name="connsiteY15" fmla="*/ 2091059 h 4014456"/>
              <a:gd name="connsiteX16" fmla="*/ 5229415 w 11958436"/>
              <a:gd name="connsiteY16" fmla="*/ 2103447 h 4014456"/>
              <a:gd name="connsiteX17" fmla="*/ 5286148 w 11958436"/>
              <a:gd name="connsiteY17" fmla="*/ 2089288 h 4014456"/>
              <a:gd name="connsiteX18" fmla="*/ 5385879 w 11958436"/>
              <a:gd name="connsiteY18" fmla="*/ 2098948 h 4014456"/>
              <a:gd name="connsiteX19" fmla="*/ 5386169 w 11958436"/>
              <a:gd name="connsiteY19" fmla="*/ 2038390 h 4014456"/>
              <a:gd name="connsiteX20" fmla="*/ 5408413 w 11958436"/>
              <a:gd name="connsiteY20" fmla="*/ 2021742 h 4014456"/>
              <a:gd name="connsiteX21" fmla="*/ 5426781 w 11958436"/>
              <a:gd name="connsiteY21" fmla="*/ 2020639 h 4014456"/>
              <a:gd name="connsiteX22" fmla="*/ 5459788 w 11958436"/>
              <a:gd name="connsiteY22" fmla="*/ 1969503 h 4014456"/>
              <a:gd name="connsiteX23" fmla="*/ 5484709 w 11958436"/>
              <a:gd name="connsiteY23" fmla="*/ 1962758 h 4014456"/>
              <a:gd name="connsiteX24" fmla="*/ 5491310 w 11958436"/>
              <a:gd name="connsiteY24" fmla="*/ 1958068 h 4014456"/>
              <a:gd name="connsiteX25" fmla="*/ 5530437 w 11958436"/>
              <a:gd name="connsiteY25" fmla="*/ 1953429 h 4014456"/>
              <a:gd name="connsiteX26" fmla="*/ 5560860 w 11958436"/>
              <a:gd name="connsiteY26" fmla="*/ 1958932 h 4014456"/>
              <a:gd name="connsiteX27" fmla="*/ 5566311 w 11958436"/>
              <a:gd name="connsiteY27" fmla="*/ 2203795 h 4014456"/>
              <a:gd name="connsiteX28" fmla="*/ 5576976 w 11958436"/>
              <a:gd name="connsiteY28" fmla="*/ 2152182 h 4014456"/>
              <a:gd name="connsiteX29" fmla="*/ 5586879 w 11958436"/>
              <a:gd name="connsiteY29" fmla="*/ 2142662 h 4014456"/>
              <a:gd name="connsiteX30" fmla="*/ 5602425 w 11958436"/>
              <a:gd name="connsiteY30" fmla="*/ 2155672 h 4014456"/>
              <a:gd name="connsiteX31" fmla="*/ 5611754 w 11958436"/>
              <a:gd name="connsiteY31" fmla="*/ 2095113 h 4014456"/>
              <a:gd name="connsiteX32" fmla="*/ 5615005 w 11958436"/>
              <a:gd name="connsiteY32" fmla="*/ 2045607 h 4014456"/>
              <a:gd name="connsiteX33" fmla="*/ 5635381 w 11958436"/>
              <a:gd name="connsiteY33" fmla="*/ 2045509 h 4014456"/>
              <a:gd name="connsiteX34" fmla="*/ 5636002 w 11958436"/>
              <a:gd name="connsiteY34" fmla="*/ 2027856 h 4014456"/>
              <a:gd name="connsiteX35" fmla="*/ 5643560 w 11958436"/>
              <a:gd name="connsiteY35" fmla="*/ 2020205 h 4014456"/>
              <a:gd name="connsiteX36" fmla="*/ 5640785 w 11958436"/>
              <a:gd name="connsiteY36" fmla="*/ 2009634 h 4014456"/>
              <a:gd name="connsiteX37" fmla="*/ 5687853 w 11958436"/>
              <a:gd name="connsiteY37" fmla="*/ 1996480 h 4014456"/>
              <a:gd name="connsiteX38" fmla="*/ 5681299 w 11958436"/>
              <a:gd name="connsiteY38" fmla="*/ 1950846 h 4014456"/>
              <a:gd name="connsiteX39" fmla="*/ 5691057 w 11958436"/>
              <a:gd name="connsiteY39" fmla="*/ 1939700 h 4014456"/>
              <a:gd name="connsiteX40" fmla="*/ 5761897 w 11958436"/>
              <a:gd name="connsiteY40" fmla="*/ 1837432 h 4014456"/>
              <a:gd name="connsiteX41" fmla="*/ 5770605 w 11958436"/>
              <a:gd name="connsiteY41" fmla="*/ 1815861 h 4014456"/>
              <a:gd name="connsiteX42" fmla="*/ 5788351 w 11958436"/>
              <a:gd name="connsiteY42" fmla="*/ 1827053 h 4014456"/>
              <a:gd name="connsiteX43" fmla="*/ 5786436 w 11958436"/>
              <a:gd name="connsiteY43" fmla="*/ 1838628 h 4014456"/>
              <a:gd name="connsiteX44" fmla="*/ 5829103 w 11958436"/>
              <a:gd name="connsiteY44" fmla="*/ 1873836 h 4014456"/>
              <a:gd name="connsiteX45" fmla="*/ 5970067 w 11958436"/>
              <a:gd name="connsiteY45" fmla="*/ 1868669 h 4014456"/>
              <a:gd name="connsiteX46" fmla="*/ 5971072 w 11958436"/>
              <a:gd name="connsiteY46" fmla="*/ 1917316 h 4014456"/>
              <a:gd name="connsiteX47" fmla="*/ 6105964 w 11958436"/>
              <a:gd name="connsiteY47" fmla="*/ 1835470 h 4014456"/>
              <a:gd name="connsiteX48" fmla="*/ 6137346 w 11958436"/>
              <a:gd name="connsiteY48" fmla="*/ 1833700 h 4014456"/>
              <a:gd name="connsiteX49" fmla="*/ 6134426 w 11958436"/>
              <a:gd name="connsiteY49" fmla="*/ 2000450 h 4014456"/>
              <a:gd name="connsiteX50" fmla="*/ 6226842 w 11958436"/>
              <a:gd name="connsiteY50" fmla="*/ 2076648 h 4014456"/>
              <a:gd name="connsiteX51" fmla="*/ 6230958 w 11958436"/>
              <a:gd name="connsiteY51" fmla="*/ 2042207 h 4014456"/>
              <a:gd name="connsiteX52" fmla="*/ 6217182 w 11958436"/>
              <a:gd name="connsiteY52" fmla="*/ 2022499 h 4014456"/>
              <a:gd name="connsiteX53" fmla="*/ 6188958 w 11958436"/>
              <a:gd name="connsiteY53" fmla="*/ 2015851 h 4014456"/>
              <a:gd name="connsiteX54" fmla="*/ 6190056 w 11958436"/>
              <a:gd name="connsiteY54" fmla="*/ 1999203 h 4014456"/>
              <a:gd name="connsiteX55" fmla="*/ 6214309 w 11958436"/>
              <a:gd name="connsiteY55" fmla="*/ 1994373 h 4014456"/>
              <a:gd name="connsiteX56" fmla="*/ 6212492 w 11958436"/>
              <a:gd name="connsiteY56" fmla="*/ 1979257 h 4014456"/>
              <a:gd name="connsiteX57" fmla="*/ 6225409 w 11958436"/>
              <a:gd name="connsiteY57" fmla="*/ 1992747 h 4014456"/>
              <a:gd name="connsiteX58" fmla="*/ 6259658 w 11958436"/>
              <a:gd name="connsiteY58" fmla="*/ 1972273 h 4014456"/>
              <a:gd name="connsiteX59" fmla="*/ 6309454 w 11958436"/>
              <a:gd name="connsiteY59" fmla="*/ 1954765 h 4014456"/>
              <a:gd name="connsiteX60" fmla="*/ 6321795 w 11958436"/>
              <a:gd name="connsiteY60" fmla="*/ 1958259 h 4014456"/>
              <a:gd name="connsiteX61" fmla="*/ 6321893 w 11958436"/>
              <a:gd name="connsiteY61" fmla="*/ 1806294 h 4014456"/>
              <a:gd name="connsiteX62" fmla="*/ 6314144 w 11958436"/>
              <a:gd name="connsiteY62" fmla="*/ 1783143 h 4014456"/>
              <a:gd name="connsiteX63" fmla="*/ 6329788 w 11958436"/>
              <a:gd name="connsiteY63" fmla="*/ 1769176 h 4014456"/>
              <a:gd name="connsiteX64" fmla="*/ 6419382 w 11958436"/>
              <a:gd name="connsiteY64" fmla="*/ 1753294 h 4014456"/>
              <a:gd name="connsiteX65" fmla="*/ 6478026 w 11958436"/>
              <a:gd name="connsiteY65" fmla="*/ 1772282 h 4014456"/>
              <a:gd name="connsiteX66" fmla="*/ 6466787 w 11958436"/>
              <a:gd name="connsiteY66" fmla="*/ 2099467 h 4014456"/>
              <a:gd name="connsiteX67" fmla="*/ 6643865 w 11958436"/>
              <a:gd name="connsiteY67" fmla="*/ 2108459 h 4014456"/>
              <a:gd name="connsiteX68" fmla="*/ 6644010 w 11958436"/>
              <a:gd name="connsiteY68" fmla="*/ 2187861 h 4014456"/>
              <a:gd name="connsiteX69" fmla="*/ 6721693 w 11958436"/>
              <a:gd name="connsiteY69" fmla="*/ 2213259 h 4014456"/>
              <a:gd name="connsiteX70" fmla="*/ 6710786 w 11958436"/>
              <a:gd name="connsiteY70" fmla="*/ 2281469 h 4014456"/>
              <a:gd name="connsiteX71" fmla="*/ 6768377 w 11958436"/>
              <a:gd name="connsiteY71" fmla="*/ 2289120 h 4014456"/>
              <a:gd name="connsiteX72" fmla="*/ 6824582 w 11958436"/>
              <a:gd name="connsiteY72" fmla="*/ 2293376 h 4014456"/>
              <a:gd name="connsiteX73" fmla="*/ 6824152 w 11958436"/>
              <a:gd name="connsiteY73" fmla="*/ 2310837 h 4014456"/>
              <a:gd name="connsiteX74" fmla="*/ 6816356 w 11958436"/>
              <a:gd name="connsiteY74" fmla="*/ 2361637 h 4014456"/>
              <a:gd name="connsiteX75" fmla="*/ 6824727 w 11958436"/>
              <a:gd name="connsiteY75" fmla="*/ 2382733 h 4014456"/>
              <a:gd name="connsiteX76" fmla="*/ 6813820 w 11958436"/>
              <a:gd name="connsiteY76" fmla="*/ 2460509 h 4014456"/>
              <a:gd name="connsiteX77" fmla="*/ 6827450 w 11958436"/>
              <a:gd name="connsiteY77" fmla="*/ 2458884 h 4014456"/>
              <a:gd name="connsiteX78" fmla="*/ 6829174 w 11958436"/>
              <a:gd name="connsiteY78" fmla="*/ 2421957 h 4014456"/>
              <a:gd name="connsiteX79" fmla="*/ 6839843 w 11958436"/>
              <a:gd name="connsiteY79" fmla="*/ 2408037 h 4014456"/>
              <a:gd name="connsiteX80" fmla="*/ 6840273 w 11958436"/>
              <a:gd name="connsiteY80" fmla="*/ 2366710 h 4014456"/>
              <a:gd name="connsiteX81" fmla="*/ 6869071 w 11958436"/>
              <a:gd name="connsiteY81" fmla="*/ 2360203 h 4014456"/>
              <a:gd name="connsiteX82" fmla="*/ 6867586 w 11958436"/>
              <a:gd name="connsiteY82" fmla="*/ 2319974 h 4014456"/>
              <a:gd name="connsiteX83" fmla="*/ 6896716 w 11958436"/>
              <a:gd name="connsiteY83" fmla="*/ 2255875 h 4014456"/>
              <a:gd name="connsiteX84" fmla="*/ 6904942 w 11958436"/>
              <a:gd name="connsiteY84" fmla="*/ 1636190 h 4014456"/>
              <a:gd name="connsiteX85" fmla="*/ 6912500 w 11958436"/>
              <a:gd name="connsiteY85" fmla="*/ 1481879 h 4014456"/>
              <a:gd name="connsiteX86" fmla="*/ 6951865 w 11958436"/>
              <a:gd name="connsiteY86" fmla="*/ 1476904 h 4014456"/>
              <a:gd name="connsiteX87" fmla="*/ 6959184 w 11958436"/>
              <a:gd name="connsiteY87" fmla="*/ 1481449 h 4014456"/>
              <a:gd name="connsiteX88" fmla="*/ 6970615 w 11958436"/>
              <a:gd name="connsiteY88" fmla="*/ 1463035 h 4014456"/>
              <a:gd name="connsiteX89" fmla="*/ 7010606 w 11958436"/>
              <a:gd name="connsiteY89" fmla="*/ 1463656 h 4014456"/>
              <a:gd name="connsiteX90" fmla="*/ 7053226 w 11958436"/>
              <a:gd name="connsiteY90" fmla="*/ 1473415 h 4014456"/>
              <a:gd name="connsiteX91" fmla="*/ 7146166 w 11958436"/>
              <a:gd name="connsiteY91" fmla="*/ 1504983 h 4014456"/>
              <a:gd name="connsiteX92" fmla="*/ 7203421 w 11958436"/>
              <a:gd name="connsiteY92" fmla="*/ 1546118 h 4014456"/>
              <a:gd name="connsiteX93" fmla="*/ 7204519 w 11958436"/>
              <a:gd name="connsiteY93" fmla="*/ 1468388 h 4014456"/>
              <a:gd name="connsiteX94" fmla="*/ 7292867 w 11958436"/>
              <a:gd name="connsiteY94" fmla="*/ 1428258 h 4014456"/>
              <a:gd name="connsiteX95" fmla="*/ 7256324 w 11958436"/>
              <a:gd name="connsiteY95" fmla="*/ 1433377 h 4014456"/>
              <a:gd name="connsiteX96" fmla="*/ 7302817 w 11958436"/>
              <a:gd name="connsiteY96" fmla="*/ 1417640 h 4014456"/>
              <a:gd name="connsiteX97" fmla="*/ 7317456 w 11958436"/>
              <a:gd name="connsiteY97" fmla="*/ 1407116 h 4014456"/>
              <a:gd name="connsiteX98" fmla="*/ 7319129 w 11958436"/>
              <a:gd name="connsiteY98" fmla="*/ 1419121 h 4014456"/>
              <a:gd name="connsiteX99" fmla="*/ 7453876 w 11958436"/>
              <a:gd name="connsiteY99" fmla="*/ 1380326 h 4014456"/>
              <a:gd name="connsiteX100" fmla="*/ 7463728 w 11958436"/>
              <a:gd name="connsiteY100" fmla="*/ 1388697 h 4014456"/>
              <a:gd name="connsiteX101" fmla="*/ 7513860 w 11958436"/>
              <a:gd name="connsiteY101" fmla="*/ 1410652 h 4014456"/>
              <a:gd name="connsiteX102" fmla="*/ 7521133 w 11958436"/>
              <a:gd name="connsiteY102" fmla="*/ 2360628 h 4014456"/>
              <a:gd name="connsiteX103" fmla="*/ 7533428 w 11958436"/>
              <a:gd name="connsiteY103" fmla="*/ 2361249 h 4014456"/>
              <a:gd name="connsiteX104" fmla="*/ 7535436 w 11958436"/>
              <a:gd name="connsiteY104" fmla="*/ 2182970 h 4014456"/>
              <a:gd name="connsiteX105" fmla="*/ 7576623 w 11958436"/>
              <a:gd name="connsiteY105" fmla="*/ 2182686 h 4014456"/>
              <a:gd name="connsiteX106" fmla="*/ 7597957 w 11958436"/>
              <a:gd name="connsiteY106" fmla="*/ 1666128 h 4014456"/>
              <a:gd name="connsiteX107" fmla="*/ 7784793 w 11958436"/>
              <a:gd name="connsiteY107" fmla="*/ 1792028 h 4014456"/>
              <a:gd name="connsiteX108" fmla="*/ 7792828 w 11958436"/>
              <a:gd name="connsiteY108" fmla="*/ 1404668 h 4014456"/>
              <a:gd name="connsiteX109" fmla="*/ 7804931 w 11958436"/>
              <a:gd name="connsiteY109" fmla="*/ 1404574 h 4014456"/>
              <a:gd name="connsiteX110" fmla="*/ 7813064 w 11958436"/>
              <a:gd name="connsiteY110" fmla="*/ 1382858 h 4014456"/>
              <a:gd name="connsiteX111" fmla="*/ 7835163 w 11958436"/>
              <a:gd name="connsiteY111" fmla="*/ 1374772 h 4014456"/>
              <a:gd name="connsiteX112" fmla="*/ 7834589 w 11958436"/>
              <a:gd name="connsiteY112" fmla="*/ 1352672 h 4014456"/>
              <a:gd name="connsiteX113" fmla="*/ 7849513 w 11958436"/>
              <a:gd name="connsiteY113" fmla="*/ 1351621 h 4014456"/>
              <a:gd name="connsiteX114" fmla="*/ 7849322 w 11958436"/>
              <a:gd name="connsiteY114" fmla="*/ 1329475 h 4014456"/>
              <a:gd name="connsiteX115" fmla="*/ 7873094 w 11958436"/>
              <a:gd name="connsiteY115" fmla="*/ 1323159 h 4014456"/>
              <a:gd name="connsiteX116" fmla="*/ 7883712 w 11958436"/>
              <a:gd name="connsiteY116" fmla="*/ 1253847 h 4014456"/>
              <a:gd name="connsiteX117" fmla="*/ 7891798 w 11958436"/>
              <a:gd name="connsiteY117" fmla="*/ 1249208 h 4014456"/>
              <a:gd name="connsiteX118" fmla="*/ 7896581 w 11958436"/>
              <a:gd name="connsiteY118" fmla="*/ 1222755 h 4014456"/>
              <a:gd name="connsiteX119" fmla="*/ 7909016 w 11958436"/>
              <a:gd name="connsiteY119" fmla="*/ 1144165 h 4014456"/>
              <a:gd name="connsiteX120" fmla="*/ 7911744 w 11958436"/>
              <a:gd name="connsiteY120" fmla="*/ 1220508 h 4014456"/>
              <a:gd name="connsiteX121" fmla="*/ 7920068 w 11958436"/>
              <a:gd name="connsiteY121" fmla="*/ 1252604 h 4014456"/>
              <a:gd name="connsiteX122" fmla="*/ 7931835 w 11958436"/>
              <a:gd name="connsiteY122" fmla="*/ 1247153 h 4014456"/>
              <a:gd name="connsiteX123" fmla="*/ 7937146 w 11958436"/>
              <a:gd name="connsiteY123" fmla="*/ 1318184 h 4014456"/>
              <a:gd name="connsiteX124" fmla="*/ 7965753 w 11958436"/>
              <a:gd name="connsiteY124" fmla="*/ 1328517 h 4014456"/>
              <a:gd name="connsiteX125" fmla="*/ 7959391 w 11958436"/>
              <a:gd name="connsiteY125" fmla="*/ 1341578 h 4014456"/>
              <a:gd name="connsiteX126" fmla="*/ 7970154 w 11958436"/>
              <a:gd name="connsiteY126" fmla="*/ 1348033 h 4014456"/>
              <a:gd name="connsiteX127" fmla="*/ 7969103 w 11958436"/>
              <a:gd name="connsiteY127" fmla="*/ 1066436 h 4014456"/>
              <a:gd name="connsiteX128" fmla="*/ 8237018 w 11958436"/>
              <a:gd name="connsiteY128" fmla="*/ 1002145 h 4014456"/>
              <a:gd name="connsiteX129" fmla="*/ 8232473 w 11958436"/>
              <a:gd name="connsiteY129" fmla="*/ 1619056 h 4014456"/>
              <a:gd name="connsiteX130" fmla="*/ 8370952 w 11958436"/>
              <a:gd name="connsiteY130" fmla="*/ 1604850 h 4014456"/>
              <a:gd name="connsiteX131" fmla="*/ 8528659 w 11958436"/>
              <a:gd name="connsiteY131" fmla="*/ 1611357 h 4014456"/>
              <a:gd name="connsiteX132" fmla="*/ 8530047 w 11958436"/>
              <a:gd name="connsiteY132" fmla="*/ 1948011 h 4014456"/>
              <a:gd name="connsiteX133" fmla="*/ 8538992 w 11958436"/>
              <a:gd name="connsiteY133" fmla="*/ 1817855 h 4014456"/>
              <a:gd name="connsiteX134" fmla="*/ 8555159 w 11958436"/>
              <a:gd name="connsiteY134" fmla="*/ 1798339 h 4014456"/>
              <a:gd name="connsiteX135" fmla="*/ 8561904 w 11958436"/>
              <a:gd name="connsiteY135" fmla="*/ 1729554 h 4014456"/>
              <a:gd name="connsiteX136" fmla="*/ 8565445 w 11958436"/>
              <a:gd name="connsiteY136" fmla="*/ 1720656 h 4014456"/>
              <a:gd name="connsiteX137" fmla="*/ 8578838 w 11958436"/>
              <a:gd name="connsiteY137" fmla="*/ 1535776 h 4014456"/>
              <a:gd name="connsiteX138" fmla="*/ 8581182 w 11958436"/>
              <a:gd name="connsiteY138" fmla="*/ 1507604 h 4014456"/>
              <a:gd name="connsiteX139" fmla="*/ 8592039 w 11958436"/>
              <a:gd name="connsiteY139" fmla="*/ 1424180 h 4014456"/>
              <a:gd name="connsiteX140" fmla="*/ 8586153 w 11958436"/>
              <a:gd name="connsiteY140" fmla="*/ 1415473 h 4014456"/>
              <a:gd name="connsiteX141" fmla="*/ 8593618 w 11958436"/>
              <a:gd name="connsiteY141" fmla="*/ 1329801 h 4014456"/>
              <a:gd name="connsiteX142" fmla="*/ 8599882 w 11958436"/>
              <a:gd name="connsiteY142" fmla="*/ 1256234 h 4014456"/>
              <a:gd name="connsiteX143" fmla="*/ 8596724 w 11958436"/>
              <a:gd name="connsiteY143" fmla="*/ 1222703 h 4014456"/>
              <a:gd name="connsiteX144" fmla="*/ 8603707 w 11958436"/>
              <a:gd name="connsiteY144" fmla="*/ 1131151 h 4014456"/>
              <a:gd name="connsiteX145" fmla="*/ 8612793 w 11958436"/>
              <a:gd name="connsiteY145" fmla="*/ 222502 h 4014456"/>
              <a:gd name="connsiteX146" fmla="*/ 8609635 w 11958436"/>
              <a:gd name="connsiteY146" fmla="*/ 211356 h 4014456"/>
              <a:gd name="connsiteX147" fmla="*/ 8819001 w 11958436"/>
              <a:gd name="connsiteY147" fmla="*/ 166489 h 4014456"/>
              <a:gd name="connsiteX148" fmla="*/ 8830049 w 11958436"/>
              <a:gd name="connsiteY148" fmla="*/ 177204 h 4014456"/>
              <a:gd name="connsiteX149" fmla="*/ 8887496 w 11958436"/>
              <a:gd name="connsiteY149" fmla="*/ 1739742 h 4014456"/>
              <a:gd name="connsiteX150" fmla="*/ 8895101 w 11958436"/>
              <a:gd name="connsiteY150" fmla="*/ 1756820 h 4014456"/>
              <a:gd name="connsiteX151" fmla="*/ 8898404 w 11958436"/>
              <a:gd name="connsiteY151" fmla="*/ 1721090 h 4014456"/>
              <a:gd name="connsiteX152" fmla="*/ 8913758 w 11958436"/>
              <a:gd name="connsiteY152" fmla="*/ 1706885 h 4014456"/>
              <a:gd name="connsiteX153" fmla="*/ 8939539 w 11958436"/>
              <a:gd name="connsiteY153" fmla="*/ 1700429 h 4014456"/>
              <a:gd name="connsiteX154" fmla="*/ 8945088 w 11958436"/>
              <a:gd name="connsiteY154" fmla="*/ 1533968 h 4014456"/>
              <a:gd name="connsiteX155" fmla="*/ 9367987 w 11958436"/>
              <a:gd name="connsiteY155" fmla="*/ 1510528 h 4014456"/>
              <a:gd name="connsiteX156" fmla="*/ 9368707 w 11958436"/>
              <a:gd name="connsiteY156" fmla="*/ 1598399 h 4014456"/>
              <a:gd name="connsiteX157" fmla="*/ 9555833 w 11958436"/>
              <a:gd name="connsiteY157" fmla="*/ 1573385 h 4014456"/>
              <a:gd name="connsiteX158" fmla="*/ 9706126 w 11958436"/>
              <a:gd name="connsiteY158" fmla="*/ 1606962 h 4014456"/>
              <a:gd name="connsiteX159" fmla="*/ 9705458 w 11958436"/>
              <a:gd name="connsiteY159" fmla="*/ 1926537 h 4014456"/>
              <a:gd name="connsiteX160" fmla="*/ 9790027 w 11958436"/>
              <a:gd name="connsiteY160" fmla="*/ 1926200 h 4014456"/>
              <a:gd name="connsiteX161" fmla="*/ 9796198 w 11958436"/>
              <a:gd name="connsiteY161" fmla="*/ 1935720 h 4014456"/>
              <a:gd name="connsiteX162" fmla="*/ 9883924 w 11958436"/>
              <a:gd name="connsiteY162" fmla="*/ 1946483 h 4014456"/>
              <a:gd name="connsiteX163" fmla="*/ 9865266 w 11958436"/>
              <a:gd name="connsiteY163" fmla="*/ 1980878 h 4014456"/>
              <a:gd name="connsiteX164" fmla="*/ 9863403 w 11958436"/>
              <a:gd name="connsiteY164" fmla="*/ 2031439 h 4014456"/>
              <a:gd name="connsiteX165" fmla="*/ 9876650 w 11958436"/>
              <a:gd name="connsiteY165" fmla="*/ 2032682 h 4014456"/>
              <a:gd name="connsiteX166" fmla="*/ 9883060 w 11958436"/>
              <a:gd name="connsiteY166" fmla="*/ 2041338 h 4014456"/>
              <a:gd name="connsiteX167" fmla="*/ 9881770 w 11958436"/>
              <a:gd name="connsiteY167" fmla="*/ 2256113 h 4014456"/>
              <a:gd name="connsiteX168" fmla="*/ 9896214 w 11958436"/>
              <a:gd name="connsiteY168" fmla="*/ 2255730 h 4014456"/>
              <a:gd name="connsiteX169" fmla="*/ 9948065 w 11958436"/>
              <a:gd name="connsiteY169" fmla="*/ 2241333 h 4014456"/>
              <a:gd name="connsiteX170" fmla="*/ 9959687 w 11958436"/>
              <a:gd name="connsiteY170" fmla="*/ 2285341 h 4014456"/>
              <a:gd name="connsiteX171" fmla="*/ 10004844 w 11958436"/>
              <a:gd name="connsiteY171" fmla="*/ 2267067 h 4014456"/>
              <a:gd name="connsiteX172" fmla="*/ 9989728 w 11958436"/>
              <a:gd name="connsiteY172" fmla="*/ 2264531 h 4014456"/>
              <a:gd name="connsiteX173" fmla="*/ 10002737 w 11958436"/>
              <a:gd name="connsiteY173" fmla="*/ 2249223 h 4014456"/>
              <a:gd name="connsiteX174" fmla="*/ 9990111 w 11958436"/>
              <a:gd name="connsiteY174" fmla="*/ 2243151 h 4014456"/>
              <a:gd name="connsiteX175" fmla="*/ 10002882 w 11958436"/>
              <a:gd name="connsiteY175" fmla="*/ 2234158 h 4014456"/>
              <a:gd name="connsiteX176" fmla="*/ 9991591 w 11958436"/>
              <a:gd name="connsiteY176" fmla="*/ 2220429 h 4014456"/>
              <a:gd name="connsiteX177" fmla="*/ 10005558 w 11958436"/>
              <a:gd name="connsiteY177" fmla="*/ 2211914 h 4014456"/>
              <a:gd name="connsiteX178" fmla="*/ 9991544 w 11958436"/>
              <a:gd name="connsiteY178" fmla="*/ 2205981 h 4014456"/>
              <a:gd name="connsiteX179" fmla="*/ 10000682 w 11958436"/>
              <a:gd name="connsiteY179" fmla="*/ 2193112 h 4014456"/>
              <a:gd name="connsiteX180" fmla="*/ 9991069 w 11958436"/>
              <a:gd name="connsiteY180" fmla="*/ 2181775 h 4014456"/>
              <a:gd name="connsiteX181" fmla="*/ 10004798 w 11958436"/>
              <a:gd name="connsiteY181" fmla="*/ 2176464 h 4014456"/>
              <a:gd name="connsiteX182" fmla="*/ 9990303 w 11958436"/>
              <a:gd name="connsiteY182" fmla="*/ 2146521 h 4014456"/>
              <a:gd name="connsiteX183" fmla="*/ 10006231 w 11958436"/>
              <a:gd name="connsiteY183" fmla="*/ 2138103 h 4014456"/>
              <a:gd name="connsiteX184" fmla="*/ 10006904 w 11958436"/>
              <a:gd name="connsiteY184" fmla="*/ 2102994 h 4014456"/>
              <a:gd name="connsiteX185" fmla="*/ 10039668 w 11958436"/>
              <a:gd name="connsiteY185" fmla="*/ 2091755 h 4014456"/>
              <a:gd name="connsiteX186" fmla="*/ 10040289 w 11958436"/>
              <a:gd name="connsiteY186" fmla="*/ 2017995 h 4014456"/>
              <a:gd name="connsiteX187" fmla="*/ 10076449 w 11958436"/>
              <a:gd name="connsiteY187" fmla="*/ 2003501 h 4014456"/>
              <a:gd name="connsiteX188" fmla="*/ 10122994 w 11958436"/>
              <a:gd name="connsiteY188" fmla="*/ 1996325 h 4014456"/>
              <a:gd name="connsiteX189" fmla="*/ 10129212 w 11958436"/>
              <a:gd name="connsiteY189" fmla="*/ 1987861 h 4014456"/>
              <a:gd name="connsiteX190" fmla="*/ 10202732 w 11958436"/>
              <a:gd name="connsiteY190" fmla="*/ 1999675 h 4014456"/>
              <a:gd name="connsiteX191" fmla="*/ 10263197 w 11958436"/>
              <a:gd name="connsiteY191" fmla="*/ 2008667 h 4014456"/>
              <a:gd name="connsiteX192" fmla="*/ 10239281 w 11958436"/>
              <a:gd name="connsiteY192" fmla="*/ 2030669 h 4014456"/>
              <a:gd name="connsiteX193" fmla="*/ 10245928 w 11958436"/>
              <a:gd name="connsiteY193" fmla="*/ 2039469 h 4014456"/>
              <a:gd name="connsiteX194" fmla="*/ 10244349 w 11958436"/>
              <a:gd name="connsiteY194" fmla="*/ 2094525 h 4014456"/>
              <a:gd name="connsiteX195" fmla="*/ 10244779 w 11958436"/>
              <a:gd name="connsiteY195" fmla="*/ 2136379 h 4014456"/>
              <a:gd name="connsiteX196" fmla="*/ 10245783 w 11958436"/>
              <a:gd name="connsiteY196" fmla="*/ 2176127 h 4014456"/>
              <a:gd name="connsiteX197" fmla="*/ 10239850 w 11958436"/>
              <a:gd name="connsiteY197" fmla="*/ 2184307 h 4014456"/>
              <a:gd name="connsiteX198" fmla="*/ 10247218 w 11958436"/>
              <a:gd name="connsiteY198" fmla="*/ 2193635 h 4014456"/>
              <a:gd name="connsiteX199" fmla="*/ 10241238 w 11958436"/>
              <a:gd name="connsiteY199" fmla="*/ 2202627 h 4014456"/>
              <a:gd name="connsiteX200" fmla="*/ 10241575 w 11958436"/>
              <a:gd name="connsiteY200" fmla="*/ 2224059 h 4014456"/>
              <a:gd name="connsiteX201" fmla="*/ 10247269 w 11958436"/>
              <a:gd name="connsiteY201" fmla="*/ 2232238 h 4014456"/>
              <a:gd name="connsiteX202" fmla="*/ 10240093 w 11958436"/>
              <a:gd name="connsiteY202" fmla="*/ 2241950 h 4014456"/>
              <a:gd name="connsiteX203" fmla="*/ 10246984 w 11958436"/>
              <a:gd name="connsiteY203" fmla="*/ 2251040 h 4014456"/>
              <a:gd name="connsiteX204" fmla="*/ 10240383 w 11958436"/>
              <a:gd name="connsiteY204" fmla="*/ 2263910 h 4014456"/>
              <a:gd name="connsiteX205" fmla="*/ 10253538 w 11958436"/>
              <a:gd name="connsiteY205" fmla="*/ 2274766 h 4014456"/>
              <a:gd name="connsiteX206" fmla="*/ 10260329 w 11958436"/>
              <a:gd name="connsiteY206" fmla="*/ 2156377 h 4014456"/>
              <a:gd name="connsiteX207" fmla="*/ 10297256 w 11958436"/>
              <a:gd name="connsiteY207" fmla="*/ 2151309 h 4014456"/>
              <a:gd name="connsiteX208" fmla="*/ 10304385 w 11958436"/>
              <a:gd name="connsiteY208" fmla="*/ 2132320 h 4014456"/>
              <a:gd name="connsiteX209" fmla="*/ 10365419 w 11958436"/>
              <a:gd name="connsiteY209" fmla="*/ 2125720 h 4014456"/>
              <a:gd name="connsiteX210" fmla="*/ 10368624 w 11958436"/>
              <a:gd name="connsiteY210" fmla="*/ 2091759 h 4014456"/>
              <a:gd name="connsiteX211" fmla="*/ 10418657 w 11958436"/>
              <a:gd name="connsiteY211" fmla="*/ 2083103 h 4014456"/>
              <a:gd name="connsiteX212" fmla="*/ 10407273 w 11958436"/>
              <a:gd name="connsiteY212" fmla="*/ 2060766 h 4014456"/>
              <a:gd name="connsiteX213" fmla="*/ 10471994 w 11958436"/>
              <a:gd name="connsiteY213" fmla="*/ 2065072 h 4014456"/>
              <a:gd name="connsiteX214" fmla="*/ 10464674 w 11958436"/>
              <a:gd name="connsiteY214" fmla="*/ 2074303 h 4014456"/>
              <a:gd name="connsiteX215" fmla="*/ 10484336 w 11958436"/>
              <a:gd name="connsiteY215" fmla="*/ 2074158 h 4014456"/>
              <a:gd name="connsiteX216" fmla="*/ 10501699 w 11958436"/>
              <a:gd name="connsiteY216" fmla="*/ 2133665 h 4014456"/>
              <a:gd name="connsiteX217" fmla="*/ 10502894 w 11958436"/>
              <a:gd name="connsiteY217" fmla="*/ 2156242 h 4014456"/>
              <a:gd name="connsiteX218" fmla="*/ 10512891 w 11958436"/>
              <a:gd name="connsiteY218" fmla="*/ 2266787 h 4014456"/>
              <a:gd name="connsiteX219" fmla="*/ 10518916 w 11958436"/>
              <a:gd name="connsiteY219" fmla="*/ 2183989 h 4014456"/>
              <a:gd name="connsiteX220" fmla="*/ 10599375 w 11958436"/>
              <a:gd name="connsiteY220" fmla="*/ 2174329 h 4014456"/>
              <a:gd name="connsiteX221" fmla="*/ 10605307 w 11958436"/>
              <a:gd name="connsiteY221" fmla="*/ 2208770 h 4014456"/>
              <a:gd name="connsiteX222" fmla="*/ 10728670 w 11958436"/>
              <a:gd name="connsiteY222" fmla="*/ 2199203 h 4014456"/>
              <a:gd name="connsiteX223" fmla="*/ 10748332 w 11958436"/>
              <a:gd name="connsiteY223" fmla="*/ 2207383 h 4014456"/>
              <a:gd name="connsiteX224" fmla="*/ 10748285 w 11958436"/>
              <a:gd name="connsiteY224" fmla="*/ 2611433 h 4014456"/>
              <a:gd name="connsiteX225" fmla="*/ 10772155 w 11958436"/>
              <a:gd name="connsiteY225" fmla="*/ 2611671 h 4014456"/>
              <a:gd name="connsiteX226" fmla="*/ 10772683 w 11958436"/>
              <a:gd name="connsiteY226" fmla="*/ 2572493 h 4014456"/>
              <a:gd name="connsiteX227" fmla="*/ 10827547 w 11958436"/>
              <a:gd name="connsiteY227" fmla="*/ 2561731 h 4014456"/>
              <a:gd name="connsiteX228" fmla="*/ 10830560 w 11958436"/>
              <a:gd name="connsiteY228" fmla="*/ 2545134 h 4014456"/>
              <a:gd name="connsiteX229" fmla="*/ 10876385 w 11958436"/>
              <a:gd name="connsiteY229" fmla="*/ 2544321 h 4014456"/>
              <a:gd name="connsiteX230" fmla="*/ 10886381 w 11958436"/>
              <a:gd name="connsiteY230" fmla="*/ 2560535 h 4014456"/>
              <a:gd name="connsiteX231" fmla="*/ 10963920 w 11958436"/>
              <a:gd name="connsiteY231" fmla="*/ 2562207 h 4014456"/>
              <a:gd name="connsiteX232" fmla="*/ 10969035 w 11958436"/>
              <a:gd name="connsiteY232" fmla="*/ 2553023 h 4014456"/>
              <a:gd name="connsiteX233" fmla="*/ 10992429 w 11958436"/>
              <a:gd name="connsiteY233" fmla="*/ 2550823 h 4014456"/>
              <a:gd name="connsiteX234" fmla="*/ 10998553 w 11958436"/>
              <a:gd name="connsiteY234" fmla="*/ 2376324 h 4014456"/>
              <a:gd name="connsiteX235" fmla="*/ 11059013 w 11958436"/>
              <a:gd name="connsiteY235" fmla="*/ 2370536 h 4014456"/>
              <a:gd name="connsiteX236" fmla="*/ 11059732 w 11958436"/>
              <a:gd name="connsiteY236" fmla="*/ 2330643 h 4014456"/>
              <a:gd name="connsiteX237" fmla="*/ 11135594 w 11958436"/>
              <a:gd name="connsiteY237" fmla="*/ 2327392 h 4014456"/>
              <a:gd name="connsiteX238" fmla="*/ 11135977 w 11958436"/>
              <a:gd name="connsiteY238" fmla="*/ 2366855 h 4014456"/>
              <a:gd name="connsiteX239" fmla="*/ 11195148 w 11958436"/>
              <a:gd name="connsiteY239" fmla="*/ 2368579 h 4014456"/>
              <a:gd name="connsiteX240" fmla="*/ 11197778 w 11958436"/>
              <a:gd name="connsiteY240" fmla="*/ 2457790 h 4014456"/>
              <a:gd name="connsiteX241" fmla="*/ 11220644 w 11958436"/>
              <a:gd name="connsiteY241" fmla="*/ 2457314 h 4014456"/>
              <a:gd name="connsiteX242" fmla="*/ 11226338 w 11958436"/>
              <a:gd name="connsiteY242" fmla="*/ 2466834 h 4014456"/>
              <a:gd name="connsiteX243" fmla="*/ 11240641 w 11958436"/>
              <a:gd name="connsiteY243" fmla="*/ 2466596 h 4014456"/>
              <a:gd name="connsiteX244" fmla="*/ 11287232 w 11958436"/>
              <a:gd name="connsiteY244" fmla="*/ 2465685 h 4014456"/>
              <a:gd name="connsiteX245" fmla="*/ 11322440 w 11958436"/>
              <a:gd name="connsiteY245" fmla="*/ 2463148 h 4014456"/>
              <a:gd name="connsiteX246" fmla="*/ 11409736 w 11958436"/>
              <a:gd name="connsiteY246" fmla="*/ 2466834 h 4014456"/>
              <a:gd name="connsiteX247" fmla="*/ 11419587 w 11958436"/>
              <a:gd name="connsiteY247" fmla="*/ 2494100 h 4014456"/>
              <a:gd name="connsiteX248" fmla="*/ 11444602 w 11958436"/>
              <a:gd name="connsiteY248" fmla="*/ 2512659 h 4014456"/>
              <a:gd name="connsiteX249" fmla="*/ 11463974 w 11958436"/>
              <a:gd name="connsiteY249" fmla="*/ 2517587 h 4014456"/>
              <a:gd name="connsiteX250" fmla="*/ 11466175 w 11958436"/>
              <a:gd name="connsiteY250" fmla="*/ 2490513 h 4014456"/>
              <a:gd name="connsiteX251" fmla="*/ 11469043 w 11958436"/>
              <a:gd name="connsiteY251" fmla="*/ 2390683 h 4014456"/>
              <a:gd name="connsiteX252" fmla="*/ 11492100 w 11958436"/>
              <a:gd name="connsiteY252" fmla="*/ 2382980 h 4014456"/>
              <a:gd name="connsiteX253" fmla="*/ 11495832 w 11958436"/>
              <a:gd name="connsiteY253" fmla="*/ 2346530 h 4014456"/>
              <a:gd name="connsiteX254" fmla="*/ 11642346 w 11958436"/>
              <a:gd name="connsiteY254" fmla="*/ 2341125 h 4014456"/>
              <a:gd name="connsiteX255" fmla="*/ 11644500 w 11958436"/>
              <a:gd name="connsiteY255" fmla="*/ 2354042 h 4014456"/>
              <a:gd name="connsiteX256" fmla="*/ 11676787 w 11958436"/>
              <a:gd name="connsiteY256" fmla="*/ 2351029 h 4014456"/>
              <a:gd name="connsiteX257" fmla="*/ 11679081 w 11958436"/>
              <a:gd name="connsiteY257" fmla="*/ 2308506 h 4014456"/>
              <a:gd name="connsiteX258" fmla="*/ 11801202 w 11958436"/>
              <a:gd name="connsiteY258" fmla="*/ 2304919 h 4014456"/>
              <a:gd name="connsiteX259" fmla="*/ 11808760 w 11958436"/>
              <a:gd name="connsiteY259" fmla="*/ 2244888 h 4014456"/>
              <a:gd name="connsiteX260" fmla="*/ 11828613 w 11958436"/>
              <a:gd name="connsiteY260" fmla="*/ 2237858 h 4014456"/>
              <a:gd name="connsiteX261" fmla="*/ 11867548 w 11958436"/>
              <a:gd name="connsiteY261" fmla="*/ 2242258 h 4014456"/>
              <a:gd name="connsiteX262" fmla="*/ 11904525 w 11958436"/>
              <a:gd name="connsiteY262" fmla="*/ 2247378 h 4014456"/>
              <a:gd name="connsiteX263" fmla="*/ 11907347 w 11958436"/>
              <a:gd name="connsiteY263" fmla="*/ 2230015 h 4014456"/>
              <a:gd name="connsiteX264" fmla="*/ 11936192 w 11958436"/>
              <a:gd name="connsiteY264" fmla="*/ 2229538 h 4014456"/>
              <a:gd name="connsiteX265" fmla="*/ 11941358 w 11958436"/>
              <a:gd name="connsiteY265" fmla="*/ 2249200 h 4014456"/>
              <a:gd name="connsiteX266" fmla="*/ 11958436 w 11958436"/>
              <a:gd name="connsiteY266" fmla="*/ 2251447 h 4014456"/>
              <a:gd name="connsiteX267" fmla="*/ 11958436 w 11958436"/>
              <a:gd name="connsiteY267" fmla="*/ 4014456 h 4014456"/>
              <a:gd name="connsiteX268" fmla="*/ 0 w 11958436"/>
              <a:gd name="connsiteY268" fmla="*/ 4014312 h 4014456"/>
              <a:gd name="connsiteX269" fmla="*/ 0 w 11958436"/>
              <a:gd name="connsiteY269" fmla="*/ 2525669 h 4014456"/>
              <a:gd name="connsiteX270" fmla="*/ 3732 w 11958436"/>
              <a:gd name="connsiteY270" fmla="*/ 2543130 h 4014456"/>
              <a:gd name="connsiteX271" fmla="*/ 57639 w 11958436"/>
              <a:gd name="connsiteY271" fmla="*/ 2543130 h 4014456"/>
              <a:gd name="connsiteX272" fmla="*/ 95140 w 11958436"/>
              <a:gd name="connsiteY272" fmla="*/ 2551930 h 4014456"/>
              <a:gd name="connsiteX273" fmla="*/ 137139 w 11958436"/>
              <a:gd name="connsiteY273" fmla="*/ 2563221 h 4014456"/>
              <a:gd name="connsiteX274" fmla="*/ 143501 w 11958436"/>
              <a:gd name="connsiteY274" fmla="*/ 2593070 h 4014456"/>
              <a:gd name="connsiteX275" fmla="*/ 168184 w 11958436"/>
              <a:gd name="connsiteY275" fmla="*/ 2599432 h 4014456"/>
              <a:gd name="connsiteX276" fmla="*/ 231947 w 11958436"/>
              <a:gd name="connsiteY276" fmla="*/ 2599049 h 4014456"/>
              <a:gd name="connsiteX277" fmla="*/ 272367 w 11958436"/>
              <a:gd name="connsiteY277" fmla="*/ 2592113 h 4014456"/>
              <a:gd name="connsiteX278" fmla="*/ 325461 w 11958436"/>
              <a:gd name="connsiteY278" fmla="*/ 2609667 h 4014456"/>
              <a:gd name="connsiteX279" fmla="*/ 332398 w 11958436"/>
              <a:gd name="connsiteY279" fmla="*/ 2628371 h 4014456"/>
              <a:gd name="connsiteX280" fmla="*/ 365022 w 11958436"/>
              <a:gd name="connsiteY280" fmla="*/ 2615408 h 4014456"/>
              <a:gd name="connsiteX281" fmla="*/ 394918 w 11958436"/>
              <a:gd name="connsiteY281" fmla="*/ 2623205 h 4014456"/>
              <a:gd name="connsiteX282" fmla="*/ 408119 w 11958436"/>
              <a:gd name="connsiteY282" fmla="*/ 2569247 h 4014456"/>
              <a:gd name="connsiteX283" fmla="*/ 419694 w 11958436"/>
              <a:gd name="connsiteY283" fmla="*/ 2241730 h 4014456"/>
              <a:gd name="connsiteX284" fmla="*/ 491015 w 11958436"/>
              <a:gd name="connsiteY284" fmla="*/ 2224461 h 4014456"/>
              <a:gd name="connsiteX285" fmla="*/ 477576 w 11958436"/>
              <a:gd name="connsiteY285" fmla="*/ 2218575 h 4014456"/>
              <a:gd name="connsiteX286" fmla="*/ 499961 w 11958436"/>
              <a:gd name="connsiteY286" fmla="*/ 2225465 h 4014456"/>
              <a:gd name="connsiteX287" fmla="*/ 538947 w 11958436"/>
              <a:gd name="connsiteY287" fmla="*/ 2231061 h 4014456"/>
              <a:gd name="connsiteX288" fmla="*/ 540718 w 11958436"/>
              <a:gd name="connsiteY288" fmla="*/ 2216758 h 4014456"/>
              <a:gd name="connsiteX289" fmla="*/ 611894 w 11958436"/>
              <a:gd name="connsiteY289" fmla="*/ 2220775 h 4014456"/>
              <a:gd name="connsiteX290" fmla="*/ 613519 w 11958436"/>
              <a:gd name="connsiteY290" fmla="*/ 2235032 h 4014456"/>
              <a:gd name="connsiteX291" fmla="*/ 740998 w 11958436"/>
              <a:gd name="connsiteY291" fmla="*/ 2247948 h 4014456"/>
              <a:gd name="connsiteX292" fmla="*/ 751714 w 11958436"/>
              <a:gd name="connsiteY292" fmla="*/ 2563314 h 4014456"/>
              <a:gd name="connsiteX293" fmla="*/ 781848 w 11958436"/>
              <a:gd name="connsiteY293" fmla="*/ 2566042 h 4014456"/>
              <a:gd name="connsiteX294" fmla="*/ 786440 w 11958436"/>
              <a:gd name="connsiteY294" fmla="*/ 2552075 h 4014456"/>
              <a:gd name="connsiteX295" fmla="*/ 799258 w 11958436"/>
              <a:gd name="connsiteY295" fmla="*/ 2543419 h 4014456"/>
              <a:gd name="connsiteX296" fmla="*/ 804378 w 11958436"/>
              <a:gd name="connsiteY296" fmla="*/ 2498216 h 4014456"/>
              <a:gd name="connsiteX297" fmla="*/ 814996 w 11958436"/>
              <a:gd name="connsiteY297" fmla="*/ 2469039 h 4014456"/>
              <a:gd name="connsiteX298" fmla="*/ 959837 w 11958436"/>
              <a:gd name="connsiteY298" fmla="*/ 2476405 h 4014456"/>
              <a:gd name="connsiteX299" fmla="*/ 972132 w 11958436"/>
              <a:gd name="connsiteY299" fmla="*/ 2537440 h 4014456"/>
              <a:gd name="connsiteX300" fmla="*/ 1056561 w 11958436"/>
              <a:gd name="connsiteY300" fmla="*/ 2526678 h 4014456"/>
              <a:gd name="connsiteX301" fmla="*/ 1061919 w 11958436"/>
              <a:gd name="connsiteY301" fmla="*/ 2318839 h 4014456"/>
              <a:gd name="connsiteX302" fmla="*/ 1074596 w 11958436"/>
              <a:gd name="connsiteY302" fmla="*/ 2316209 h 4014456"/>
              <a:gd name="connsiteX303" fmla="*/ 1076797 w 11958436"/>
              <a:gd name="connsiteY303" fmla="*/ 2304204 h 4014456"/>
              <a:gd name="connsiteX304" fmla="*/ 1109659 w 11958436"/>
              <a:gd name="connsiteY304" fmla="*/ 2300425 h 4014456"/>
              <a:gd name="connsiteX305" fmla="*/ 1151896 w 11958436"/>
              <a:gd name="connsiteY305" fmla="*/ 2313005 h 4014456"/>
              <a:gd name="connsiteX306" fmla="*/ 1144292 w 11958436"/>
              <a:gd name="connsiteY306" fmla="*/ 2324870 h 4014456"/>
              <a:gd name="connsiteX307" fmla="*/ 1173230 w 11958436"/>
              <a:gd name="connsiteY307" fmla="*/ 2326542 h 4014456"/>
              <a:gd name="connsiteX308" fmla="*/ 1224268 w 11958436"/>
              <a:gd name="connsiteY308" fmla="*/ 2335632 h 4014456"/>
              <a:gd name="connsiteX309" fmla="*/ 1223932 w 11958436"/>
              <a:gd name="connsiteY309" fmla="*/ 2387866 h 4014456"/>
              <a:gd name="connsiteX310" fmla="*/ 1328638 w 11958436"/>
              <a:gd name="connsiteY310" fmla="*/ 2400254 h 4014456"/>
              <a:gd name="connsiteX311" fmla="*/ 1317782 w 11958436"/>
              <a:gd name="connsiteY311" fmla="*/ 2413600 h 4014456"/>
              <a:gd name="connsiteX312" fmla="*/ 1384605 w 11958436"/>
              <a:gd name="connsiteY312" fmla="*/ 2421205 h 4014456"/>
              <a:gd name="connsiteX313" fmla="*/ 1387571 w 11958436"/>
              <a:gd name="connsiteY313" fmla="*/ 2539640 h 4014456"/>
              <a:gd name="connsiteX314" fmla="*/ 1401108 w 11958436"/>
              <a:gd name="connsiteY314" fmla="*/ 2532750 h 4014456"/>
              <a:gd name="connsiteX315" fmla="*/ 1436171 w 11958436"/>
              <a:gd name="connsiteY315" fmla="*/ 2536483 h 4014456"/>
              <a:gd name="connsiteX316" fmla="*/ 1453581 w 11958436"/>
              <a:gd name="connsiteY316" fmla="*/ 2532993 h 4014456"/>
              <a:gd name="connsiteX317" fmla="*/ 1464250 w 11958436"/>
              <a:gd name="connsiteY317" fmla="*/ 2475686 h 4014456"/>
              <a:gd name="connsiteX318" fmla="*/ 1515816 w 11958436"/>
              <a:gd name="connsiteY318" fmla="*/ 2476116 h 4014456"/>
              <a:gd name="connsiteX319" fmla="*/ 1532221 w 11958436"/>
              <a:gd name="connsiteY319" fmla="*/ 2458370 h 4014456"/>
              <a:gd name="connsiteX320" fmla="*/ 1563650 w 11958436"/>
              <a:gd name="connsiteY320" fmla="*/ 2441913 h 4014456"/>
              <a:gd name="connsiteX321" fmla="*/ 1566471 w 11958436"/>
              <a:gd name="connsiteY321" fmla="*/ 2452914 h 4014456"/>
              <a:gd name="connsiteX322" fmla="*/ 1644776 w 11958436"/>
              <a:gd name="connsiteY322" fmla="*/ 2497543 h 4014456"/>
              <a:gd name="connsiteX323" fmla="*/ 1646499 w 11958436"/>
              <a:gd name="connsiteY323" fmla="*/ 2507969 h 4014456"/>
              <a:gd name="connsiteX324" fmla="*/ 1654777 w 11958436"/>
              <a:gd name="connsiteY324" fmla="*/ 2513663 h 4014456"/>
              <a:gd name="connsiteX325" fmla="*/ 1656449 w 11958436"/>
              <a:gd name="connsiteY325" fmla="*/ 2549109 h 4014456"/>
              <a:gd name="connsiteX326" fmla="*/ 1675106 w 11958436"/>
              <a:gd name="connsiteY326" fmla="*/ 2536385 h 4014456"/>
              <a:gd name="connsiteX327" fmla="*/ 1702611 w 11958436"/>
              <a:gd name="connsiteY327" fmla="*/ 2554369 h 4014456"/>
              <a:gd name="connsiteX328" fmla="*/ 1783209 w 11958436"/>
              <a:gd name="connsiteY328" fmla="*/ 2554943 h 4014456"/>
              <a:gd name="connsiteX329" fmla="*/ 1793588 w 11958436"/>
              <a:gd name="connsiteY329" fmla="*/ 2562072 h 4014456"/>
              <a:gd name="connsiteX330" fmla="*/ 1806649 w 11958436"/>
              <a:gd name="connsiteY330" fmla="*/ 2550160 h 4014456"/>
              <a:gd name="connsiteX331" fmla="*/ 1812628 w 11958436"/>
              <a:gd name="connsiteY331" fmla="*/ 2405416 h 4014456"/>
              <a:gd name="connsiteX332" fmla="*/ 1835587 w 11958436"/>
              <a:gd name="connsiteY332" fmla="*/ 2404888 h 4014456"/>
              <a:gd name="connsiteX333" fmla="*/ 1840899 w 11958436"/>
              <a:gd name="connsiteY333" fmla="*/ 2383699 h 4014456"/>
              <a:gd name="connsiteX334" fmla="*/ 1886341 w 11958436"/>
              <a:gd name="connsiteY334" fmla="*/ 2385755 h 4014456"/>
              <a:gd name="connsiteX335" fmla="*/ 1886149 w 11958436"/>
              <a:gd name="connsiteY335" fmla="*/ 2396709 h 4014456"/>
              <a:gd name="connsiteX336" fmla="*/ 1942400 w 11958436"/>
              <a:gd name="connsiteY336" fmla="*/ 2416319 h 4014456"/>
              <a:gd name="connsiteX337" fmla="*/ 1969284 w 11958436"/>
              <a:gd name="connsiteY337" fmla="*/ 2394794 h 4014456"/>
              <a:gd name="connsiteX338" fmla="*/ 2051176 w 11958436"/>
              <a:gd name="connsiteY338" fmla="*/ 2404982 h 4014456"/>
              <a:gd name="connsiteX339" fmla="*/ 2053712 w 11958436"/>
              <a:gd name="connsiteY339" fmla="*/ 2417608 h 4014456"/>
              <a:gd name="connsiteX340" fmla="*/ 2071603 w 11958436"/>
              <a:gd name="connsiteY340" fmla="*/ 2427796 h 4014456"/>
              <a:gd name="connsiteX341" fmla="*/ 2113934 w 11958436"/>
              <a:gd name="connsiteY341" fmla="*/ 2427460 h 4014456"/>
              <a:gd name="connsiteX342" fmla="*/ 2117092 w 11958436"/>
              <a:gd name="connsiteY342" fmla="*/ 2405458 h 4014456"/>
              <a:gd name="connsiteX343" fmla="*/ 2234859 w 11958436"/>
              <a:gd name="connsiteY343" fmla="*/ 2409905 h 4014456"/>
              <a:gd name="connsiteX344" fmla="*/ 2238162 w 11958436"/>
              <a:gd name="connsiteY344" fmla="*/ 2465442 h 4014456"/>
              <a:gd name="connsiteX345" fmla="*/ 2261551 w 11958436"/>
              <a:gd name="connsiteY345" fmla="*/ 2472855 h 4014456"/>
              <a:gd name="connsiteX346" fmla="*/ 2264662 w 11958436"/>
              <a:gd name="connsiteY346" fmla="*/ 2498253 h 4014456"/>
              <a:gd name="connsiteX347" fmla="*/ 2334306 w 11958436"/>
              <a:gd name="connsiteY347" fmla="*/ 2504952 h 4014456"/>
              <a:gd name="connsiteX348" fmla="*/ 2334880 w 11958436"/>
              <a:gd name="connsiteY348" fmla="*/ 2605496 h 4014456"/>
              <a:gd name="connsiteX349" fmla="*/ 2349567 w 11958436"/>
              <a:gd name="connsiteY349" fmla="*/ 2652232 h 4014456"/>
              <a:gd name="connsiteX350" fmla="*/ 2370755 w 11958436"/>
              <a:gd name="connsiteY350" fmla="*/ 2651129 h 4014456"/>
              <a:gd name="connsiteX351" fmla="*/ 2378407 w 11958436"/>
              <a:gd name="connsiteY351" fmla="*/ 2633383 h 4014456"/>
              <a:gd name="connsiteX352" fmla="*/ 2414567 w 11958436"/>
              <a:gd name="connsiteY352" fmla="*/ 2641324 h 4014456"/>
              <a:gd name="connsiteX353" fmla="*/ 2446187 w 11958436"/>
              <a:gd name="connsiteY353" fmla="*/ 2643763 h 4014456"/>
              <a:gd name="connsiteX354" fmla="*/ 2460729 w 11958436"/>
              <a:gd name="connsiteY354" fmla="*/ 2434299 h 4014456"/>
              <a:gd name="connsiteX355" fmla="*/ 2505933 w 11958436"/>
              <a:gd name="connsiteY355" fmla="*/ 2427026 h 4014456"/>
              <a:gd name="connsiteX356" fmla="*/ 2511674 w 11958436"/>
              <a:gd name="connsiteY356" fmla="*/ 2407700 h 4014456"/>
              <a:gd name="connsiteX357" fmla="*/ 2540850 w 11958436"/>
              <a:gd name="connsiteY357" fmla="*/ 2417221 h 4014456"/>
              <a:gd name="connsiteX358" fmla="*/ 2550081 w 11958436"/>
              <a:gd name="connsiteY358" fmla="*/ 2440226 h 4014456"/>
              <a:gd name="connsiteX359" fmla="*/ 2559601 w 11958436"/>
              <a:gd name="connsiteY359" fmla="*/ 2418318 h 4014456"/>
              <a:gd name="connsiteX360" fmla="*/ 2585190 w 11958436"/>
              <a:gd name="connsiteY360" fmla="*/ 2420135 h 4014456"/>
              <a:gd name="connsiteX361" fmla="*/ 2594757 w 11958436"/>
              <a:gd name="connsiteY361" fmla="*/ 2449555 h 4014456"/>
              <a:gd name="connsiteX362" fmla="*/ 2614035 w 11958436"/>
              <a:gd name="connsiteY362" fmla="*/ 2471893 h 4014456"/>
              <a:gd name="connsiteX363" fmla="*/ 2614082 w 11958436"/>
              <a:gd name="connsiteY363" fmla="*/ 2532643 h 4014456"/>
              <a:gd name="connsiteX364" fmla="*/ 2637569 w 11958436"/>
              <a:gd name="connsiteY364" fmla="*/ 2540486 h 4014456"/>
              <a:gd name="connsiteX365" fmla="*/ 2642880 w 11958436"/>
              <a:gd name="connsiteY365" fmla="*/ 2558568 h 4014456"/>
              <a:gd name="connsiteX366" fmla="*/ 2656801 w 11958436"/>
              <a:gd name="connsiteY366" fmla="*/ 2533740 h 4014456"/>
              <a:gd name="connsiteX367" fmla="*/ 2696408 w 11958436"/>
              <a:gd name="connsiteY367" fmla="*/ 2532736 h 4014456"/>
              <a:gd name="connsiteX368" fmla="*/ 2696646 w 11958436"/>
              <a:gd name="connsiteY368" fmla="*/ 2512935 h 4014456"/>
              <a:gd name="connsiteX369" fmla="*/ 2702719 w 11958436"/>
              <a:gd name="connsiteY369" fmla="*/ 2433673 h 4014456"/>
              <a:gd name="connsiteX370" fmla="*/ 2716784 w 11958436"/>
              <a:gd name="connsiteY370" fmla="*/ 2432668 h 4014456"/>
              <a:gd name="connsiteX371" fmla="*/ 2719512 w 11958436"/>
              <a:gd name="connsiteY371" fmla="*/ 2418846 h 4014456"/>
              <a:gd name="connsiteX372" fmla="*/ 2824938 w 11958436"/>
              <a:gd name="connsiteY372" fmla="*/ 2423821 h 4014456"/>
              <a:gd name="connsiteX373" fmla="*/ 2826662 w 11958436"/>
              <a:gd name="connsiteY373" fmla="*/ 2436830 h 4014456"/>
              <a:gd name="connsiteX374" fmla="*/ 2868946 w 11958436"/>
              <a:gd name="connsiteY374" fmla="*/ 2448168 h 4014456"/>
              <a:gd name="connsiteX375" fmla="*/ 2869904 w 11958436"/>
              <a:gd name="connsiteY375" fmla="*/ 2596550 h 4014456"/>
              <a:gd name="connsiteX376" fmla="*/ 2888224 w 11958436"/>
              <a:gd name="connsiteY376" fmla="*/ 2589184 h 4014456"/>
              <a:gd name="connsiteX377" fmla="*/ 2917784 w 11958436"/>
              <a:gd name="connsiteY377" fmla="*/ 2573923 h 4014456"/>
              <a:gd name="connsiteX378" fmla="*/ 2929406 w 11958436"/>
              <a:gd name="connsiteY378" fmla="*/ 2589660 h 4014456"/>
              <a:gd name="connsiteX379" fmla="*/ 2976712 w 11958436"/>
              <a:gd name="connsiteY379" fmla="*/ 2600951 h 4014456"/>
              <a:gd name="connsiteX380" fmla="*/ 2980398 w 11958436"/>
              <a:gd name="connsiteY380" fmla="*/ 2497248 h 4014456"/>
              <a:gd name="connsiteX381" fmla="*/ 2991735 w 11958436"/>
              <a:gd name="connsiteY381" fmla="*/ 2483711 h 4014456"/>
              <a:gd name="connsiteX382" fmla="*/ 2994318 w 11958436"/>
              <a:gd name="connsiteY382" fmla="*/ 2303377 h 4014456"/>
              <a:gd name="connsiteX383" fmla="*/ 3142841 w 11958436"/>
              <a:gd name="connsiteY383" fmla="*/ 2315051 h 4014456"/>
              <a:gd name="connsiteX384" fmla="*/ 3147862 w 11958436"/>
              <a:gd name="connsiteY384" fmla="*/ 2474766 h 4014456"/>
              <a:gd name="connsiteX385" fmla="*/ 3161829 w 11958436"/>
              <a:gd name="connsiteY385" fmla="*/ 2476629 h 4014456"/>
              <a:gd name="connsiteX386" fmla="*/ 3162259 w 11958436"/>
              <a:gd name="connsiteY386" fmla="*/ 2657730 h 4014456"/>
              <a:gd name="connsiteX387" fmla="*/ 3194355 w 11958436"/>
              <a:gd name="connsiteY387" fmla="*/ 2658066 h 4014456"/>
              <a:gd name="connsiteX388" fmla="*/ 3195360 w 11958436"/>
              <a:gd name="connsiteY388" fmla="*/ 2595836 h 4014456"/>
              <a:gd name="connsiteX389" fmla="*/ 3245109 w 11958436"/>
              <a:gd name="connsiteY389" fmla="*/ 2575123 h 4014456"/>
              <a:gd name="connsiteX390" fmla="*/ 3233627 w 11958436"/>
              <a:gd name="connsiteY390" fmla="*/ 2561875 h 4014456"/>
              <a:gd name="connsiteX391" fmla="*/ 3234678 w 11958436"/>
              <a:gd name="connsiteY391" fmla="*/ 2514518 h 4014456"/>
              <a:gd name="connsiteX392" fmla="*/ 3288253 w 11958436"/>
              <a:gd name="connsiteY392" fmla="*/ 2506960 h 4014456"/>
              <a:gd name="connsiteX393" fmla="*/ 3313748 w 11958436"/>
              <a:gd name="connsiteY393" fmla="*/ 2498827 h 4014456"/>
              <a:gd name="connsiteX394" fmla="*/ 3320638 w 11958436"/>
              <a:gd name="connsiteY394" fmla="*/ 2508539 h 4014456"/>
              <a:gd name="connsiteX395" fmla="*/ 3348718 w 11958436"/>
              <a:gd name="connsiteY395" fmla="*/ 2513705 h 4014456"/>
              <a:gd name="connsiteX396" fmla="*/ 3355416 w 11958436"/>
              <a:gd name="connsiteY396" fmla="*/ 2512892 h 4014456"/>
              <a:gd name="connsiteX397" fmla="*/ 3391628 w 11958436"/>
              <a:gd name="connsiteY397" fmla="*/ 2523749 h 4014456"/>
              <a:gd name="connsiteX398" fmla="*/ 3391534 w 11958436"/>
              <a:gd name="connsiteY398" fmla="*/ 2567518 h 4014456"/>
              <a:gd name="connsiteX399" fmla="*/ 3383883 w 11958436"/>
              <a:gd name="connsiteY399" fmla="*/ 2576174 h 4014456"/>
              <a:gd name="connsiteX400" fmla="*/ 3387185 w 11958436"/>
              <a:gd name="connsiteY400" fmla="*/ 2661607 h 4014456"/>
              <a:gd name="connsiteX401" fmla="*/ 3407515 w 11958436"/>
              <a:gd name="connsiteY401" fmla="*/ 2660364 h 4014456"/>
              <a:gd name="connsiteX402" fmla="*/ 3413494 w 11958436"/>
              <a:gd name="connsiteY402" fmla="*/ 2629557 h 4014456"/>
              <a:gd name="connsiteX403" fmla="*/ 3457502 w 11958436"/>
              <a:gd name="connsiteY403" fmla="*/ 2631664 h 4014456"/>
              <a:gd name="connsiteX404" fmla="*/ 3469507 w 11958436"/>
              <a:gd name="connsiteY404" fmla="*/ 2652087 h 4014456"/>
              <a:gd name="connsiteX405" fmla="*/ 3477686 w 11958436"/>
              <a:gd name="connsiteY405" fmla="*/ 2680694 h 4014456"/>
              <a:gd name="connsiteX406" fmla="*/ 3491943 w 11958436"/>
              <a:gd name="connsiteY406" fmla="*/ 2460705 h 4014456"/>
              <a:gd name="connsiteX407" fmla="*/ 3518588 w 11958436"/>
              <a:gd name="connsiteY407" fmla="*/ 2447644 h 4014456"/>
              <a:gd name="connsiteX408" fmla="*/ 3596603 w 11958436"/>
              <a:gd name="connsiteY408" fmla="*/ 2447743 h 4014456"/>
              <a:gd name="connsiteX409" fmla="*/ 3599279 w 11958436"/>
              <a:gd name="connsiteY409" fmla="*/ 2516382 h 4014456"/>
              <a:gd name="connsiteX410" fmla="*/ 3606739 w 11958436"/>
              <a:gd name="connsiteY410" fmla="*/ 2523272 h 4014456"/>
              <a:gd name="connsiteX411" fmla="*/ 3605305 w 11958436"/>
              <a:gd name="connsiteY411" fmla="*/ 2599330 h 4014456"/>
              <a:gd name="connsiteX412" fmla="*/ 3659786 w 11958436"/>
              <a:gd name="connsiteY412" fmla="*/ 2609854 h 4014456"/>
              <a:gd name="connsiteX413" fmla="*/ 3708050 w 11958436"/>
              <a:gd name="connsiteY413" fmla="*/ 2620523 h 4014456"/>
              <a:gd name="connsiteX414" fmla="*/ 3713553 w 11958436"/>
              <a:gd name="connsiteY414" fmla="*/ 2628081 h 4014456"/>
              <a:gd name="connsiteX415" fmla="*/ 3761293 w 11958436"/>
              <a:gd name="connsiteY415" fmla="*/ 2634537 h 4014456"/>
              <a:gd name="connsiteX416" fmla="*/ 3766413 w 11958436"/>
              <a:gd name="connsiteY416" fmla="*/ 2373890 h 4014456"/>
              <a:gd name="connsiteX417" fmla="*/ 3797934 w 11958436"/>
              <a:gd name="connsiteY417" fmla="*/ 2361165 h 4014456"/>
              <a:gd name="connsiteX418" fmla="*/ 3840985 w 11958436"/>
              <a:gd name="connsiteY418" fmla="*/ 2370825 h 4014456"/>
              <a:gd name="connsiteX419" fmla="*/ 3901253 w 11958436"/>
              <a:gd name="connsiteY419" fmla="*/ 2379196 h 4014456"/>
              <a:gd name="connsiteX420" fmla="*/ 3899721 w 11958436"/>
              <a:gd name="connsiteY420" fmla="*/ 2532549 h 4014456"/>
              <a:gd name="connsiteX421" fmla="*/ 3928468 w 11958436"/>
              <a:gd name="connsiteY421" fmla="*/ 2534988 h 4014456"/>
              <a:gd name="connsiteX422" fmla="*/ 3934256 w 11958436"/>
              <a:gd name="connsiteY422" fmla="*/ 2525230 h 4014456"/>
              <a:gd name="connsiteX423" fmla="*/ 3988452 w 11958436"/>
              <a:gd name="connsiteY423" fmla="*/ 2524991 h 4014456"/>
              <a:gd name="connsiteX424" fmla="*/ 3989218 w 11958436"/>
              <a:gd name="connsiteY424" fmla="*/ 2276303 h 4014456"/>
              <a:gd name="connsiteX425" fmla="*/ 4008496 w 11958436"/>
              <a:gd name="connsiteY425" fmla="*/ 2264774 h 4014456"/>
              <a:gd name="connsiteX426" fmla="*/ 4009071 w 11958436"/>
              <a:gd name="connsiteY426" fmla="*/ 2230286 h 4014456"/>
              <a:gd name="connsiteX427" fmla="*/ 4023421 w 11958436"/>
              <a:gd name="connsiteY427" fmla="*/ 2120030 h 4014456"/>
              <a:gd name="connsiteX428" fmla="*/ 4035281 w 11958436"/>
              <a:gd name="connsiteY428" fmla="*/ 2063204 h 4014456"/>
              <a:gd name="connsiteX429" fmla="*/ 4058385 w 11958436"/>
              <a:gd name="connsiteY429" fmla="*/ 2043258 h 4014456"/>
              <a:gd name="connsiteX430" fmla="*/ 4064794 w 11958436"/>
              <a:gd name="connsiteY430" fmla="*/ 2043926 h 4014456"/>
              <a:gd name="connsiteX431" fmla="*/ 4103253 w 11958436"/>
              <a:gd name="connsiteY431" fmla="*/ 2014796 h 4014456"/>
              <a:gd name="connsiteX432" fmla="*/ 4122671 w 11958436"/>
              <a:gd name="connsiteY432" fmla="*/ 1909132 h 4014456"/>
              <a:gd name="connsiteX433" fmla="*/ 4125301 w 11958436"/>
              <a:gd name="connsiteY433" fmla="*/ 1947543 h 4014456"/>
              <a:gd name="connsiteX434" fmla="*/ 4128459 w 11958436"/>
              <a:gd name="connsiteY434" fmla="*/ 2024316 h 4014456"/>
              <a:gd name="connsiteX435" fmla="*/ 4134583 w 11958436"/>
              <a:gd name="connsiteY435" fmla="*/ 2013268 h 4014456"/>
              <a:gd name="connsiteX436" fmla="*/ 4146826 w 11958436"/>
              <a:gd name="connsiteY436" fmla="*/ 2019439 h 4014456"/>
              <a:gd name="connsiteX437" fmla="*/ 4135536 w 11958436"/>
              <a:gd name="connsiteY437" fmla="*/ 2018626 h 4014456"/>
              <a:gd name="connsiteX438" fmla="*/ 4193366 w 11958436"/>
              <a:gd name="connsiteY438" fmla="*/ 2072775 h 4014456"/>
              <a:gd name="connsiteX439" fmla="*/ 4196141 w 11958436"/>
              <a:gd name="connsiteY439" fmla="*/ 2122856 h 4014456"/>
              <a:gd name="connsiteX440" fmla="*/ 4203652 w 11958436"/>
              <a:gd name="connsiteY440" fmla="*/ 2129601 h 4014456"/>
              <a:gd name="connsiteX441" fmla="*/ 4208772 w 11958436"/>
              <a:gd name="connsiteY441" fmla="*/ 2226082 h 4014456"/>
              <a:gd name="connsiteX442" fmla="*/ 4236468 w 11958436"/>
              <a:gd name="connsiteY442" fmla="*/ 2233976 h 4014456"/>
              <a:gd name="connsiteX443" fmla="*/ 4237617 w 11958436"/>
              <a:gd name="connsiteY443" fmla="*/ 2372409 h 4014456"/>
              <a:gd name="connsiteX444" fmla="*/ 4342468 w 11958436"/>
              <a:gd name="connsiteY444" fmla="*/ 2361548 h 4014456"/>
              <a:gd name="connsiteX445" fmla="*/ 4353661 w 11958436"/>
              <a:gd name="connsiteY445" fmla="*/ 2285636 h 4014456"/>
              <a:gd name="connsiteX446" fmla="*/ 4424552 w 11958436"/>
              <a:gd name="connsiteY446" fmla="*/ 2274537 h 4014456"/>
              <a:gd name="connsiteX447" fmla="*/ 4424360 w 11958436"/>
              <a:gd name="connsiteY447" fmla="*/ 2253012 h 4014456"/>
              <a:gd name="connsiteX448" fmla="*/ 4516823 w 11958436"/>
              <a:gd name="connsiteY448" fmla="*/ 2257650 h 4014456"/>
              <a:gd name="connsiteX449" fmla="*/ 4515245 w 11958436"/>
              <a:gd name="connsiteY449" fmla="*/ 2236555 h 4014456"/>
              <a:gd name="connsiteX450" fmla="*/ 4532514 w 11958436"/>
              <a:gd name="connsiteY450" fmla="*/ 2237942 h 4014456"/>
              <a:gd name="connsiteX451" fmla="*/ 4538587 w 11958436"/>
              <a:gd name="connsiteY451" fmla="*/ 2252960 h 4014456"/>
              <a:gd name="connsiteX452" fmla="*/ 4548252 w 11958436"/>
              <a:gd name="connsiteY452" fmla="*/ 2237559 h 4014456"/>
              <a:gd name="connsiteX453" fmla="*/ 4562985 w 11958436"/>
              <a:gd name="connsiteY453" fmla="*/ 2241338 h 4014456"/>
              <a:gd name="connsiteX454" fmla="*/ 4564087 w 11958436"/>
              <a:gd name="connsiteY454" fmla="*/ 2255450 h 4014456"/>
              <a:gd name="connsiteX455" fmla="*/ 4687736 w 11958436"/>
              <a:gd name="connsiteY455" fmla="*/ 2255735 h 4014456"/>
              <a:gd name="connsiteX456" fmla="*/ 4694910 w 11958436"/>
              <a:gd name="connsiteY456" fmla="*/ 2229141 h 4014456"/>
              <a:gd name="connsiteX457" fmla="*/ 4701656 w 11958436"/>
              <a:gd name="connsiteY457" fmla="*/ 2303382 h 4014456"/>
              <a:gd name="connsiteX458" fmla="*/ 4770249 w 11958436"/>
              <a:gd name="connsiteY458" fmla="*/ 2309454 h 4014456"/>
              <a:gd name="connsiteX459" fmla="*/ 4771206 w 11958436"/>
              <a:gd name="connsiteY459" fmla="*/ 2332414 h 4014456"/>
              <a:gd name="connsiteX460" fmla="*/ 4941684 w 11958436"/>
              <a:gd name="connsiteY460" fmla="*/ 2408948 h 4014456"/>
              <a:gd name="connsiteX461" fmla="*/ 4960149 w 11958436"/>
              <a:gd name="connsiteY461" fmla="*/ 2409093 h 4014456"/>
              <a:gd name="connsiteX462" fmla="*/ 4964648 w 11958436"/>
              <a:gd name="connsiteY462" fmla="*/ 2069328 h 4014456"/>
              <a:gd name="connsiteX463" fmla="*/ 4984211 w 11958436"/>
              <a:gd name="connsiteY463" fmla="*/ 2055552 h 4014456"/>
              <a:gd name="connsiteX464" fmla="*/ 5056153 w 11958436"/>
              <a:gd name="connsiteY464" fmla="*/ 2093819 h 4014456"/>
              <a:gd name="connsiteX465" fmla="*/ 5060890 w 11958436"/>
              <a:gd name="connsiteY465" fmla="*/ 1252712 h 4014456"/>
              <a:gd name="connsiteX466" fmla="*/ 5033815 w 11958436"/>
              <a:gd name="connsiteY466" fmla="*/ 1235442 h 4014456"/>
              <a:gd name="connsiteX467" fmla="*/ 5022959 w 11958436"/>
              <a:gd name="connsiteY467" fmla="*/ 1226067 h 4014456"/>
              <a:gd name="connsiteX468" fmla="*/ 5013776 w 11958436"/>
              <a:gd name="connsiteY468" fmla="*/ 1095865 h 4014456"/>
              <a:gd name="connsiteX469" fmla="*/ 5112694 w 11958436"/>
              <a:gd name="connsiteY469" fmla="*/ 1006321 h 4014456"/>
              <a:gd name="connsiteX470" fmla="*/ 5117908 w 11958436"/>
              <a:gd name="connsiteY470" fmla="*/ 937200 h 4014456"/>
              <a:gd name="connsiteX471" fmla="*/ 5109584 w 11958436"/>
              <a:gd name="connsiteY471" fmla="*/ 930791 h 4014456"/>
              <a:gd name="connsiteX472" fmla="*/ 5121448 w 11958436"/>
              <a:gd name="connsiteY472" fmla="*/ 774281 h 4014456"/>
              <a:gd name="connsiteX473" fmla="*/ 5115469 w 11958436"/>
              <a:gd name="connsiteY473" fmla="*/ 690525 h 4014456"/>
              <a:gd name="connsiteX474" fmla="*/ 5112788 w 11958436"/>
              <a:gd name="connsiteY474" fmla="*/ 668332 h 4014456"/>
              <a:gd name="connsiteX475" fmla="*/ 5133309 w 11958436"/>
              <a:gd name="connsiteY475" fmla="*/ 664076 h 4014456"/>
              <a:gd name="connsiteX476" fmla="*/ 5130057 w 11958436"/>
              <a:gd name="connsiteY476" fmla="*/ 651497 h 4014456"/>
              <a:gd name="connsiteX477" fmla="*/ 5128908 w 11958436"/>
              <a:gd name="connsiteY477" fmla="*/ 504123 h 4014456"/>
              <a:gd name="connsiteX478" fmla="*/ 5141871 w 11958436"/>
              <a:gd name="connsiteY478" fmla="*/ 483126 h 4014456"/>
              <a:gd name="connsiteX479" fmla="*/ 5131062 w 11958436"/>
              <a:gd name="connsiteY479" fmla="*/ 308771 h 4014456"/>
              <a:gd name="connsiteX480" fmla="*/ 5143114 w 11958436"/>
              <a:gd name="connsiteY480" fmla="*/ 301259 h 4014456"/>
              <a:gd name="connsiteX481" fmla="*/ 5146748 w 11958436"/>
              <a:gd name="connsiteY481" fmla="*/ 74768 h 4014456"/>
              <a:gd name="connsiteX482" fmla="*/ 5153451 w 11958436"/>
              <a:gd name="connsiteY482" fmla="*/ 0 h 4014456"/>
              <a:gd name="connsiteX483" fmla="*/ 8017590 w 11958436"/>
              <a:gd name="connsiteY483" fmla="*/ 1126102 h 4014456"/>
              <a:gd name="connsiteX484" fmla="*/ 8041984 w 11958436"/>
              <a:gd name="connsiteY484" fmla="*/ 1223778 h 4014456"/>
              <a:gd name="connsiteX485" fmla="*/ 8157887 w 11958436"/>
              <a:gd name="connsiteY485" fmla="*/ 1196227 h 4014456"/>
              <a:gd name="connsiteX486" fmla="*/ 8183958 w 11958436"/>
              <a:gd name="connsiteY486" fmla="*/ 1085635 h 4014456"/>
              <a:gd name="connsiteX487" fmla="*/ 8017590 w 11958436"/>
              <a:gd name="connsiteY487" fmla="*/ 1126102 h 4014456"/>
              <a:gd name="connsiteX488" fmla="*/ 5115614 w 11958436"/>
              <a:gd name="connsiteY488" fmla="*/ 1281753 h 4014456"/>
              <a:gd name="connsiteX489" fmla="*/ 5118197 w 11958436"/>
              <a:gd name="connsiteY489" fmla="*/ 1357474 h 4014456"/>
              <a:gd name="connsiteX490" fmla="*/ 5134556 w 11958436"/>
              <a:gd name="connsiteY490" fmla="*/ 1353648 h 4014456"/>
              <a:gd name="connsiteX491" fmla="*/ 5115614 w 11958436"/>
              <a:gd name="connsiteY491" fmla="*/ 1281753 h 4014456"/>
              <a:gd name="connsiteX492" fmla="*/ 5115231 w 11958436"/>
              <a:gd name="connsiteY492" fmla="*/ 1427118 h 4014456"/>
              <a:gd name="connsiteX493" fmla="*/ 5114563 w 11958436"/>
              <a:gd name="connsiteY493" fmla="*/ 1492604 h 4014456"/>
              <a:gd name="connsiteX494" fmla="*/ 5131879 w 11958436"/>
              <a:gd name="connsiteY494" fmla="*/ 1486242 h 4014456"/>
              <a:gd name="connsiteX495" fmla="*/ 5132598 w 11958436"/>
              <a:gd name="connsiteY495" fmla="*/ 1436974 h 4014456"/>
              <a:gd name="connsiteX496" fmla="*/ 5115231 w 11958436"/>
              <a:gd name="connsiteY496" fmla="*/ 1427118 h 4014456"/>
              <a:gd name="connsiteX497" fmla="*/ 5114656 w 11958436"/>
              <a:gd name="connsiteY497" fmla="*/ 1560861 h 4014456"/>
              <a:gd name="connsiteX498" fmla="*/ 5114895 w 11958436"/>
              <a:gd name="connsiteY498" fmla="*/ 1629645 h 4014456"/>
              <a:gd name="connsiteX499" fmla="*/ 5130586 w 11958436"/>
              <a:gd name="connsiteY499" fmla="*/ 1574062 h 4014456"/>
              <a:gd name="connsiteX500" fmla="*/ 5114656 w 11958436"/>
              <a:gd name="connsiteY500" fmla="*/ 1560861 h 4014456"/>
              <a:gd name="connsiteX501" fmla="*/ 5113989 w 11958436"/>
              <a:gd name="connsiteY501" fmla="*/ 1695660 h 4014456"/>
              <a:gd name="connsiteX502" fmla="*/ 5113605 w 11958436"/>
              <a:gd name="connsiteY502" fmla="*/ 1764014 h 4014456"/>
              <a:gd name="connsiteX503" fmla="*/ 5130109 w 11958436"/>
              <a:gd name="connsiteY503" fmla="*/ 1705465 h 4014456"/>
              <a:gd name="connsiteX504" fmla="*/ 5113989 w 11958436"/>
              <a:gd name="connsiteY504" fmla="*/ 1695660 h 4014456"/>
              <a:gd name="connsiteX505" fmla="*/ 5111788 w 11958436"/>
              <a:gd name="connsiteY505" fmla="*/ 1829547 h 4014456"/>
              <a:gd name="connsiteX506" fmla="*/ 5111643 w 11958436"/>
              <a:gd name="connsiteY506" fmla="*/ 1897664 h 4014456"/>
              <a:gd name="connsiteX507" fmla="*/ 5130441 w 11958436"/>
              <a:gd name="connsiteY507" fmla="*/ 1894506 h 4014456"/>
              <a:gd name="connsiteX508" fmla="*/ 5130441 w 11958436"/>
              <a:gd name="connsiteY508" fmla="*/ 1837105 h 4014456"/>
              <a:gd name="connsiteX509" fmla="*/ 5111788 w 11958436"/>
              <a:gd name="connsiteY509" fmla="*/ 1829547 h 4014456"/>
              <a:gd name="connsiteX510" fmla="*/ 5111214 w 11958436"/>
              <a:gd name="connsiteY510" fmla="*/ 1964150 h 4014456"/>
              <a:gd name="connsiteX511" fmla="*/ 5110733 w 11958436"/>
              <a:gd name="connsiteY511" fmla="*/ 2038437 h 4014456"/>
              <a:gd name="connsiteX512" fmla="*/ 5130202 w 11958436"/>
              <a:gd name="connsiteY512" fmla="*/ 2037624 h 4014456"/>
              <a:gd name="connsiteX513" fmla="*/ 5130347 w 11958436"/>
              <a:gd name="connsiteY513" fmla="*/ 1972236 h 4014456"/>
              <a:gd name="connsiteX514" fmla="*/ 5111214 w 11958436"/>
              <a:gd name="connsiteY514" fmla="*/ 1964150 h 4014456"/>
              <a:gd name="connsiteX515" fmla="*/ 5204442 w 11958436"/>
              <a:gd name="connsiteY515" fmla="*/ 2392930 h 4014456"/>
              <a:gd name="connsiteX516" fmla="*/ 5203677 w 11958436"/>
              <a:gd name="connsiteY516" fmla="*/ 2597274 h 4014456"/>
              <a:gd name="connsiteX517" fmla="*/ 5221087 w 11958436"/>
              <a:gd name="connsiteY517" fmla="*/ 2588712 h 4014456"/>
              <a:gd name="connsiteX518" fmla="*/ 5204442 w 11958436"/>
              <a:gd name="connsiteY518" fmla="*/ 2392930 h 4014456"/>
              <a:gd name="connsiteX519" fmla="*/ 5203532 w 11958436"/>
              <a:gd name="connsiteY519" fmla="*/ 2642768 h 4014456"/>
              <a:gd name="connsiteX520" fmla="*/ 5219223 w 11958436"/>
              <a:gd name="connsiteY520" fmla="*/ 2642240 h 4014456"/>
              <a:gd name="connsiteX521" fmla="*/ 5219461 w 11958436"/>
              <a:gd name="connsiteY521" fmla="*/ 2623345 h 4014456"/>
              <a:gd name="connsiteX522" fmla="*/ 5203532 w 11958436"/>
              <a:gd name="connsiteY522" fmla="*/ 2642768 h 4014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</a:cxnLst>
            <a:rect l="l" t="t" r="r" b="b"/>
            <a:pathLst>
              <a:path w="11958436" h="4014456">
                <a:moveTo>
                  <a:pt x="5153451" y="0"/>
                </a:moveTo>
                <a:cubicBezTo>
                  <a:pt x="5160406" y="17812"/>
                  <a:pt x="5156492" y="275422"/>
                  <a:pt x="5156418" y="304510"/>
                </a:cubicBezTo>
                <a:cubicBezTo>
                  <a:pt x="5161056" y="307906"/>
                  <a:pt x="5165746" y="311349"/>
                  <a:pt x="5170530" y="314796"/>
                </a:cubicBezTo>
                <a:cubicBezTo>
                  <a:pt x="5153535" y="345305"/>
                  <a:pt x="5165751" y="315782"/>
                  <a:pt x="5160771" y="448348"/>
                </a:cubicBezTo>
                <a:cubicBezTo>
                  <a:pt x="5160626" y="464613"/>
                  <a:pt x="5154456" y="481304"/>
                  <a:pt x="5160818" y="497139"/>
                </a:cubicBezTo>
                <a:cubicBezTo>
                  <a:pt x="5163546" y="495224"/>
                  <a:pt x="5168997" y="491398"/>
                  <a:pt x="5171772" y="489488"/>
                </a:cubicBezTo>
                <a:cubicBezTo>
                  <a:pt x="5163849" y="516380"/>
                  <a:pt x="5165540" y="665992"/>
                  <a:pt x="5165699" y="670780"/>
                </a:cubicBezTo>
                <a:cubicBezTo>
                  <a:pt x="5169380" y="671209"/>
                  <a:pt x="5176700" y="672167"/>
                  <a:pt x="5180386" y="672597"/>
                </a:cubicBezTo>
                <a:cubicBezTo>
                  <a:pt x="5180578" y="679627"/>
                  <a:pt x="5180862" y="686662"/>
                  <a:pt x="5181198" y="693692"/>
                </a:cubicBezTo>
                <a:cubicBezTo>
                  <a:pt x="5200332" y="717562"/>
                  <a:pt x="5202196" y="756161"/>
                  <a:pt x="5175887" y="775631"/>
                </a:cubicBezTo>
                <a:cubicBezTo>
                  <a:pt x="5171875" y="965658"/>
                  <a:pt x="5185543" y="920664"/>
                  <a:pt x="5175219" y="946683"/>
                </a:cubicBezTo>
                <a:cubicBezTo>
                  <a:pt x="5175457" y="969357"/>
                  <a:pt x="5173542" y="992844"/>
                  <a:pt x="5181965" y="1014463"/>
                </a:cubicBezTo>
                <a:cubicBezTo>
                  <a:pt x="5236123" y="1035035"/>
                  <a:pt x="5248217" y="1058663"/>
                  <a:pt x="5270266" y="1095687"/>
                </a:cubicBezTo>
                <a:cubicBezTo>
                  <a:pt x="5297976" y="1199772"/>
                  <a:pt x="5262670" y="1192933"/>
                  <a:pt x="5265959" y="1237226"/>
                </a:cubicBezTo>
                <a:cubicBezTo>
                  <a:pt x="5247446" y="1249278"/>
                  <a:pt x="5227930" y="1260092"/>
                  <a:pt x="5211571" y="1275157"/>
                </a:cubicBezTo>
                <a:cubicBezTo>
                  <a:pt x="5211571" y="1275157"/>
                  <a:pt x="5209133" y="2090750"/>
                  <a:pt x="5209133" y="2091059"/>
                </a:cubicBezTo>
                <a:cubicBezTo>
                  <a:pt x="5215924" y="2094983"/>
                  <a:pt x="5222670" y="2099145"/>
                  <a:pt x="5229415" y="2103447"/>
                </a:cubicBezTo>
                <a:cubicBezTo>
                  <a:pt x="5247689" y="2096893"/>
                  <a:pt x="5265818" y="2084841"/>
                  <a:pt x="5286148" y="2089288"/>
                </a:cubicBezTo>
                <a:cubicBezTo>
                  <a:pt x="5319103" y="2095221"/>
                  <a:pt x="5352970" y="2091918"/>
                  <a:pt x="5385879" y="2098948"/>
                </a:cubicBezTo>
                <a:cubicBezTo>
                  <a:pt x="5386118" y="2078712"/>
                  <a:pt x="5386024" y="2058575"/>
                  <a:pt x="5386169" y="2038390"/>
                </a:cubicBezTo>
                <a:cubicBezTo>
                  <a:pt x="5394587" y="2034326"/>
                  <a:pt x="5402911" y="2029590"/>
                  <a:pt x="5408413" y="2021742"/>
                </a:cubicBezTo>
                <a:cubicBezTo>
                  <a:pt x="5414440" y="2021265"/>
                  <a:pt x="5420564" y="2020929"/>
                  <a:pt x="5426781" y="2020639"/>
                </a:cubicBezTo>
                <a:cubicBezTo>
                  <a:pt x="5435871" y="2002365"/>
                  <a:pt x="5448353" y="1986296"/>
                  <a:pt x="5459788" y="1969503"/>
                </a:cubicBezTo>
                <a:cubicBezTo>
                  <a:pt x="5468014" y="1967158"/>
                  <a:pt x="5476292" y="1964911"/>
                  <a:pt x="5484709" y="1962758"/>
                </a:cubicBezTo>
                <a:cubicBezTo>
                  <a:pt x="5486335" y="1961562"/>
                  <a:pt x="5489638" y="1959217"/>
                  <a:pt x="5491310" y="1958068"/>
                </a:cubicBezTo>
                <a:cubicBezTo>
                  <a:pt x="5504562" y="1959409"/>
                  <a:pt x="5517572" y="1956536"/>
                  <a:pt x="5530437" y="1953429"/>
                </a:cubicBezTo>
                <a:cubicBezTo>
                  <a:pt x="5538709" y="1962421"/>
                  <a:pt x="5549906" y="1967251"/>
                  <a:pt x="5560860" y="1958932"/>
                </a:cubicBezTo>
                <a:cubicBezTo>
                  <a:pt x="5561061" y="1960170"/>
                  <a:pt x="5559193" y="2141691"/>
                  <a:pt x="5566311" y="2203795"/>
                </a:cubicBezTo>
                <a:cubicBezTo>
                  <a:pt x="5578172" y="2189398"/>
                  <a:pt x="5574584" y="2169400"/>
                  <a:pt x="5576976" y="2152182"/>
                </a:cubicBezTo>
                <a:cubicBezTo>
                  <a:pt x="5579461" y="2149791"/>
                  <a:pt x="5584436" y="2145054"/>
                  <a:pt x="5586879" y="2142662"/>
                </a:cubicBezTo>
                <a:cubicBezTo>
                  <a:pt x="5591999" y="2147016"/>
                  <a:pt x="5597165" y="2151369"/>
                  <a:pt x="5602425" y="2155672"/>
                </a:cubicBezTo>
                <a:cubicBezTo>
                  <a:pt x="5606298" y="2135581"/>
                  <a:pt x="5603336" y="2114200"/>
                  <a:pt x="5611754" y="2095113"/>
                </a:cubicBezTo>
                <a:cubicBezTo>
                  <a:pt x="5618401" y="2079474"/>
                  <a:pt x="5614860" y="2062013"/>
                  <a:pt x="5615005" y="2045607"/>
                </a:cubicBezTo>
                <a:cubicBezTo>
                  <a:pt x="5621750" y="2045561"/>
                  <a:pt x="5628542" y="2045509"/>
                  <a:pt x="5635381" y="2045509"/>
                </a:cubicBezTo>
                <a:cubicBezTo>
                  <a:pt x="5635764" y="2039628"/>
                  <a:pt x="5636002" y="2033742"/>
                  <a:pt x="5636002" y="2027856"/>
                </a:cubicBezTo>
                <a:cubicBezTo>
                  <a:pt x="5637917" y="2025941"/>
                  <a:pt x="5641697" y="2022115"/>
                  <a:pt x="5643560" y="2020205"/>
                </a:cubicBezTo>
                <a:cubicBezTo>
                  <a:pt x="5642556" y="2016664"/>
                  <a:pt x="5641645" y="2013123"/>
                  <a:pt x="5640785" y="2009634"/>
                </a:cubicBezTo>
                <a:cubicBezTo>
                  <a:pt x="5656042" y="2003940"/>
                  <a:pt x="5671686" y="1999254"/>
                  <a:pt x="5687853" y="1996480"/>
                </a:cubicBezTo>
                <a:cubicBezTo>
                  <a:pt x="5688619" y="1980887"/>
                  <a:pt x="5685032" y="1965771"/>
                  <a:pt x="5681299" y="1950846"/>
                </a:cubicBezTo>
                <a:cubicBezTo>
                  <a:pt x="5684359" y="1947020"/>
                  <a:pt x="5687615" y="1943288"/>
                  <a:pt x="5691057" y="1939700"/>
                </a:cubicBezTo>
                <a:cubicBezTo>
                  <a:pt x="5696649" y="1878213"/>
                  <a:pt x="5738929" y="1859780"/>
                  <a:pt x="5761897" y="1837432"/>
                </a:cubicBezTo>
                <a:cubicBezTo>
                  <a:pt x="5763285" y="1829683"/>
                  <a:pt x="5763383" y="1820835"/>
                  <a:pt x="5770605" y="1815861"/>
                </a:cubicBezTo>
                <a:cubicBezTo>
                  <a:pt x="5779074" y="1813707"/>
                  <a:pt x="5783091" y="1822270"/>
                  <a:pt x="5788351" y="1827053"/>
                </a:cubicBezTo>
                <a:cubicBezTo>
                  <a:pt x="5787874" y="1829921"/>
                  <a:pt x="5786917" y="1835709"/>
                  <a:pt x="5786436" y="1838628"/>
                </a:cubicBezTo>
                <a:cubicBezTo>
                  <a:pt x="5801215" y="1849629"/>
                  <a:pt x="5815995" y="1860775"/>
                  <a:pt x="5829103" y="1873836"/>
                </a:cubicBezTo>
                <a:cubicBezTo>
                  <a:pt x="5834059" y="1841319"/>
                  <a:pt x="5942670" y="1867721"/>
                  <a:pt x="5970067" y="1868669"/>
                </a:cubicBezTo>
                <a:cubicBezTo>
                  <a:pt x="5975571" y="1884070"/>
                  <a:pt x="5970595" y="1901195"/>
                  <a:pt x="5971072" y="1917316"/>
                </a:cubicBezTo>
                <a:cubicBezTo>
                  <a:pt x="5995526" y="1912509"/>
                  <a:pt x="6096458" y="1842627"/>
                  <a:pt x="6105964" y="1835470"/>
                </a:cubicBezTo>
                <a:cubicBezTo>
                  <a:pt x="6116344" y="1834802"/>
                  <a:pt x="6126868" y="1833845"/>
                  <a:pt x="6137346" y="1833700"/>
                </a:cubicBezTo>
                <a:cubicBezTo>
                  <a:pt x="6135267" y="1854651"/>
                  <a:pt x="6129563" y="1976052"/>
                  <a:pt x="6134426" y="2000450"/>
                </a:cubicBezTo>
                <a:cubicBezTo>
                  <a:pt x="6164322" y="2026805"/>
                  <a:pt x="6195414" y="2052063"/>
                  <a:pt x="6226842" y="2076648"/>
                </a:cubicBezTo>
                <a:cubicBezTo>
                  <a:pt x="6227510" y="2065072"/>
                  <a:pt x="6228374" y="2053497"/>
                  <a:pt x="6230958" y="2042207"/>
                </a:cubicBezTo>
                <a:cubicBezTo>
                  <a:pt x="6226221" y="2035653"/>
                  <a:pt x="6221676" y="2029099"/>
                  <a:pt x="6217182" y="2022499"/>
                </a:cubicBezTo>
                <a:cubicBezTo>
                  <a:pt x="6207713" y="2020392"/>
                  <a:pt x="6198287" y="2018098"/>
                  <a:pt x="6188958" y="2015851"/>
                </a:cubicBezTo>
                <a:cubicBezTo>
                  <a:pt x="6188958" y="2010255"/>
                  <a:pt x="6189295" y="2004706"/>
                  <a:pt x="6190056" y="1999203"/>
                </a:cubicBezTo>
                <a:cubicBezTo>
                  <a:pt x="6198091" y="1997479"/>
                  <a:pt x="6206032" y="1995760"/>
                  <a:pt x="6214309" y="1994373"/>
                </a:cubicBezTo>
                <a:cubicBezTo>
                  <a:pt x="6213399" y="1989351"/>
                  <a:pt x="6212777" y="1984278"/>
                  <a:pt x="6212492" y="1979257"/>
                </a:cubicBezTo>
                <a:cubicBezTo>
                  <a:pt x="6216748" y="1983704"/>
                  <a:pt x="6221008" y="1988249"/>
                  <a:pt x="6225409" y="1992747"/>
                </a:cubicBezTo>
                <a:cubicBezTo>
                  <a:pt x="6238371" y="1988777"/>
                  <a:pt x="6248704" y="1979929"/>
                  <a:pt x="6259658" y="1972273"/>
                </a:cubicBezTo>
                <a:cubicBezTo>
                  <a:pt x="6274246" y="1961749"/>
                  <a:pt x="6292520" y="1959549"/>
                  <a:pt x="6309454" y="1954765"/>
                </a:cubicBezTo>
                <a:cubicBezTo>
                  <a:pt x="6313518" y="1955914"/>
                  <a:pt x="6317586" y="1957063"/>
                  <a:pt x="6321795" y="1958259"/>
                </a:cubicBezTo>
                <a:cubicBezTo>
                  <a:pt x="6316918" y="1738645"/>
                  <a:pt x="6319898" y="1867118"/>
                  <a:pt x="6321893" y="1806294"/>
                </a:cubicBezTo>
                <a:cubicBezTo>
                  <a:pt x="6319787" y="1798399"/>
                  <a:pt x="6315769" y="1791131"/>
                  <a:pt x="6314144" y="1783143"/>
                </a:cubicBezTo>
                <a:cubicBezTo>
                  <a:pt x="6318927" y="1778023"/>
                  <a:pt x="6324378" y="1773670"/>
                  <a:pt x="6329788" y="1769176"/>
                </a:cubicBezTo>
                <a:cubicBezTo>
                  <a:pt x="6360211" y="1766499"/>
                  <a:pt x="6388431" y="1743970"/>
                  <a:pt x="6419382" y="1753294"/>
                </a:cubicBezTo>
                <a:cubicBezTo>
                  <a:pt x="6439427" y="1757792"/>
                  <a:pt x="6460569" y="1760469"/>
                  <a:pt x="6478026" y="1772282"/>
                </a:cubicBezTo>
                <a:cubicBezTo>
                  <a:pt x="6465848" y="1804528"/>
                  <a:pt x="6468179" y="1976220"/>
                  <a:pt x="6466787" y="2099467"/>
                </a:cubicBezTo>
                <a:cubicBezTo>
                  <a:pt x="6494034" y="2107221"/>
                  <a:pt x="6487335" y="2098122"/>
                  <a:pt x="6643865" y="2108459"/>
                </a:cubicBezTo>
                <a:cubicBezTo>
                  <a:pt x="6644393" y="2134913"/>
                  <a:pt x="6643626" y="2161361"/>
                  <a:pt x="6644010" y="2187861"/>
                </a:cubicBezTo>
                <a:cubicBezTo>
                  <a:pt x="6671178" y="2191547"/>
                  <a:pt x="6697486" y="2200296"/>
                  <a:pt x="6721693" y="2213259"/>
                </a:cubicBezTo>
                <a:cubicBezTo>
                  <a:pt x="6718059" y="2235980"/>
                  <a:pt x="6712939" y="2258510"/>
                  <a:pt x="6710786" y="2281469"/>
                </a:cubicBezTo>
                <a:cubicBezTo>
                  <a:pt x="6730157" y="2282758"/>
                  <a:pt x="6748623" y="2291802"/>
                  <a:pt x="6768377" y="2289120"/>
                </a:cubicBezTo>
                <a:cubicBezTo>
                  <a:pt x="6787226" y="2286635"/>
                  <a:pt x="6806359" y="2287733"/>
                  <a:pt x="6824582" y="2293376"/>
                </a:cubicBezTo>
                <a:cubicBezTo>
                  <a:pt x="6824054" y="2299164"/>
                  <a:pt x="6823862" y="2304998"/>
                  <a:pt x="6824152" y="2310837"/>
                </a:cubicBezTo>
                <a:cubicBezTo>
                  <a:pt x="6812577" y="2325234"/>
                  <a:pt x="6816164" y="2344606"/>
                  <a:pt x="6816356" y="2361637"/>
                </a:cubicBezTo>
                <a:cubicBezTo>
                  <a:pt x="6815973" y="2369625"/>
                  <a:pt x="6821046" y="2376081"/>
                  <a:pt x="6824727" y="2382733"/>
                </a:cubicBezTo>
                <a:cubicBezTo>
                  <a:pt x="6812960" y="2407032"/>
                  <a:pt x="6813871" y="2434201"/>
                  <a:pt x="6813820" y="2460509"/>
                </a:cubicBezTo>
                <a:cubicBezTo>
                  <a:pt x="6817215" y="2460079"/>
                  <a:pt x="6824054" y="2459266"/>
                  <a:pt x="6827450" y="2458884"/>
                </a:cubicBezTo>
                <a:cubicBezTo>
                  <a:pt x="6829842" y="2446734"/>
                  <a:pt x="6829076" y="2434247"/>
                  <a:pt x="6829174" y="2421957"/>
                </a:cubicBezTo>
                <a:cubicBezTo>
                  <a:pt x="6832616" y="2417267"/>
                  <a:pt x="6836158" y="2412629"/>
                  <a:pt x="6839843" y="2408037"/>
                </a:cubicBezTo>
                <a:cubicBezTo>
                  <a:pt x="6840034" y="2394214"/>
                  <a:pt x="6840179" y="2380486"/>
                  <a:pt x="6840273" y="2366710"/>
                </a:cubicBezTo>
                <a:cubicBezTo>
                  <a:pt x="6849793" y="2364556"/>
                  <a:pt x="6859406" y="2362357"/>
                  <a:pt x="6869071" y="2360203"/>
                </a:cubicBezTo>
                <a:cubicBezTo>
                  <a:pt x="6868595" y="2346759"/>
                  <a:pt x="6868113" y="2333366"/>
                  <a:pt x="6867586" y="2319974"/>
                </a:cubicBezTo>
                <a:cubicBezTo>
                  <a:pt x="6886341" y="2312649"/>
                  <a:pt x="6895800" y="2321534"/>
                  <a:pt x="6896716" y="2255875"/>
                </a:cubicBezTo>
                <a:cubicBezTo>
                  <a:pt x="6902097" y="1615234"/>
                  <a:pt x="6889634" y="1660826"/>
                  <a:pt x="6904942" y="1636190"/>
                </a:cubicBezTo>
                <a:cubicBezTo>
                  <a:pt x="6905951" y="1629384"/>
                  <a:pt x="6912252" y="1489862"/>
                  <a:pt x="6912500" y="1481879"/>
                </a:cubicBezTo>
                <a:cubicBezTo>
                  <a:pt x="6925654" y="1481351"/>
                  <a:pt x="6939047" y="1480637"/>
                  <a:pt x="6951865" y="1476904"/>
                </a:cubicBezTo>
                <a:cubicBezTo>
                  <a:pt x="6953682" y="1478053"/>
                  <a:pt x="6957367" y="1480300"/>
                  <a:pt x="6959184" y="1481449"/>
                </a:cubicBezTo>
                <a:cubicBezTo>
                  <a:pt x="6962917" y="1475325"/>
                  <a:pt x="6966789" y="1469155"/>
                  <a:pt x="6970615" y="1463035"/>
                </a:cubicBezTo>
                <a:cubicBezTo>
                  <a:pt x="6983433" y="1469444"/>
                  <a:pt x="6997208" y="1460261"/>
                  <a:pt x="7010606" y="1463656"/>
                </a:cubicBezTo>
                <a:cubicBezTo>
                  <a:pt x="7024909" y="1466193"/>
                  <a:pt x="7039927" y="1466768"/>
                  <a:pt x="7053226" y="1473415"/>
                </a:cubicBezTo>
                <a:cubicBezTo>
                  <a:pt x="7082646" y="1488195"/>
                  <a:pt x="7116513" y="1490778"/>
                  <a:pt x="7146166" y="1504983"/>
                </a:cubicBezTo>
                <a:cubicBezTo>
                  <a:pt x="7165397" y="1518422"/>
                  <a:pt x="7182233" y="1535407"/>
                  <a:pt x="7203421" y="1546118"/>
                </a:cubicBezTo>
                <a:cubicBezTo>
                  <a:pt x="7204664" y="1520240"/>
                  <a:pt x="7202272" y="1494221"/>
                  <a:pt x="7204519" y="1468388"/>
                </a:cubicBezTo>
                <a:cubicBezTo>
                  <a:pt x="7231113" y="1450306"/>
                  <a:pt x="7268857" y="1451310"/>
                  <a:pt x="7292867" y="1428258"/>
                </a:cubicBezTo>
                <a:cubicBezTo>
                  <a:pt x="7280478" y="1428879"/>
                  <a:pt x="7268422" y="1431416"/>
                  <a:pt x="7256324" y="1433377"/>
                </a:cubicBezTo>
                <a:cubicBezTo>
                  <a:pt x="7269814" y="1423334"/>
                  <a:pt x="7286649" y="1420606"/>
                  <a:pt x="7302817" y="1417640"/>
                </a:cubicBezTo>
                <a:cubicBezTo>
                  <a:pt x="7307553" y="1414052"/>
                  <a:pt x="7312384" y="1410512"/>
                  <a:pt x="7317456" y="1407116"/>
                </a:cubicBezTo>
                <a:cubicBezTo>
                  <a:pt x="7317886" y="1410129"/>
                  <a:pt x="7318699" y="1416108"/>
                  <a:pt x="7319129" y="1419121"/>
                </a:cubicBezTo>
                <a:cubicBezTo>
                  <a:pt x="7351099" y="1416729"/>
                  <a:pt x="7373895" y="1403766"/>
                  <a:pt x="7453876" y="1380326"/>
                </a:cubicBezTo>
                <a:cubicBezTo>
                  <a:pt x="7457034" y="1383101"/>
                  <a:pt x="7460332" y="1385875"/>
                  <a:pt x="7463728" y="1388697"/>
                </a:cubicBezTo>
                <a:cubicBezTo>
                  <a:pt x="7480946" y="1394246"/>
                  <a:pt x="7500033" y="1398170"/>
                  <a:pt x="7513860" y="1410652"/>
                </a:cubicBezTo>
                <a:cubicBezTo>
                  <a:pt x="7513902" y="1412670"/>
                  <a:pt x="7521133" y="2041842"/>
                  <a:pt x="7521133" y="2360628"/>
                </a:cubicBezTo>
                <a:cubicBezTo>
                  <a:pt x="7524193" y="2360773"/>
                  <a:pt x="7530363" y="2361105"/>
                  <a:pt x="7533428" y="2361249"/>
                </a:cubicBezTo>
                <a:cubicBezTo>
                  <a:pt x="7534241" y="2301840"/>
                  <a:pt x="7535292" y="2242384"/>
                  <a:pt x="7535436" y="2182970"/>
                </a:cubicBezTo>
                <a:cubicBezTo>
                  <a:pt x="7549118" y="2183447"/>
                  <a:pt x="7562847" y="2183115"/>
                  <a:pt x="7576623" y="2182686"/>
                </a:cubicBezTo>
                <a:cubicBezTo>
                  <a:pt x="7589791" y="1599460"/>
                  <a:pt x="7569663" y="1754961"/>
                  <a:pt x="7597957" y="1666128"/>
                </a:cubicBezTo>
                <a:cubicBezTo>
                  <a:pt x="7617399" y="1675363"/>
                  <a:pt x="7772975" y="1773964"/>
                  <a:pt x="7784793" y="1792028"/>
                </a:cubicBezTo>
                <a:cubicBezTo>
                  <a:pt x="7791492" y="1759422"/>
                  <a:pt x="7782065" y="1471387"/>
                  <a:pt x="7792828" y="1404668"/>
                </a:cubicBezTo>
                <a:cubicBezTo>
                  <a:pt x="7795887" y="1404621"/>
                  <a:pt x="7801918" y="1404574"/>
                  <a:pt x="7804931" y="1404574"/>
                </a:cubicBezTo>
                <a:cubicBezTo>
                  <a:pt x="7807467" y="1397306"/>
                  <a:pt x="7810191" y="1390080"/>
                  <a:pt x="7813064" y="1382858"/>
                </a:cubicBezTo>
                <a:cubicBezTo>
                  <a:pt x="7820384" y="1380228"/>
                  <a:pt x="7827698" y="1377500"/>
                  <a:pt x="7835163" y="1374772"/>
                </a:cubicBezTo>
                <a:cubicBezTo>
                  <a:pt x="7834827" y="1367405"/>
                  <a:pt x="7834687" y="1360039"/>
                  <a:pt x="7834589" y="1352672"/>
                </a:cubicBezTo>
                <a:cubicBezTo>
                  <a:pt x="7838321" y="1352434"/>
                  <a:pt x="7845781" y="1351859"/>
                  <a:pt x="7849513" y="1351621"/>
                </a:cubicBezTo>
                <a:cubicBezTo>
                  <a:pt x="7849322" y="1344208"/>
                  <a:pt x="7849275" y="1336841"/>
                  <a:pt x="7849322" y="1329475"/>
                </a:cubicBezTo>
                <a:cubicBezTo>
                  <a:pt x="7857165" y="1327513"/>
                  <a:pt x="7865157" y="1325410"/>
                  <a:pt x="7873094" y="1323159"/>
                </a:cubicBezTo>
                <a:cubicBezTo>
                  <a:pt x="7881227" y="1300821"/>
                  <a:pt x="7884333" y="1277479"/>
                  <a:pt x="7883712" y="1253847"/>
                </a:cubicBezTo>
                <a:cubicBezTo>
                  <a:pt x="7885720" y="1252651"/>
                  <a:pt x="7889789" y="1250357"/>
                  <a:pt x="7891798" y="1249208"/>
                </a:cubicBezTo>
                <a:cubicBezTo>
                  <a:pt x="7892564" y="1240263"/>
                  <a:pt x="7891943" y="1230794"/>
                  <a:pt x="7896581" y="1222755"/>
                </a:cubicBezTo>
                <a:cubicBezTo>
                  <a:pt x="7910838" y="1198646"/>
                  <a:pt x="7892709" y="1167410"/>
                  <a:pt x="7909016" y="1144165"/>
                </a:cubicBezTo>
                <a:cubicBezTo>
                  <a:pt x="7913178" y="1169423"/>
                  <a:pt x="7911361" y="1195059"/>
                  <a:pt x="7911744" y="1220508"/>
                </a:cubicBezTo>
                <a:cubicBezTo>
                  <a:pt x="7927958" y="1223044"/>
                  <a:pt x="7918826" y="1241557"/>
                  <a:pt x="7920068" y="1252604"/>
                </a:cubicBezTo>
                <a:cubicBezTo>
                  <a:pt x="7922988" y="1251264"/>
                  <a:pt x="7928916" y="1248489"/>
                  <a:pt x="7931835" y="1247153"/>
                </a:cubicBezTo>
                <a:cubicBezTo>
                  <a:pt x="7924100" y="1298574"/>
                  <a:pt x="7925590" y="1263035"/>
                  <a:pt x="7937146" y="1318184"/>
                </a:cubicBezTo>
                <a:cubicBezTo>
                  <a:pt x="7946619" y="1321627"/>
                  <a:pt x="7956233" y="1324738"/>
                  <a:pt x="7965753" y="1328517"/>
                </a:cubicBezTo>
                <a:cubicBezTo>
                  <a:pt x="7963553" y="1332871"/>
                  <a:pt x="7961400" y="1337224"/>
                  <a:pt x="7959391" y="1341578"/>
                </a:cubicBezTo>
                <a:cubicBezTo>
                  <a:pt x="7962067" y="1343203"/>
                  <a:pt x="7967477" y="1346454"/>
                  <a:pt x="7970154" y="1348033"/>
                </a:cubicBezTo>
                <a:cubicBezTo>
                  <a:pt x="7974998" y="1279291"/>
                  <a:pt x="7968136" y="1101629"/>
                  <a:pt x="7969103" y="1066436"/>
                </a:cubicBezTo>
                <a:cubicBezTo>
                  <a:pt x="7973886" y="1065216"/>
                  <a:pt x="8220865" y="1000888"/>
                  <a:pt x="8237018" y="1002145"/>
                </a:cubicBezTo>
                <a:cubicBezTo>
                  <a:pt x="8236411" y="1272350"/>
                  <a:pt x="8232473" y="1619056"/>
                  <a:pt x="8232473" y="1619056"/>
                </a:cubicBezTo>
                <a:cubicBezTo>
                  <a:pt x="8313977" y="1596825"/>
                  <a:pt x="8305560" y="1608008"/>
                  <a:pt x="8370952" y="1604850"/>
                </a:cubicBezTo>
                <a:cubicBezTo>
                  <a:pt x="8423523" y="1607242"/>
                  <a:pt x="8476663" y="1601169"/>
                  <a:pt x="8528659" y="1611357"/>
                </a:cubicBezTo>
                <a:cubicBezTo>
                  <a:pt x="8529757" y="1723528"/>
                  <a:pt x="8526987" y="1835840"/>
                  <a:pt x="8530047" y="1948011"/>
                </a:cubicBezTo>
                <a:cubicBezTo>
                  <a:pt x="8535829" y="1937056"/>
                  <a:pt x="8538128" y="1930643"/>
                  <a:pt x="8538992" y="1817855"/>
                </a:cubicBezTo>
                <a:cubicBezTo>
                  <a:pt x="8544396" y="1811446"/>
                  <a:pt x="8549848" y="1804939"/>
                  <a:pt x="8555159" y="1798339"/>
                </a:cubicBezTo>
                <a:cubicBezTo>
                  <a:pt x="8555304" y="1775235"/>
                  <a:pt x="8562432" y="1752752"/>
                  <a:pt x="8561904" y="1729554"/>
                </a:cubicBezTo>
                <a:cubicBezTo>
                  <a:pt x="8562764" y="1727354"/>
                  <a:pt x="8564581" y="1722907"/>
                  <a:pt x="8565445" y="1720656"/>
                </a:cubicBezTo>
                <a:cubicBezTo>
                  <a:pt x="8560653" y="1699569"/>
                  <a:pt x="8588465" y="1572791"/>
                  <a:pt x="8578838" y="1535776"/>
                </a:cubicBezTo>
                <a:cubicBezTo>
                  <a:pt x="8582902" y="1526831"/>
                  <a:pt x="8583383" y="1517026"/>
                  <a:pt x="8581182" y="1507604"/>
                </a:cubicBezTo>
                <a:cubicBezTo>
                  <a:pt x="8591992" y="1481150"/>
                  <a:pt x="8587783" y="1451876"/>
                  <a:pt x="8592039" y="1424180"/>
                </a:cubicBezTo>
                <a:cubicBezTo>
                  <a:pt x="8590605" y="1421979"/>
                  <a:pt x="8587639" y="1417626"/>
                  <a:pt x="8586153" y="1415473"/>
                </a:cubicBezTo>
                <a:cubicBezTo>
                  <a:pt x="8597014" y="1388062"/>
                  <a:pt x="8585817" y="1357880"/>
                  <a:pt x="8593618" y="1329801"/>
                </a:cubicBezTo>
                <a:cubicBezTo>
                  <a:pt x="8601414" y="1305548"/>
                  <a:pt x="8594286" y="1280534"/>
                  <a:pt x="8599882" y="1256234"/>
                </a:cubicBezTo>
                <a:cubicBezTo>
                  <a:pt x="8598350" y="1245135"/>
                  <a:pt x="8593996" y="1234041"/>
                  <a:pt x="8596724" y="1222703"/>
                </a:cubicBezTo>
                <a:cubicBezTo>
                  <a:pt x="8602942" y="1192522"/>
                  <a:pt x="8596486" y="1161239"/>
                  <a:pt x="8603707" y="1131151"/>
                </a:cubicBezTo>
                <a:cubicBezTo>
                  <a:pt x="8603021" y="1126345"/>
                  <a:pt x="8595556" y="377265"/>
                  <a:pt x="8612793" y="222502"/>
                </a:cubicBezTo>
                <a:cubicBezTo>
                  <a:pt x="8611598" y="218769"/>
                  <a:pt x="8610546" y="215042"/>
                  <a:pt x="8609635" y="211356"/>
                </a:cubicBezTo>
                <a:cubicBezTo>
                  <a:pt x="8674388" y="173402"/>
                  <a:pt x="8775689" y="156006"/>
                  <a:pt x="8819001" y="166489"/>
                </a:cubicBezTo>
                <a:cubicBezTo>
                  <a:pt x="8822589" y="170076"/>
                  <a:pt x="8826270" y="173617"/>
                  <a:pt x="8830049" y="177204"/>
                </a:cubicBezTo>
                <a:cubicBezTo>
                  <a:pt x="8830049" y="177204"/>
                  <a:pt x="8882596" y="780993"/>
                  <a:pt x="8887496" y="1739742"/>
                </a:cubicBezTo>
                <a:cubicBezTo>
                  <a:pt x="8886585" y="1746581"/>
                  <a:pt x="8891229" y="1751747"/>
                  <a:pt x="8895101" y="1756820"/>
                </a:cubicBezTo>
                <a:cubicBezTo>
                  <a:pt x="8898020" y="1745147"/>
                  <a:pt x="8900076" y="1733095"/>
                  <a:pt x="8898404" y="1721090"/>
                </a:cubicBezTo>
                <a:cubicBezTo>
                  <a:pt x="8903523" y="1716451"/>
                  <a:pt x="8908690" y="1711761"/>
                  <a:pt x="8913758" y="1706885"/>
                </a:cubicBezTo>
                <a:cubicBezTo>
                  <a:pt x="8922274" y="1704876"/>
                  <a:pt x="8930930" y="1702722"/>
                  <a:pt x="8939539" y="1700429"/>
                </a:cubicBezTo>
                <a:cubicBezTo>
                  <a:pt x="8949489" y="1645513"/>
                  <a:pt x="8942888" y="1589407"/>
                  <a:pt x="8945088" y="1533968"/>
                </a:cubicBezTo>
                <a:cubicBezTo>
                  <a:pt x="8963624" y="1533043"/>
                  <a:pt x="9220847" y="1486901"/>
                  <a:pt x="9367987" y="1510528"/>
                </a:cubicBezTo>
                <a:cubicBezTo>
                  <a:pt x="9373728" y="1539611"/>
                  <a:pt x="9366791" y="1569078"/>
                  <a:pt x="9368707" y="1598399"/>
                </a:cubicBezTo>
                <a:cubicBezTo>
                  <a:pt x="9427345" y="1595115"/>
                  <a:pt x="9524063" y="1566695"/>
                  <a:pt x="9555833" y="1573385"/>
                </a:cubicBezTo>
                <a:cubicBezTo>
                  <a:pt x="9568113" y="1575706"/>
                  <a:pt x="9681079" y="1604626"/>
                  <a:pt x="9706126" y="1606962"/>
                </a:cubicBezTo>
                <a:cubicBezTo>
                  <a:pt x="9706028" y="1713485"/>
                  <a:pt x="9704977" y="1820013"/>
                  <a:pt x="9705458" y="1926537"/>
                </a:cubicBezTo>
                <a:cubicBezTo>
                  <a:pt x="9733392" y="1917928"/>
                  <a:pt x="9761565" y="1926822"/>
                  <a:pt x="9790027" y="1926200"/>
                </a:cubicBezTo>
                <a:cubicBezTo>
                  <a:pt x="9791558" y="1928592"/>
                  <a:pt x="9794665" y="1933376"/>
                  <a:pt x="9796198" y="1935720"/>
                </a:cubicBezTo>
                <a:cubicBezTo>
                  <a:pt x="9825472" y="1935146"/>
                  <a:pt x="9856419" y="1935767"/>
                  <a:pt x="9883924" y="1946483"/>
                </a:cubicBezTo>
                <a:cubicBezTo>
                  <a:pt x="9872824" y="1954518"/>
                  <a:pt x="9858382" y="1965280"/>
                  <a:pt x="9865266" y="1980878"/>
                </a:cubicBezTo>
                <a:cubicBezTo>
                  <a:pt x="9862683" y="1997619"/>
                  <a:pt x="9862730" y="2014553"/>
                  <a:pt x="9863403" y="2031439"/>
                </a:cubicBezTo>
                <a:cubicBezTo>
                  <a:pt x="9866752" y="2031776"/>
                  <a:pt x="9873352" y="2032397"/>
                  <a:pt x="9876650" y="2032682"/>
                </a:cubicBezTo>
                <a:cubicBezTo>
                  <a:pt x="9878659" y="2035550"/>
                  <a:pt x="9880766" y="2038423"/>
                  <a:pt x="9883060" y="2041338"/>
                </a:cubicBezTo>
                <a:cubicBezTo>
                  <a:pt x="9879523" y="2066908"/>
                  <a:pt x="9880994" y="2232154"/>
                  <a:pt x="9881770" y="2256113"/>
                </a:cubicBezTo>
                <a:cubicBezTo>
                  <a:pt x="9885404" y="2256015"/>
                  <a:pt x="9892626" y="2255828"/>
                  <a:pt x="9896214" y="2255730"/>
                </a:cubicBezTo>
                <a:cubicBezTo>
                  <a:pt x="9907069" y="2237026"/>
                  <a:pt x="9929842" y="2241235"/>
                  <a:pt x="9948065" y="2241333"/>
                </a:cubicBezTo>
                <a:cubicBezTo>
                  <a:pt x="9951843" y="2256020"/>
                  <a:pt x="9956053" y="2270608"/>
                  <a:pt x="9959687" y="2285341"/>
                </a:cubicBezTo>
                <a:cubicBezTo>
                  <a:pt x="9975807" y="2283333"/>
                  <a:pt x="9995034" y="2282282"/>
                  <a:pt x="10004844" y="2267067"/>
                </a:cubicBezTo>
                <a:cubicBezTo>
                  <a:pt x="10001065" y="2266399"/>
                  <a:pt x="9993507" y="2265152"/>
                  <a:pt x="9989728" y="2264531"/>
                </a:cubicBezTo>
                <a:cubicBezTo>
                  <a:pt x="9994035" y="2259458"/>
                  <a:pt x="9998627" y="2254581"/>
                  <a:pt x="10002737" y="2249223"/>
                </a:cubicBezTo>
                <a:cubicBezTo>
                  <a:pt x="9999579" y="2247691"/>
                  <a:pt x="9993269" y="2244678"/>
                  <a:pt x="9990111" y="2243151"/>
                </a:cubicBezTo>
                <a:cubicBezTo>
                  <a:pt x="9994272" y="2240137"/>
                  <a:pt x="9998529" y="2237125"/>
                  <a:pt x="10002882" y="2234158"/>
                </a:cubicBezTo>
                <a:cubicBezTo>
                  <a:pt x="10001303" y="2227703"/>
                  <a:pt x="9992456" y="2227268"/>
                  <a:pt x="9991591" y="2220429"/>
                </a:cubicBezTo>
                <a:cubicBezTo>
                  <a:pt x="9995754" y="2216940"/>
                  <a:pt x="10000392" y="2214114"/>
                  <a:pt x="10005558" y="2211914"/>
                </a:cubicBezTo>
                <a:cubicBezTo>
                  <a:pt x="10002070" y="2210428"/>
                  <a:pt x="9995034" y="2207467"/>
                  <a:pt x="9991544" y="2205981"/>
                </a:cubicBezTo>
                <a:cubicBezTo>
                  <a:pt x="9994847" y="2202011"/>
                  <a:pt x="9997860" y="2197564"/>
                  <a:pt x="10000682" y="2193112"/>
                </a:cubicBezTo>
                <a:cubicBezTo>
                  <a:pt x="9997094" y="2189478"/>
                  <a:pt x="9993936" y="2185699"/>
                  <a:pt x="9991069" y="2181775"/>
                </a:cubicBezTo>
                <a:cubicBezTo>
                  <a:pt x="9994511" y="2180434"/>
                  <a:pt x="10001355" y="2177804"/>
                  <a:pt x="10004798" y="2176464"/>
                </a:cubicBezTo>
                <a:cubicBezTo>
                  <a:pt x="10012066" y="2163356"/>
                  <a:pt x="10002737" y="2151014"/>
                  <a:pt x="9990303" y="2146521"/>
                </a:cubicBezTo>
                <a:cubicBezTo>
                  <a:pt x="9995852" y="2144367"/>
                  <a:pt x="10000584" y="2140733"/>
                  <a:pt x="10006231" y="2138103"/>
                </a:cubicBezTo>
                <a:cubicBezTo>
                  <a:pt x="10006568" y="2126383"/>
                  <a:pt x="10006661" y="2114663"/>
                  <a:pt x="10006904" y="2102994"/>
                </a:cubicBezTo>
                <a:cubicBezTo>
                  <a:pt x="10017760" y="2099598"/>
                  <a:pt x="10031203" y="2100457"/>
                  <a:pt x="10039668" y="2091755"/>
                </a:cubicBezTo>
                <a:cubicBezTo>
                  <a:pt x="10041486" y="2067217"/>
                  <a:pt x="10039668" y="2042534"/>
                  <a:pt x="10040289" y="2017995"/>
                </a:cubicBezTo>
                <a:cubicBezTo>
                  <a:pt x="10052823" y="2014884"/>
                  <a:pt x="10066696" y="2013021"/>
                  <a:pt x="10076449" y="2003501"/>
                </a:cubicBezTo>
                <a:cubicBezTo>
                  <a:pt x="10091089" y="1996853"/>
                  <a:pt x="10107350" y="1998526"/>
                  <a:pt x="10122994" y="1996325"/>
                </a:cubicBezTo>
                <a:cubicBezTo>
                  <a:pt x="10124526" y="1994219"/>
                  <a:pt x="10127679" y="1990010"/>
                  <a:pt x="10129212" y="1987861"/>
                </a:cubicBezTo>
                <a:cubicBezTo>
                  <a:pt x="10154372" y="1986857"/>
                  <a:pt x="10178003" y="1996807"/>
                  <a:pt x="10202732" y="1999675"/>
                </a:cubicBezTo>
                <a:cubicBezTo>
                  <a:pt x="10222870" y="2002258"/>
                  <a:pt x="10243536" y="2002258"/>
                  <a:pt x="10263197" y="2008667"/>
                </a:cubicBezTo>
                <a:cubicBezTo>
                  <a:pt x="10255210" y="2016033"/>
                  <a:pt x="10246984" y="2023110"/>
                  <a:pt x="10239281" y="2030669"/>
                </a:cubicBezTo>
                <a:cubicBezTo>
                  <a:pt x="10240953" y="2032869"/>
                  <a:pt x="10244256" y="2037269"/>
                  <a:pt x="10245928" y="2039469"/>
                </a:cubicBezTo>
                <a:cubicBezTo>
                  <a:pt x="10237655" y="2056930"/>
                  <a:pt x="10241191" y="2076302"/>
                  <a:pt x="10244349" y="2094525"/>
                </a:cubicBezTo>
                <a:cubicBezTo>
                  <a:pt x="10242723" y="2108445"/>
                  <a:pt x="10238515" y="2122795"/>
                  <a:pt x="10244779" y="2136379"/>
                </a:cubicBezTo>
                <a:cubicBezTo>
                  <a:pt x="10239803" y="2149389"/>
                  <a:pt x="10239659" y="2163454"/>
                  <a:pt x="10245783" y="2176127"/>
                </a:cubicBezTo>
                <a:cubicBezTo>
                  <a:pt x="10244303" y="2178182"/>
                  <a:pt x="10241336" y="2182251"/>
                  <a:pt x="10239850" y="2184307"/>
                </a:cubicBezTo>
                <a:cubicBezTo>
                  <a:pt x="10241719" y="2186652"/>
                  <a:pt x="10245400" y="2191290"/>
                  <a:pt x="10247218" y="2193635"/>
                </a:cubicBezTo>
                <a:cubicBezTo>
                  <a:pt x="10245732" y="2195882"/>
                  <a:pt x="10242718" y="2200380"/>
                  <a:pt x="10241238" y="2202627"/>
                </a:cubicBezTo>
                <a:cubicBezTo>
                  <a:pt x="10244060" y="2209657"/>
                  <a:pt x="10245110" y="2216977"/>
                  <a:pt x="10241575" y="2224059"/>
                </a:cubicBezTo>
                <a:cubicBezTo>
                  <a:pt x="10243008" y="2226114"/>
                  <a:pt x="10245830" y="2230183"/>
                  <a:pt x="10247269" y="2232238"/>
                </a:cubicBezTo>
                <a:cubicBezTo>
                  <a:pt x="10245451" y="2234677"/>
                  <a:pt x="10241864" y="2239507"/>
                  <a:pt x="10240093" y="2241950"/>
                </a:cubicBezTo>
                <a:cubicBezTo>
                  <a:pt x="10241818" y="2244197"/>
                  <a:pt x="10245259" y="2248742"/>
                  <a:pt x="10246984" y="2251040"/>
                </a:cubicBezTo>
                <a:cubicBezTo>
                  <a:pt x="10244639" y="2255296"/>
                  <a:pt x="10242438" y="2259556"/>
                  <a:pt x="10240383" y="2263910"/>
                </a:cubicBezTo>
                <a:cubicBezTo>
                  <a:pt x="10243686" y="2266586"/>
                  <a:pt x="10250286" y="2272042"/>
                  <a:pt x="10253538" y="2274766"/>
                </a:cubicBezTo>
                <a:cubicBezTo>
                  <a:pt x="10262436" y="2260588"/>
                  <a:pt x="10260329" y="2254128"/>
                  <a:pt x="10260329" y="2156377"/>
                </a:cubicBezTo>
                <a:cubicBezTo>
                  <a:pt x="10272624" y="2155326"/>
                  <a:pt x="10285059" y="2154032"/>
                  <a:pt x="10297256" y="2151309"/>
                </a:cubicBezTo>
                <a:cubicBezTo>
                  <a:pt x="10298881" y="2144853"/>
                  <a:pt x="10297975" y="2136482"/>
                  <a:pt x="10304385" y="2132320"/>
                </a:cubicBezTo>
                <a:cubicBezTo>
                  <a:pt x="10324811" y="2131269"/>
                  <a:pt x="10345664" y="2132367"/>
                  <a:pt x="10365419" y="2125720"/>
                </a:cubicBezTo>
                <a:cubicBezTo>
                  <a:pt x="10366569" y="2114672"/>
                  <a:pt x="10362261" y="2101228"/>
                  <a:pt x="10368624" y="2091759"/>
                </a:cubicBezTo>
                <a:cubicBezTo>
                  <a:pt x="10384314" y="2085635"/>
                  <a:pt x="10401916" y="2085495"/>
                  <a:pt x="10418657" y="2083103"/>
                </a:cubicBezTo>
                <a:cubicBezTo>
                  <a:pt x="10422007" y="2072434"/>
                  <a:pt x="10417316" y="2064830"/>
                  <a:pt x="10407273" y="2060766"/>
                </a:cubicBezTo>
                <a:cubicBezTo>
                  <a:pt x="10428892" y="2060383"/>
                  <a:pt x="10450422" y="2062727"/>
                  <a:pt x="10471994" y="2065072"/>
                </a:cubicBezTo>
                <a:cubicBezTo>
                  <a:pt x="10470177" y="2067371"/>
                  <a:pt x="10466496" y="2071963"/>
                  <a:pt x="10464674" y="2074303"/>
                </a:cubicBezTo>
                <a:cubicBezTo>
                  <a:pt x="10471082" y="2074209"/>
                  <a:pt x="10477637" y="2074209"/>
                  <a:pt x="10484336" y="2074158"/>
                </a:cubicBezTo>
                <a:cubicBezTo>
                  <a:pt x="10492178" y="2093436"/>
                  <a:pt x="10491702" y="2115247"/>
                  <a:pt x="10501699" y="2133665"/>
                </a:cubicBezTo>
                <a:cubicBezTo>
                  <a:pt x="10501362" y="2141223"/>
                  <a:pt x="10501362" y="2148782"/>
                  <a:pt x="10502894" y="2156242"/>
                </a:cubicBezTo>
                <a:cubicBezTo>
                  <a:pt x="10501853" y="2169260"/>
                  <a:pt x="10496060" y="2282749"/>
                  <a:pt x="10512891" y="2266787"/>
                </a:cubicBezTo>
                <a:cubicBezTo>
                  <a:pt x="10515713" y="2239236"/>
                  <a:pt x="10516478" y="2211540"/>
                  <a:pt x="10518916" y="2183989"/>
                </a:cubicBezTo>
                <a:cubicBezTo>
                  <a:pt x="10587574" y="2174525"/>
                  <a:pt x="10583282" y="2164860"/>
                  <a:pt x="10599375" y="2174329"/>
                </a:cubicBezTo>
                <a:cubicBezTo>
                  <a:pt x="10600094" y="2185951"/>
                  <a:pt x="10602247" y="2197480"/>
                  <a:pt x="10605307" y="2208770"/>
                </a:cubicBezTo>
                <a:cubicBezTo>
                  <a:pt x="10646395" y="2205948"/>
                  <a:pt x="10687344" y="2200301"/>
                  <a:pt x="10728670" y="2199203"/>
                </a:cubicBezTo>
                <a:cubicBezTo>
                  <a:pt x="10735369" y="2201118"/>
                  <a:pt x="10741824" y="2204370"/>
                  <a:pt x="10748332" y="2207383"/>
                </a:cubicBezTo>
                <a:cubicBezTo>
                  <a:pt x="10747995" y="2342083"/>
                  <a:pt x="10747659" y="2476732"/>
                  <a:pt x="10748285" y="2611433"/>
                </a:cubicBezTo>
                <a:cubicBezTo>
                  <a:pt x="10756081" y="2611531"/>
                  <a:pt x="10764070" y="2611578"/>
                  <a:pt x="10772155" y="2611671"/>
                </a:cubicBezTo>
                <a:cubicBezTo>
                  <a:pt x="10772347" y="2598564"/>
                  <a:pt x="10772539" y="2585554"/>
                  <a:pt x="10772683" y="2572493"/>
                </a:cubicBezTo>
                <a:cubicBezTo>
                  <a:pt x="10790046" y="2565173"/>
                  <a:pt x="10808942" y="2563692"/>
                  <a:pt x="10827547" y="2561731"/>
                </a:cubicBezTo>
                <a:cubicBezTo>
                  <a:pt x="10828407" y="2556134"/>
                  <a:pt x="10829410" y="2550632"/>
                  <a:pt x="10830560" y="2545134"/>
                </a:cubicBezTo>
                <a:cubicBezTo>
                  <a:pt x="10845723" y="2544414"/>
                  <a:pt x="10861124" y="2541738"/>
                  <a:pt x="10876385" y="2544321"/>
                </a:cubicBezTo>
                <a:cubicBezTo>
                  <a:pt x="10880355" y="2549198"/>
                  <a:pt x="10883130" y="2554939"/>
                  <a:pt x="10886381" y="2560535"/>
                </a:cubicBezTo>
                <a:cubicBezTo>
                  <a:pt x="10912167" y="2562305"/>
                  <a:pt x="10938041" y="2562305"/>
                  <a:pt x="10963920" y="2562207"/>
                </a:cubicBezTo>
                <a:cubicBezTo>
                  <a:pt x="10965209" y="2559909"/>
                  <a:pt x="10967745" y="2555317"/>
                  <a:pt x="10969035" y="2553023"/>
                </a:cubicBezTo>
                <a:cubicBezTo>
                  <a:pt x="10976686" y="2552257"/>
                  <a:pt x="10984482" y="2551491"/>
                  <a:pt x="10992429" y="2550823"/>
                </a:cubicBezTo>
                <a:cubicBezTo>
                  <a:pt x="11000463" y="2492946"/>
                  <a:pt x="10993335" y="2434252"/>
                  <a:pt x="10998553" y="2376324"/>
                </a:cubicBezTo>
                <a:cubicBezTo>
                  <a:pt x="11018116" y="2370583"/>
                  <a:pt x="11038781" y="2371395"/>
                  <a:pt x="11059013" y="2370536"/>
                </a:cubicBezTo>
                <a:cubicBezTo>
                  <a:pt x="11059060" y="2357190"/>
                  <a:pt x="11059204" y="2343891"/>
                  <a:pt x="11059732" y="2330643"/>
                </a:cubicBezTo>
                <a:cubicBezTo>
                  <a:pt x="11084892" y="2327724"/>
                  <a:pt x="11110196" y="2325767"/>
                  <a:pt x="11135594" y="2327392"/>
                </a:cubicBezTo>
                <a:cubicBezTo>
                  <a:pt x="11135594" y="2340546"/>
                  <a:pt x="11135692" y="2353701"/>
                  <a:pt x="11135977" y="2366855"/>
                </a:cubicBezTo>
                <a:cubicBezTo>
                  <a:pt x="11155395" y="2370779"/>
                  <a:pt x="11175342" y="2370489"/>
                  <a:pt x="11195148" y="2368579"/>
                </a:cubicBezTo>
                <a:cubicBezTo>
                  <a:pt x="11197876" y="2398236"/>
                  <a:pt x="11194526" y="2428133"/>
                  <a:pt x="11197778" y="2457790"/>
                </a:cubicBezTo>
                <a:cubicBezTo>
                  <a:pt x="11205237" y="2457599"/>
                  <a:pt x="11212842" y="2457407"/>
                  <a:pt x="11220644" y="2457314"/>
                </a:cubicBezTo>
                <a:cubicBezTo>
                  <a:pt x="11222077" y="2459706"/>
                  <a:pt x="11224899" y="2464442"/>
                  <a:pt x="11226338" y="2466834"/>
                </a:cubicBezTo>
                <a:cubicBezTo>
                  <a:pt x="11229879" y="2466787"/>
                  <a:pt x="11237053" y="2466642"/>
                  <a:pt x="11240641" y="2466596"/>
                </a:cubicBezTo>
                <a:cubicBezTo>
                  <a:pt x="11248270" y="2459757"/>
                  <a:pt x="11261587" y="2434742"/>
                  <a:pt x="11287232" y="2465685"/>
                </a:cubicBezTo>
                <a:cubicBezTo>
                  <a:pt x="11298905" y="2465255"/>
                  <a:pt x="11310673" y="2464489"/>
                  <a:pt x="11322440" y="2463148"/>
                </a:cubicBezTo>
                <a:cubicBezTo>
                  <a:pt x="11349271" y="2441576"/>
                  <a:pt x="11379793" y="2472715"/>
                  <a:pt x="11409736" y="2466834"/>
                </a:cubicBezTo>
                <a:cubicBezTo>
                  <a:pt x="11412941" y="2475924"/>
                  <a:pt x="11416192" y="2485010"/>
                  <a:pt x="11419587" y="2494100"/>
                </a:cubicBezTo>
                <a:cubicBezTo>
                  <a:pt x="11429010" y="2498547"/>
                  <a:pt x="11437862" y="2504433"/>
                  <a:pt x="11444602" y="2512659"/>
                </a:cubicBezTo>
                <a:cubicBezTo>
                  <a:pt x="11450820" y="2514331"/>
                  <a:pt x="11457374" y="2515962"/>
                  <a:pt x="11463974" y="2517587"/>
                </a:cubicBezTo>
                <a:cubicBezTo>
                  <a:pt x="11464885" y="2508595"/>
                  <a:pt x="11466940" y="2499556"/>
                  <a:pt x="11466175" y="2490513"/>
                </a:cubicBezTo>
                <a:cubicBezTo>
                  <a:pt x="11460289" y="2457221"/>
                  <a:pt x="11473013" y="2424213"/>
                  <a:pt x="11469043" y="2390683"/>
                </a:cubicBezTo>
                <a:cubicBezTo>
                  <a:pt x="11476647" y="2388291"/>
                  <a:pt x="11484588" y="2386329"/>
                  <a:pt x="11492100" y="2382980"/>
                </a:cubicBezTo>
                <a:cubicBezTo>
                  <a:pt x="11497650" y="2371933"/>
                  <a:pt x="11494683" y="2358489"/>
                  <a:pt x="11495832" y="2346530"/>
                </a:cubicBezTo>
                <a:cubicBezTo>
                  <a:pt x="11544479" y="2354565"/>
                  <a:pt x="11594129" y="2350594"/>
                  <a:pt x="11642346" y="2341125"/>
                </a:cubicBezTo>
                <a:cubicBezTo>
                  <a:pt x="11642874" y="2344377"/>
                  <a:pt x="11643972" y="2350837"/>
                  <a:pt x="11644500" y="2354042"/>
                </a:cubicBezTo>
                <a:cubicBezTo>
                  <a:pt x="11655216" y="2353850"/>
                  <a:pt x="11665932" y="2352178"/>
                  <a:pt x="11676787" y="2351029"/>
                </a:cubicBezTo>
                <a:cubicBezTo>
                  <a:pt x="11677886" y="2336870"/>
                  <a:pt x="11678506" y="2322665"/>
                  <a:pt x="11679081" y="2308506"/>
                </a:cubicBezTo>
                <a:cubicBezTo>
                  <a:pt x="11793266" y="2313771"/>
                  <a:pt x="11742601" y="2307600"/>
                  <a:pt x="11801202" y="2304919"/>
                </a:cubicBezTo>
                <a:cubicBezTo>
                  <a:pt x="11803640" y="2284925"/>
                  <a:pt x="11803785" y="2264451"/>
                  <a:pt x="11808760" y="2244888"/>
                </a:cubicBezTo>
                <a:cubicBezTo>
                  <a:pt x="11813781" y="2239628"/>
                  <a:pt x="11821770" y="2239913"/>
                  <a:pt x="11828613" y="2237858"/>
                </a:cubicBezTo>
                <a:cubicBezTo>
                  <a:pt x="11838418" y="2251489"/>
                  <a:pt x="11854109" y="2243361"/>
                  <a:pt x="11867548" y="2242258"/>
                </a:cubicBezTo>
                <a:cubicBezTo>
                  <a:pt x="11879843" y="2243599"/>
                  <a:pt x="11892040" y="2246182"/>
                  <a:pt x="11904525" y="2247378"/>
                </a:cubicBezTo>
                <a:cubicBezTo>
                  <a:pt x="11905292" y="2241543"/>
                  <a:pt x="11906250" y="2235756"/>
                  <a:pt x="11907347" y="2230015"/>
                </a:cubicBezTo>
                <a:cubicBezTo>
                  <a:pt x="11916820" y="2229585"/>
                  <a:pt x="11926481" y="2228674"/>
                  <a:pt x="11936192" y="2229538"/>
                </a:cubicBezTo>
                <a:cubicBezTo>
                  <a:pt x="11938009" y="2235994"/>
                  <a:pt x="11939588" y="2242599"/>
                  <a:pt x="11941358" y="2249200"/>
                </a:cubicBezTo>
                <a:cubicBezTo>
                  <a:pt x="11946908" y="2249919"/>
                  <a:pt x="11952597" y="2250681"/>
                  <a:pt x="11958436" y="2251447"/>
                </a:cubicBezTo>
                <a:lnTo>
                  <a:pt x="11958436" y="4014456"/>
                </a:lnTo>
                <a:cubicBezTo>
                  <a:pt x="7972307" y="4014312"/>
                  <a:pt x="3986130" y="4014601"/>
                  <a:pt x="0" y="4014312"/>
                </a:cubicBezTo>
                <a:lnTo>
                  <a:pt x="0" y="2525669"/>
                </a:lnTo>
                <a:cubicBezTo>
                  <a:pt x="1532" y="2531410"/>
                  <a:pt x="2775" y="2537244"/>
                  <a:pt x="3732" y="2543130"/>
                </a:cubicBezTo>
                <a:cubicBezTo>
                  <a:pt x="21670" y="2543176"/>
                  <a:pt x="39654" y="2542364"/>
                  <a:pt x="57639" y="2543130"/>
                </a:cubicBezTo>
                <a:cubicBezTo>
                  <a:pt x="70601" y="2543798"/>
                  <a:pt x="82224" y="2550781"/>
                  <a:pt x="95140" y="2551930"/>
                </a:cubicBezTo>
                <a:cubicBezTo>
                  <a:pt x="109443" y="2553556"/>
                  <a:pt x="125465" y="2553364"/>
                  <a:pt x="137139" y="2563221"/>
                </a:cubicBezTo>
                <a:cubicBezTo>
                  <a:pt x="140442" y="2572834"/>
                  <a:pt x="141637" y="2583074"/>
                  <a:pt x="143501" y="2593070"/>
                </a:cubicBezTo>
                <a:cubicBezTo>
                  <a:pt x="151779" y="2595079"/>
                  <a:pt x="160005" y="2597186"/>
                  <a:pt x="168184" y="2599432"/>
                </a:cubicBezTo>
                <a:cubicBezTo>
                  <a:pt x="188850" y="2594313"/>
                  <a:pt x="212047" y="2588095"/>
                  <a:pt x="231947" y="2599049"/>
                </a:cubicBezTo>
                <a:cubicBezTo>
                  <a:pt x="244718" y="2605314"/>
                  <a:pt x="267346" y="2609957"/>
                  <a:pt x="272367" y="2592113"/>
                </a:cubicBezTo>
                <a:cubicBezTo>
                  <a:pt x="289109" y="2600582"/>
                  <a:pt x="307192" y="2605650"/>
                  <a:pt x="325461" y="2609667"/>
                </a:cubicBezTo>
                <a:cubicBezTo>
                  <a:pt x="327759" y="2615885"/>
                  <a:pt x="330006" y="2622102"/>
                  <a:pt x="332398" y="2628371"/>
                </a:cubicBezTo>
                <a:cubicBezTo>
                  <a:pt x="343160" y="2623779"/>
                  <a:pt x="354068" y="2619524"/>
                  <a:pt x="365022" y="2615408"/>
                </a:cubicBezTo>
                <a:cubicBezTo>
                  <a:pt x="374874" y="2618421"/>
                  <a:pt x="384875" y="2620958"/>
                  <a:pt x="394918" y="2623205"/>
                </a:cubicBezTo>
                <a:cubicBezTo>
                  <a:pt x="395922" y="2604548"/>
                  <a:pt x="393101" y="2583265"/>
                  <a:pt x="408119" y="2569247"/>
                </a:cubicBezTo>
                <a:cubicBezTo>
                  <a:pt x="421820" y="2526542"/>
                  <a:pt x="411693" y="2454988"/>
                  <a:pt x="419694" y="2241730"/>
                </a:cubicBezTo>
                <a:cubicBezTo>
                  <a:pt x="445045" y="2244935"/>
                  <a:pt x="469584" y="2237760"/>
                  <a:pt x="491015" y="2224461"/>
                </a:cubicBezTo>
                <a:cubicBezTo>
                  <a:pt x="487666" y="2222980"/>
                  <a:pt x="480921" y="2220060"/>
                  <a:pt x="477576" y="2218575"/>
                </a:cubicBezTo>
                <a:cubicBezTo>
                  <a:pt x="485709" y="2218673"/>
                  <a:pt x="494986" y="2217379"/>
                  <a:pt x="499961" y="2225465"/>
                </a:cubicBezTo>
                <a:cubicBezTo>
                  <a:pt x="512830" y="2228095"/>
                  <a:pt x="525886" y="2229674"/>
                  <a:pt x="538947" y="2231061"/>
                </a:cubicBezTo>
                <a:cubicBezTo>
                  <a:pt x="539377" y="2227520"/>
                  <a:pt x="540288" y="2220345"/>
                  <a:pt x="540718" y="2216758"/>
                </a:cubicBezTo>
                <a:cubicBezTo>
                  <a:pt x="564349" y="2212357"/>
                  <a:pt x="588313" y="2218430"/>
                  <a:pt x="611894" y="2220775"/>
                </a:cubicBezTo>
                <a:cubicBezTo>
                  <a:pt x="612277" y="2224316"/>
                  <a:pt x="613089" y="2231444"/>
                  <a:pt x="613519" y="2235032"/>
                </a:cubicBezTo>
                <a:cubicBezTo>
                  <a:pt x="652889" y="2256272"/>
                  <a:pt x="698952" y="2239049"/>
                  <a:pt x="740998" y="2247948"/>
                </a:cubicBezTo>
                <a:cubicBezTo>
                  <a:pt x="755409" y="2278619"/>
                  <a:pt x="746417" y="2264844"/>
                  <a:pt x="751714" y="2563314"/>
                </a:cubicBezTo>
                <a:cubicBezTo>
                  <a:pt x="761710" y="2564463"/>
                  <a:pt x="771758" y="2565276"/>
                  <a:pt x="781848" y="2566042"/>
                </a:cubicBezTo>
                <a:cubicBezTo>
                  <a:pt x="783329" y="2561357"/>
                  <a:pt x="784861" y="2556667"/>
                  <a:pt x="786440" y="2552075"/>
                </a:cubicBezTo>
                <a:cubicBezTo>
                  <a:pt x="790840" y="2549347"/>
                  <a:pt x="795147" y="2546479"/>
                  <a:pt x="799258" y="2543419"/>
                </a:cubicBezTo>
                <a:cubicBezTo>
                  <a:pt x="802846" y="2528639"/>
                  <a:pt x="802079" y="2513187"/>
                  <a:pt x="804378" y="2498216"/>
                </a:cubicBezTo>
                <a:cubicBezTo>
                  <a:pt x="811076" y="2489845"/>
                  <a:pt x="813085" y="2479274"/>
                  <a:pt x="814996" y="2469039"/>
                </a:cubicBezTo>
                <a:cubicBezTo>
                  <a:pt x="949654" y="2466343"/>
                  <a:pt x="882061" y="2470361"/>
                  <a:pt x="959837" y="2476405"/>
                </a:cubicBezTo>
                <a:cubicBezTo>
                  <a:pt x="965625" y="2496450"/>
                  <a:pt x="973468" y="2516107"/>
                  <a:pt x="972132" y="2537440"/>
                </a:cubicBezTo>
                <a:cubicBezTo>
                  <a:pt x="1000739" y="2538781"/>
                  <a:pt x="1028384" y="2530312"/>
                  <a:pt x="1056561" y="2526678"/>
                </a:cubicBezTo>
                <a:cubicBezTo>
                  <a:pt x="1057056" y="2521894"/>
                  <a:pt x="1060849" y="2438526"/>
                  <a:pt x="1061919" y="2318839"/>
                </a:cubicBezTo>
                <a:cubicBezTo>
                  <a:pt x="1065076" y="2318171"/>
                  <a:pt x="1071439" y="2316830"/>
                  <a:pt x="1074596" y="2316209"/>
                </a:cubicBezTo>
                <a:cubicBezTo>
                  <a:pt x="1075171" y="2313196"/>
                  <a:pt x="1076222" y="2307217"/>
                  <a:pt x="1076797" y="2304204"/>
                </a:cubicBezTo>
                <a:cubicBezTo>
                  <a:pt x="1087751" y="2302961"/>
                  <a:pt x="1098705" y="2301766"/>
                  <a:pt x="1109659" y="2300425"/>
                </a:cubicBezTo>
                <a:cubicBezTo>
                  <a:pt x="1123673" y="2304778"/>
                  <a:pt x="1137883" y="2308651"/>
                  <a:pt x="1151896" y="2313005"/>
                </a:cubicBezTo>
                <a:cubicBezTo>
                  <a:pt x="1149981" y="2315971"/>
                  <a:pt x="1146202" y="2321903"/>
                  <a:pt x="1144292" y="2324870"/>
                </a:cubicBezTo>
                <a:cubicBezTo>
                  <a:pt x="1153475" y="2332045"/>
                  <a:pt x="1163663" y="2322763"/>
                  <a:pt x="1173230" y="2326542"/>
                </a:cubicBezTo>
                <a:cubicBezTo>
                  <a:pt x="1189542" y="2332997"/>
                  <a:pt x="1207671" y="2329891"/>
                  <a:pt x="1224268" y="2335632"/>
                </a:cubicBezTo>
                <a:cubicBezTo>
                  <a:pt x="1223264" y="2352995"/>
                  <a:pt x="1223311" y="2370456"/>
                  <a:pt x="1223932" y="2387866"/>
                </a:cubicBezTo>
                <a:cubicBezTo>
                  <a:pt x="1259088" y="2390403"/>
                  <a:pt x="1294202" y="2391884"/>
                  <a:pt x="1328638" y="2400254"/>
                </a:cubicBezTo>
                <a:cubicBezTo>
                  <a:pt x="1324958" y="2404655"/>
                  <a:pt x="1321319" y="2409102"/>
                  <a:pt x="1317782" y="2413600"/>
                </a:cubicBezTo>
                <a:cubicBezTo>
                  <a:pt x="1338925" y="2423358"/>
                  <a:pt x="1363463" y="2414366"/>
                  <a:pt x="1384605" y="2421205"/>
                </a:cubicBezTo>
                <a:cubicBezTo>
                  <a:pt x="1390776" y="2460000"/>
                  <a:pt x="1385081" y="2500275"/>
                  <a:pt x="1387571" y="2539640"/>
                </a:cubicBezTo>
                <a:cubicBezTo>
                  <a:pt x="1392070" y="2537342"/>
                  <a:pt x="1396610" y="2535048"/>
                  <a:pt x="1401108" y="2532750"/>
                </a:cubicBezTo>
                <a:cubicBezTo>
                  <a:pt x="1412829" y="2533278"/>
                  <a:pt x="1424596" y="2534138"/>
                  <a:pt x="1436171" y="2536483"/>
                </a:cubicBezTo>
                <a:cubicBezTo>
                  <a:pt x="1441959" y="2535287"/>
                  <a:pt x="1447746" y="2534138"/>
                  <a:pt x="1453581" y="2532993"/>
                </a:cubicBezTo>
                <a:cubicBezTo>
                  <a:pt x="1453053" y="2513238"/>
                  <a:pt x="1459130" y="2494488"/>
                  <a:pt x="1464250" y="2475686"/>
                </a:cubicBezTo>
                <a:cubicBezTo>
                  <a:pt x="1481421" y="2475158"/>
                  <a:pt x="1498593" y="2475784"/>
                  <a:pt x="1515816" y="2476116"/>
                </a:cubicBezTo>
                <a:cubicBezTo>
                  <a:pt x="1521174" y="2470137"/>
                  <a:pt x="1526625" y="2464204"/>
                  <a:pt x="1532221" y="2458370"/>
                </a:cubicBezTo>
                <a:cubicBezTo>
                  <a:pt x="1544325" y="2456454"/>
                  <a:pt x="1554513" y="2449714"/>
                  <a:pt x="1563650" y="2441913"/>
                </a:cubicBezTo>
                <a:cubicBezTo>
                  <a:pt x="1564369" y="2444688"/>
                  <a:pt x="1565756" y="2450190"/>
                  <a:pt x="1566471" y="2452914"/>
                </a:cubicBezTo>
                <a:cubicBezTo>
                  <a:pt x="1626544" y="2500341"/>
                  <a:pt x="1590192" y="2455287"/>
                  <a:pt x="1644776" y="2497543"/>
                </a:cubicBezTo>
                <a:cubicBezTo>
                  <a:pt x="1645205" y="2500126"/>
                  <a:pt x="1646065" y="2505339"/>
                  <a:pt x="1646499" y="2507969"/>
                </a:cubicBezTo>
                <a:cubicBezTo>
                  <a:pt x="1648555" y="2509403"/>
                  <a:pt x="1652670" y="2512224"/>
                  <a:pt x="1654777" y="2513663"/>
                </a:cubicBezTo>
                <a:cubicBezTo>
                  <a:pt x="1655160" y="2525477"/>
                  <a:pt x="1655734" y="2537295"/>
                  <a:pt x="1656449" y="2549109"/>
                </a:cubicBezTo>
                <a:cubicBezTo>
                  <a:pt x="1662573" y="2544709"/>
                  <a:pt x="1668407" y="2539827"/>
                  <a:pt x="1675106" y="2536385"/>
                </a:cubicBezTo>
                <a:cubicBezTo>
                  <a:pt x="1684337" y="2542172"/>
                  <a:pt x="1689886" y="2555518"/>
                  <a:pt x="1702611" y="2554369"/>
                </a:cubicBezTo>
                <a:cubicBezTo>
                  <a:pt x="1729447" y="2555228"/>
                  <a:pt x="1756377" y="2553748"/>
                  <a:pt x="1783209" y="2554943"/>
                </a:cubicBezTo>
                <a:cubicBezTo>
                  <a:pt x="1785838" y="2556714"/>
                  <a:pt x="1791005" y="2560301"/>
                  <a:pt x="1793588" y="2562072"/>
                </a:cubicBezTo>
                <a:cubicBezTo>
                  <a:pt x="1797895" y="2558054"/>
                  <a:pt x="1802244" y="2554084"/>
                  <a:pt x="1806649" y="2550160"/>
                </a:cubicBezTo>
                <a:cubicBezTo>
                  <a:pt x="1811049" y="2501990"/>
                  <a:pt x="1803972" y="2453250"/>
                  <a:pt x="1812628" y="2405416"/>
                </a:cubicBezTo>
                <a:cubicBezTo>
                  <a:pt x="1820233" y="2405178"/>
                  <a:pt x="1827936" y="2405033"/>
                  <a:pt x="1835587" y="2404888"/>
                </a:cubicBezTo>
                <a:cubicBezTo>
                  <a:pt x="1837358" y="2397760"/>
                  <a:pt x="1839128" y="2390730"/>
                  <a:pt x="1840899" y="2383699"/>
                </a:cubicBezTo>
                <a:cubicBezTo>
                  <a:pt x="1856062" y="2382648"/>
                  <a:pt x="1871271" y="2383653"/>
                  <a:pt x="1886341" y="2385755"/>
                </a:cubicBezTo>
                <a:cubicBezTo>
                  <a:pt x="1886294" y="2388483"/>
                  <a:pt x="1886196" y="2393981"/>
                  <a:pt x="1886149" y="2396709"/>
                </a:cubicBezTo>
                <a:cubicBezTo>
                  <a:pt x="1905329" y="2402020"/>
                  <a:pt x="1923459" y="2410246"/>
                  <a:pt x="1942400" y="2416319"/>
                </a:cubicBezTo>
                <a:cubicBezTo>
                  <a:pt x="1954695" y="2413498"/>
                  <a:pt x="1965743" y="2407901"/>
                  <a:pt x="1969284" y="2394794"/>
                </a:cubicBezTo>
                <a:cubicBezTo>
                  <a:pt x="1997507" y="2391874"/>
                  <a:pt x="2022620" y="2409527"/>
                  <a:pt x="2051176" y="2404982"/>
                </a:cubicBezTo>
                <a:cubicBezTo>
                  <a:pt x="2051797" y="2408139"/>
                  <a:pt x="2053091" y="2414450"/>
                  <a:pt x="2053712" y="2417608"/>
                </a:cubicBezTo>
                <a:cubicBezTo>
                  <a:pt x="2059598" y="2421149"/>
                  <a:pt x="2065241" y="2425068"/>
                  <a:pt x="2071603" y="2427796"/>
                </a:cubicBezTo>
                <a:cubicBezTo>
                  <a:pt x="2085668" y="2426026"/>
                  <a:pt x="2099874" y="2424494"/>
                  <a:pt x="2113934" y="2427460"/>
                </a:cubicBezTo>
                <a:cubicBezTo>
                  <a:pt x="2115083" y="2420093"/>
                  <a:pt x="2116134" y="2412773"/>
                  <a:pt x="2117092" y="2405458"/>
                </a:cubicBezTo>
                <a:cubicBezTo>
                  <a:pt x="2156218" y="2409812"/>
                  <a:pt x="2195588" y="2408807"/>
                  <a:pt x="2234859" y="2409905"/>
                </a:cubicBezTo>
                <a:cubicBezTo>
                  <a:pt x="2240553" y="2428081"/>
                  <a:pt x="2233135" y="2447168"/>
                  <a:pt x="2238162" y="2465442"/>
                </a:cubicBezTo>
                <a:cubicBezTo>
                  <a:pt x="2245958" y="2467787"/>
                  <a:pt x="2253754" y="2470319"/>
                  <a:pt x="2261551" y="2472855"/>
                </a:cubicBezTo>
                <a:cubicBezTo>
                  <a:pt x="2262555" y="2481273"/>
                  <a:pt x="2263559" y="2489742"/>
                  <a:pt x="2264662" y="2498253"/>
                </a:cubicBezTo>
                <a:cubicBezTo>
                  <a:pt x="2287383" y="2503994"/>
                  <a:pt x="2310917" y="2505334"/>
                  <a:pt x="2334306" y="2504952"/>
                </a:cubicBezTo>
                <a:cubicBezTo>
                  <a:pt x="2334880" y="2538435"/>
                  <a:pt x="2333157" y="2572017"/>
                  <a:pt x="2334880" y="2605496"/>
                </a:cubicBezTo>
                <a:cubicBezTo>
                  <a:pt x="2340140" y="2620944"/>
                  <a:pt x="2347698" y="2635677"/>
                  <a:pt x="2349567" y="2652232"/>
                </a:cubicBezTo>
                <a:cubicBezTo>
                  <a:pt x="2356597" y="2651802"/>
                  <a:pt x="2363679" y="2651466"/>
                  <a:pt x="2370755" y="2651129"/>
                </a:cubicBezTo>
                <a:cubicBezTo>
                  <a:pt x="2373292" y="2645197"/>
                  <a:pt x="2375824" y="2639264"/>
                  <a:pt x="2378407" y="2633383"/>
                </a:cubicBezTo>
                <a:cubicBezTo>
                  <a:pt x="2390464" y="2634817"/>
                  <a:pt x="2406963" y="2628553"/>
                  <a:pt x="2414567" y="2641324"/>
                </a:cubicBezTo>
                <a:cubicBezTo>
                  <a:pt x="2425092" y="2642184"/>
                  <a:pt x="2435616" y="2642950"/>
                  <a:pt x="2446187" y="2643763"/>
                </a:cubicBezTo>
                <a:cubicBezTo>
                  <a:pt x="2455936" y="2563076"/>
                  <a:pt x="2438937" y="2500005"/>
                  <a:pt x="2460729" y="2434299"/>
                </a:cubicBezTo>
                <a:cubicBezTo>
                  <a:pt x="2475462" y="2429898"/>
                  <a:pt x="2490723" y="2428604"/>
                  <a:pt x="2505933" y="2427026"/>
                </a:cubicBezTo>
                <a:cubicBezTo>
                  <a:pt x="2511529" y="2422527"/>
                  <a:pt x="2509422" y="2413726"/>
                  <a:pt x="2511674" y="2407700"/>
                </a:cubicBezTo>
                <a:cubicBezTo>
                  <a:pt x="2521717" y="2409564"/>
                  <a:pt x="2531527" y="2412820"/>
                  <a:pt x="2540850" y="2417221"/>
                </a:cubicBezTo>
                <a:cubicBezTo>
                  <a:pt x="2543625" y="2424970"/>
                  <a:pt x="2546638" y="2432575"/>
                  <a:pt x="2550081" y="2440226"/>
                </a:cubicBezTo>
                <a:cubicBezTo>
                  <a:pt x="2554098" y="2433290"/>
                  <a:pt x="2557209" y="2425923"/>
                  <a:pt x="2559601" y="2418318"/>
                </a:cubicBezTo>
                <a:cubicBezTo>
                  <a:pt x="2568116" y="2418701"/>
                  <a:pt x="2576627" y="2419322"/>
                  <a:pt x="2585190" y="2420135"/>
                </a:cubicBezTo>
                <a:cubicBezTo>
                  <a:pt x="2588301" y="2429940"/>
                  <a:pt x="2591454" y="2439745"/>
                  <a:pt x="2594757" y="2449555"/>
                </a:cubicBezTo>
                <a:cubicBezTo>
                  <a:pt x="2603081" y="2455198"/>
                  <a:pt x="2609107" y="2463237"/>
                  <a:pt x="2614035" y="2471893"/>
                </a:cubicBezTo>
                <a:cubicBezTo>
                  <a:pt x="2611405" y="2491984"/>
                  <a:pt x="2610686" y="2512551"/>
                  <a:pt x="2614082" y="2532643"/>
                </a:cubicBezTo>
                <a:cubicBezTo>
                  <a:pt x="2621831" y="2535319"/>
                  <a:pt x="2630011" y="2536950"/>
                  <a:pt x="2637569" y="2540486"/>
                </a:cubicBezTo>
                <a:cubicBezTo>
                  <a:pt x="2639339" y="2546465"/>
                  <a:pt x="2641110" y="2552491"/>
                  <a:pt x="2642880" y="2558568"/>
                </a:cubicBezTo>
                <a:cubicBezTo>
                  <a:pt x="2657898" y="2566220"/>
                  <a:pt x="2653260" y="2542354"/>
                  <a:pt x="2656801" y="2533740"/>
                </a:cubicBezTo>
                <a:cubicBezTo>
                  <a:pt x="2669955" y="2533502"/>
                  <a:pt x="2683156" y="2533166"/>
                  <a:pt x="2696408" y="2532736"/>
                </a:cubicBezTo>
                <a:cubicBezTo>
                  <a:pt x="2695880" y="2526136"/>
                  <a:pt x="2693918" y="2519297"/>
                  <a:pt x="2696646" y="2512935"/>
                </a:cubicBezTo>
                <a:cubicBezTo>
                  <a:pt x="2704826" y="2487345"/>
                  <a:pt x="2701476" y="2460079"/>
                  <a:pt x="2702719" y="2433673"/>
                </a:cubicBezTo>
                <a:cubicBezTo>
                  <a:pt x="2706260" y="2433435"/>
                  <a:pt x="2713290" y="2432906"/>
                  <a:pt x="2716784" y="2432668"/>
                </a:cubicBezTo>
                <a:cubicBezTo>
                  <a:pt x="2717504" y="2429226"/>
                  <a:pt x="2718840" y="2422289"/>
                  <a:pt x="2719512" y="2418846"/>
                </a:cubicBezTo>
                <a:cubicBezTo>
                  <a:pt x="2754575" y="2421284"/>
                  <a:pt x="2790978" y="2412148"/>
                  <a:pt x="2824938" y="2423821"/>
                </a:cubicBezTo>
                <a:cubicBezTo>
                  <a:pt x="2825368" y="2427072"/>
                  <a:pt x="2826227" y="2433579"/>
                  <a:pt x="2826662" y="2436830"/>
                </a:cubicBezTo>
                <a:cubicBezTo>
                  <a:pt x="2840629" y="2439750"/>
                  <a:pt x="2857754" y="2438218"/>
                  <a:pt x="2868946" y="2448168"/>
                </a:cubicBezTo>
                <a:cubicBezTo>
                  <a:pt x="2865503" y="2497580"/>
                  <a:pt x="2870525" y="2547086"/>
                  <a:pt x="2869904" y="2596550"/>
                </a:cubicBezTo>
                <a:cubicBezTo>
                  <a:pt x="2875976" y="2594112"/>
                  <a:pt x="2882100" y="2591674"/>
                  <a:pt x="2888224" y="2589184"/>
                </a:cubicBezTo>
                <a:cubicBezTo>
                  <a:pt x="2893629" y="2577510"/>
                  <a:pt x="2905251" y="2572395"/>
                  <a:pt x="2917784" y="2573923"/>
                </a:cubicBezTo>
                <a:cubicBezTo>
                  <a:pt x="2921993" y="2578851"/>
                  <a:pt x="2925725" y="2584209"/>
                  <a:pt x="2929406" y="2589660"/>
                </a:cubicBezTo>
                <a:cubicBezTo>
                  <a:pt x="2960708" y="2594588"/>
                  <a:pt x="2948684" y="2595644"/>
                  <a:pt x="2976712" y="2600951"/>
                </a:cubicBezTo>
                <a:cubicBezTo>
                  <a:pt x="2983742" y="2566799"/>
                  <a:pt x="2978193" y="2531736"/>
                  <a:pt x="2980398" y="2497248"/>
                </a:cubicBezTo>
                <a:cubicBezTo>
                  <a:pt x="2984223" y="2492802"/>
                  <a:pt x="2988484" y="2488639"/>
                  <a:pt x="2991735" y="2483711"/>
                </a:cubicBezTo>
                <a:cubicBezTo>
                  <a:pt x="2995224" y="2423681"/>
                  <a:pt x="2994463" y="2363506"/>
                  <a:pt x="2994318" y="2303377"/>
                </a:cubicBezTo>
                <a:cubicBezTo>
                  <a:pt x="3044016" y="2297206"/>
                  <a:pt x="3094484" y="2303092"/>
                  <a:pt x="3142841" y="2315051"/>
                </a:cubicBezTo>
                <a:cubicBezTo>
                  <a:pt x="3148965" y="2368098"/>
                  <a:pt x="3146667" y="2421527"/>
                  <a:pt x="3147862" y="2474766"/>
                </a:cubicBezTo>
                <a:cubicBezTo>
                  <a:pt x="3151352" y="2475242"/>
                  <a:pt x="3158340" y="2476153"/>
                  <a:pt x="3161829" y="2476629"/>
                </a:cubicBezTo>
                <a:cubicBezTo>
                  <a:pt x="3162068" y="2536996"/>
                  <a:pt x="3161302" y="2597363"/>
                  <a:pt x="3162259" y="2657730"/>
                </a:cubicBezTo>
                <a:cubicBezTo>
                  <a:pt x="3172928" y="2657875"/>
                  <a:pt x="3183640" y="2658015"/>
                  <a:pt x="3194355" y="2658066"/>
                </a:cubicBezTo>
                <a:cubicBezTo>
                  <a:pt x="3195168" y="2637307"/>
                  <a:pt x="3195360" y="2616548"/>
                  <a:pt x="3195360" y="2595836"/>
                </a:cubicBezTo>
                <a:cubicBezTo>
                  <a:pt x="3212148" y="2589427"/>
                  <a:pt x="3228843" y="2582728"/>
                  <a:pt x="3245109" y="2575123"/>
                </a:cubicBezTo>
                <a:cubicBezTo>
                  <a:pt x="3241283" y="2570676"/>
                  <a:pt x="3237457" y="2566276"/>
                  <a:pt x="3233627" y="2561875"/>
                </a:cubicBezTo>
                <a:cubicBezTo>
                  <a:pt x="3233673" y="2546091"/>
                  <a:pt x="3234057" y="2530307"/>
                  <a:pt x="3234678" y="2514518"/>
                </a:cubicBezTo>
                <a:cubicBezTo>
                  <a:pt x="3252807" y="2514710"/>
                  <a:pt x="3271319" y="2514373"/>
                  <a:pt x="3288253" y="2506960"/>
                </a:cubicBezTo>
                <a:cubicBezTo>
                  <a:pt x="3293896" y="2498061"/>
                  <a:pt x="3304756" y="2499832"/>
                  <a:pt x="3313748" y="2498827"/>
                </a:cubicBezTo>
                <a:cubicBezTo>
                  <a:pt x="3315472" y="2501266"/>
                  <a:pt x="3318915" y="2506096"/>
                  <a:pt x="3320638" y="2508539"/>
                </a:cubicBezTo>
                <a:cubicBezTo>
                  <a:pt x="3330014" y="2509828"/>
                  <a:pt x="3339436" y="2511407"/>
                  <a:pt x="3348718" y="2513705"/>
                </a:cubicBezTo>
                <a:cubicBezTo>
                  <a:pt x="3350390" y="2513514"/>
                  <a:pt x="3353739" y="2513084"/>
                  <a:pt x="3355416" y="2512892"/>
                </a:cubicBezTo>
                <a:cubicBezTo>
                  <a:pt x="3366608" y="2519063"/>
                  <a:pt x="3379142" y="2521502"/>
                  <a:pt x="3391628" y="2523749"/>
                </a:cubicBezTo>
                <a:cubicBezTo>
                  <a:pt x="3391436" y="2538290"/>
                  <a:pt x="3391389" y="2552925"/>
                  <a:pt x="3391534" y="2567518"/>
                </a:cubicBezTo>
                <a:cubicBezTo>
                  <a:pt x="3389619" y="2569672"/>
                  <a:pt x="3385793" y="2574025"/>
                  <a:pt x="3383883" y="2576174"/>
                </a:cubicBezTo>
                <a:cubicBezTo>
                  <a:pt x="3385508" y="2604636"/>
                  <a:pt x="3384313" y="2633192"/>
                  <a:pt x="3387185" y="2661607"/>
                </a:cubicBezTo>
                <a:cubicBezTo>
                  <a:pt x="3393931" y="2661177"/>
                  <a:pt x="3400723" y="2660748"/>
                  <a:pt x="3407515" y="2660364"/>
                </a:cubicBezTo>
                <a:cubicBezTo>
                  <a:pt x="3409477" y="2650078"/>
                  <a:pt x="3411532" y="2639797"/>
                  <a:pt x="3413494" y="2629557"/>
                </a:cubicBezTo>
                <a:cubicBezTo>
                  <a:pt x="3428129" y="2630225"/>
                  <a:pt x="3442815" y="2631038"/>
                  <a:pt x="3457502" y="2631664"/>
                </a:cubicBezTo>
                <a:cubicBezTo>
                  <a:pt x="3461281" y="2638503"/>
                  <a:pt x="3465298" y="2645393"/>
                  <a:pt x="3469507" y="2652087"/>
                </a:cubicBezTo>
                <a:cubicBezTo>
                  <a:pt x="3472328" y="2661560"/>
                  <a:pt x="3475010" y="2671076"/>
                  <a:pt x="3477686" y="2680694"/>
                </a:cubicBezTo>
                <a:cubicBezTo>
                  <a:pt x="3492116" y="2675541"/>
                  <a:pt x="3484997" y="2688135"/>
                  <a:pt x="3491943" y="2460705"/>
                </a:cubicBezTo>
                <a:cubicBezTo>
                  <a:pt x="3502850" y="2460658"/>
                  <a:pt x="3514809" y="2459986"/>
                  <a:pt x="3518588" y="2447644"/>
                </a:cubicBezTo>
                <a:cubicBezTo>
                  <a:pt x="3544560" y="2446734"/>
                  <a:pt x="3570584" y="2447070"/>
                  <a:pt x="3596603" y="2447743"/>
                </a:cubicBezTo>
                <a:cubicBezTo>
                  <a:pt x="3597990" y="2470608"/>
                  <a:pt x="3598901" y="2493470"/>
                  <a:pt x="3599279" y="2516382"/>
                </a:cubicBezTo>
                <a:cubicBezTo>
                  <a:pt x="3601143" y="2518106"/>
                  <a:pt x="3604876" y="2521548"/>
                  <a:pt x="3606739" y="2523272"/>
                </a:cubicBezTo>
                <a:cubicBezTo>
                  <a:pt x="3606641" y="2548623"/>
                  <a:pt x="3607361" y="2574025"/>
                  <a:pt x="3605305" y="2599330"/>
                </a:cubicBezTo>
                <a:cubicBezTo>
                  <a:pt x="3624201" y="2599283"/>
                  <a:pt x="3640844" y="2610237"/>
                  <a:pt x="3659786" y="2609854"/>
                </a:cubicBezTo>
                <a:cubicBezTo>
                  <a:pt x="3676813" y="2608756"/>
                  <a:pt x="3690972" y="2620762"/>
                  <a:pt x="3708050" y="2620523"/>
                </a:cubicBezTo>
                <a:cubicBezTo>
                  <a:pt x="3709391" y="2622387"/>
                  <a:pt x="3712165" y="2626166"/>
                  <a:pt x="3713553" y="2628081"/>
                </a:cubicBezTo>
                <a:cubicBezTo>
                  <a:pt x="3729290" y="2631094"/>
                  <a:pt x="3745172" y="2633677"/>
                  <a:pt x="3761293" y="2634537"/>
                </a:cubicBezTo>
                <a:cubicBezTo>
                  <a:pt x="3766170" y="2547717"/>
                  <a:pt x="3762390" y="2460710"/>
                  <a:pt x="3766413" y="2373890"/>
                </a:cubicBezTo>
                <a:cubicBezTo>
                  <a:pt x="3776456" y="2368915"/>
                  <a:pt x="3785691" y="2358820"/>
                  <a:pt x="3797934" y="2361165"/>
                </a:cubicBezTo>
                <a:cubicBezTo>
                  <a:pt x="3812140" y="2364991"/>
                  <a:pt x="3825869" y="2371643"/>
                  <a:pt x="3840985" y="2370825"/>
                </a:cubicBezTo>
                <a:cubicBezTo>
                  <a:pt x="3861076" y="2372358"/>
                  <a:pt x="3883269" y="2367668"/>
                  <a:pt x="3901253" y="2379196"/>
                </a:cubicBezTo>
                <a:cubicBezTo>
                  <a:pt x="3899291" y="2430281"/>
                  <a:pt x="3898002" y="2481464"/>
                  <a:pt x="3899721" y="2532549"/>
                </a:cubicBezTo>
                <a:cubicBezTo>
                  <a:pt x="3909241" y="2533362"/>
                  <a:pt x="3918808" y="2534128"/>
                  <a:pt x="3928468" y="2534988"/>
                </a:cubicBezTo>
                <a:cubicBezTo>
                  <a:pt x="3929902" y="2532549"/>
                  <a:pt x="3932822" y="2527668"/>
                  <a:pt x="3934256" y="2525230"/>
                </a:cubicBezTo>
                <a:cubicBezTo>
                  <a:pt x="3952291" y="2525276"/>
                  <a:pt x="3970369" y="2525996"/>
                  <a:pt x="3988452" y="2524991"/>
                </a:cubicBezTo>
                <a:cubicBezTo>
                  <a:pt x="3990414" y="2442095"/>
                  <a:pt x="3988980" y="2359199"/>
                  <a:pt x="3989218" y="2276303"/>
                </a:cubicBezTo>
                <a:cubicBezTo>
                  <a:pt x="3995580" y="2272379"/>
                  <a:pt x="4002036" y="2268600"/>
                  <a:pt x="4008496" y="2264774"/>
                </a:cubicBezTo>
                <a:cubicBezTo>
                  <a:pt x="4008543" y="2253245"/>
                  <a:pt x="4008688" y="2241768"/>
                  <a:pt x="4009071" y="2230286"/>
                </a:cubicBezTo>
                <a:cubicBezTo>
                  <a:pt x="4032553" y="2207705"/>
                  <a:pt x="4018058" y="2222919"/>
                  <a:pt x="4023421" y="2120030"/>
                </a:cubicBezTo>
                <a:cubicBezTo>
                  <a:pt x="4037486" y="2104577"/>
                  <a:pt x="4031983" y="2082146"/>
                  <a:pt x="4035281" y="2063204"/>
                </a:cubicBezTo>
                <a:cubicBezTo>
                  <a:pt x="4043031" y="2056604"/>
                  <a:pt x="4050780" y="2050003"/>
                  <a:pt x="4058385" y="2043258"/>
                </a:cubicBezTo>
                <a:cubicBezTo>
                  <a:pt x="4059964" y="2043402"/>
                  <a:pt x="4063169" y="2043785"/>
                  <a:pt x="4064794" y="2043926"/>
                </a:cubicBezTo>
                <a:cubicBezTo>
                  <a:pt x="4078715" y="2035938"/>
                  <a:pt x="4093877" y="2028380"/>
                  <a:pt x="4103253" y="2014796"/>
                </a:cubicBezTo>
                <a:cubicBezTo>
                  <a:pt x="4106737" y="1919838"/>
                  <a:pt x="4111348" y="1914326"/>
                  <a:pt x="4122671" y="1909132"/>
                </a:cubicBezTo>
                <a:cubicBezTo>
                  <a:pt x="4123008" y="1921903"/>
                  <a:pt x="4122769" y="1934866"/>
                  <a:pt x="4125301" y="1947543"/>
                </a:cubicBezTo>
                <a:cubicBezTo>
                  <a:pt x="4131327" y="1972801"/>
                  <a:pt x="4123960" y="1998820"/>
                  <a:pt x="4128459" y="2024316"/>
                </a:cubicBezTo>
                <a:cubicBezTo>
                  <a:pt x="4129991" y="2021541"/>
                  <a:pt x="4133051" y="2016038"/>
                  <a:pt x="4134583" y="2013268"/>
                </a:cubicBezTo>
                <a:cubicBezTo>
                  <a:pt x="4138647" y="2015324"/>
                  <a:pt x="4142716" y="2017332"/>
                  <a:pt x="4146826" y="2019439"/>
                </a:cubicBezTo>
                <a:cubicBezTo>
                  <a:pt x="4144005" y="2019247"/>
                  <a:pt x="4138362" y="2018864"/>
                  <a:pt x="4135536" y="2018626"/>
                </a:cubicBezTo>
                <a:cubicBezTo>
                  <a:pt x="4143047" y="2044080"/>
                  <a:pt x="4141585" y="2026329"/>
                  <a:pt x="4193366" y="2072775"/>
                </a:cubicBezTo>
                <a:cubicBezTo>
                  <a:pt x="4196426" y="2089279"/>
                  <a:pt x="4196379" y="2106114"/>
                  <a:pt x="4196141" y="2122856"/>
                </a:cubicBezTo>
                <a:cubicBezTo>
                  <a:pt x="4198005" y="2124528"/>
                  <a:pt x="4201737" y="2127924"/>
                  <a:pt x="4203652" y="2129601"/>
                </a:cubicBezTo>
                <a:cubicBezTo>
                  <a:pt x="4209776" y="2161361"/>
                  <a:pt x="4199827" y="2194653"/>
                  <a:pt x="4208772" y="2226082"/>
                </a:cubicBezTo>
                <a:cubicBezTo>
                  <a:pt x="4218054" y="2228235"/>
                  <a:pt x="4227621" y="2230099"/>
                  <a:pt x="4236468" y="2233976"/>
                </a:cubicBezTo>
                <a:cubicBezTo>
                  <a:pt x="4240149" y="2279895"/>
                  <a:pt x="4237426" y="2326294"/>
                  <a:pt x="4237617" y="2372409"/>
                </a:cubicBezTo>
                <a:cubicBezTo>
                  <a:pt x="4312825" y="2362777"/>
                  <a:pt x="4220726" y="2364524"/>
                  <a:pt x="4342468" y="2361548"/>
                </a:cubicBezTo>
                <a:cubicBezTo>
                  <a:pt x="4341940" y="2335716"/>
                  <a:pt x="4346009" y="2310225"/>
                  <a:pt x="4353661" y="2285636"/>
                </a:cubicBezTo>
                <a:cubicBezTo>
                  <a:pt x="4377433" y="2282814"/>
                  <a:pt x="4400345" y="2274252"/>
                  <a:pt x="4424552" y="2274537"/>
                </a:cubicBezTo>
                <a:cubicBezTo>
                  <a:pt x="4424407" y="2267315"/>
                  <a:pt x="4424360" y="2260140"/>
                  <a:pt x="4424360" y="2253012"/>
                </a:cubicBezTo>
                <a:cubicBezTo>
                  <a:pt x="4454784" y="2259136"/>
                  <a:pt x="4486068" y="2254207"/>
                  <a:pt x="4516823" y="2257650"/>
                </a:cubicBezTo>
                <a:cubicBezTo>
                  <a:pt x="4516249" y="2250620"/>
                  <a:pt x="4515721" y="2243585"/>
                  <a:pt x="4515245" y="2236555"/>
                </a:cubicBezTo>
                <a:cubicBezTo>
                  <a:pt x="4520939" y="2236984"/>
                  <a:pt x="4526675" y="2237466"/>
                  <a:pt x="4532514" y="2237942"/>
                </a:cubicBezTo>
                <a:cubicBezTo>
                  <a:pt x="4534046" y="2241721"/>
                  <a:pt x="4537059" y="2249232"/>
                  <a:pt x="4538587" y="2252960"/>
                </a:cubicBezTo>
                <a:cubicBezTo>
                  <a:pt x="4540978" y="2249134"/>
                  <a:pt x="4545860" y="2241431"/>
                  <a:pt x="4548252" y="2237559"/>
                </a:cubicBezTo>
                <a:cubicBezTo>
                  <a:pt x="4551932" y="2238517"/>
                  <a:pt x="4559299" y="2240380"/>
                  <a:pt x="4562985" y="2241338"/>
                </a:cubicBezTo>
                <a:cubicBezTo>
                  <a:pt x="4563270" y="2244879"/>
                  <a:pt x="4563798" y="2251909"/>
                  <a:pt x="4564087" y="2255450"/>
                </a:cubicBezTo>
                <a:cubicBezTo>
                  <a:pt x="4605222" y="2254109"/>
                  <a:pt x="4646937" y="2266595"/>
                  <a:pt x="4687736" y="2255735"/>
                </a:cubicBezTo>
                <a:cubicBezTo>
                  <a:pt x="4690080" y="2246836"/>
                  <a:pt x="4692374" y="2237942"/>
                  <a:pt x="4694910" y="2229141"/>
                </a:cubicBezTo>
                <a:cubicBezTo>
                  <a:pt x="4704295" y="2235938"/>
                  <a:pt x="4702912" y="2242870"/>
                  <a:pt x="4701656" y="2303382"/>
                </a:cubicBezTo>
                <a:cubicBezTo>
                  <a:pt x="4724713" y="2302616"/>
                  <a:pt x="4747528" y="2305867"/>
                  <a:pt x="4770249" y="2309454"/>
                </a:cubicBezTo>
                <a:cubicBezTo>
                  <a:pt x="4770725" y="2317059"/>
                  <a:pt x="4771061" y="2324715"/>
                  <a:pt x="4771206" y="2332414"/>
                </a:cubicBezTo>
                <a:cubicBezTo>
                  <a:pt x="4835782" y="2329830"/>
                  <a:pt x="4902511" y="2356330"/>
                  <a:pt x="4941684" y="2408948"/>
                </a:cubicBezTo>
                <a:cubicBezTo>
                  <a:pt x="4947757" y="2408948"/>
                  <a:pt x="4953928" y="2408994"/>
                  <a:pt x="4960149" y="2409093"/>
                </a:cubicBezTo>
                <a:cubicBezTo>
                  <a:pt x="4962751" y="2055244"/>
                  <a:pt x="4964648" y="2069328"/>
                  <a:pt x="4964648" y="2069328"/>
                </a:cubicBezTo>
                <a:cubicBezTo>
                  <a:pt x="4970964" y="2064545"/>
                  <a:pt x="4976990" y="2059140"/>
                  <a:pt x="4984211" y="2055552"/>
                </a:cubicBezTo>
                <a:cubicBezTo>
                  <a:pt x="5010090" y="2063349"/>
                  <a:pt x="5036730" y="2074448"/>
                  <a:pt x="5056153" y="2093819"/>
                </a:cubicBezTo>
                <a:cubicBezTo>
                  <a:pt x="5056153" y="2093819"/>
                  <a:pt x="5060381" y="1800076"/>
                  <a:pt x="5060890" y="1252712"/>
                </a:cubicBezTo>
                <a:cubicBezTo>
                  <a:pt x="5052902" y="1245392"/>
                  <a:pt x="5044055" y="1238983"/>
                  <a:pt x="5033815" y="1235442"/>
                </a:cubicBezTo>
                <a:cubicBezTo>
                  <a:pt x="5030135" y="1232284"/>
                  <a:pt x="5026495" y="1229178"/>
                  <a:pt x="5022959" y="1226067"/>
                </a:cubicBezTo>
                <a:cubicBezTo>
                  <a:pt x="5027364" y="1191331"/>
                  <a:pt x="4991004" y="1169993"/>
                  <a:pt x="5013776" y="1095865"/>
                </a:cubicBezTo>
                <a:cubicBezTo>
                  <a:pt x="5040379" y="1043355"/>
                  <a:pt x="5046414" y="1031037"/>
                  <a:pt x="5112694" y="1006321"/>
                </a:cubicBezTo>
                <a:cubicBezTo>
                  <a:pt x="5115376" y="983362"/>
                  <a:pt x="5120061" y="960449"/>
                  <a:pt x="5117908" y="937200"/>
                </a:cubicBezTo>
                <a:cubicBezTo>
                  <a:pt x="5115852" y="935622"/>
                  <a:pt x="5111690" y="932417"/>
                  <a:pt x="5109584" y="930791"/>
                </a:cubicBezTo>
                <a:cubicBezTo>
                  <a:pt x="5128605" y="899751"/>
                  <a:pt x="5110816" y="818149"/>
                  <a:pt x="5121448" y="774281"/>
                </a:cubicBezTo>
                <a:cubicBezTo>
                  <a:pt x="5094472" y="755194"/>
                  <a:pt x="5089927" y="712718"/>
                  <a:pt x="5115469" y="690525"/>
                </a:cubicBezTo>
                <a:cubicBezTo>
                  <a:pt x="5114320" y="683158"/>
                  <a:pt x="5113414" y="675745"/>
                  <a:pt x="5112788" y="668332"/>
                </a:cubicBezTo>
                <a:cubicBezTo>
                  <a:pt x="5119533" y="666898"/>
                  <a:pt x="5126372" y="665464"/>
                  <a:pt x="5133309" y="664076"/>
                </a:cubicBezTo>
                <a:cubicBezTo>
                  <a:pt x="5132113" y="659867"/>
                  <a:pt x="5131062" y="655659"/>
                  <a:pt x="5130057" y="651497"/>
                </a:cubicBezTo>
                <a:cubicBezTo>
                  <a:pt x="5133855" y="631765"/>
                  <a:pt x="5134556" y="526965"/>
                  <a:pt x="5128908" y="504123"/>
                </a:cubicBezTo>
                <a:cubicBezTo>
                  <a:pt x="5125942" y="494556"/>
                  <a:pt x="5135317" y="488002"/>
                  <a:pt x="5141871" y="483126"/>
                </a:cubicBezTo>
                <a:cubicBezTo>
                  <a:pt x="5144141" y="318155"/>
                  <a:pt x="5143679" y="337088"/>
                  <a:pt x="5131062" y="308771"/>
                </a:cubicBezTo>
                <a:cubicBezTo>
                  <a:pt x="5135033" y="306285"/>
                  <a:pt x="5139050" y="303749"/>
                  <a:pt x="5143114" y="301259"/>
                </a:cubicBezTo>
                <a:cubicBezTo>
                  <a:pt x="5138923" y="214023"/>
                  <a:pt x="5150111" y="240266"/>
                  <a:pt x="5146748" y="74768"/>
                </a:cubicBezTo>
                <a:cubicBezTo>
                  <a:pt x="5145412" y="49604"/>
                  <a:pt x="5151681" y="24968"/>
                  <a:pt x="5153451" y="0"/>
                </a:cubicBezTo>
                <a:moveTo>
                  <a:pt x="8017590" y="1126102"/>
                </a:moveTo>
                <a:cubicBezTo>
                  <a:pt x="8017590" y="1139728"/>
                  <a:pt x="8032193" y="1210282"/>
                  <a:pt x="8041984" y="1223778"/>
                </a:cubicBezTo>
                <a:cubicBezTo>
                  <a:pt x="8079676" y="1210908"/>
                  <a:pt x="8119139" y="1204883"/>
                  <a:pt x="8157887" y="1196227"/>
                </a:cubicBezTo>
                <a:cubicBezTo>
                  <a:pt x="8166403" y="1159300"/>
                  <a:pt x="8176927" y="1122851"/>
                  <a:pt x="8183958" y="1085635"/>
                </a:cubicBezTo>
                <a:cubicBezTo>
                  <a:pt x="8128374" y="1098551"/>
                  <a:pt x="8073318" y="1113760"/>
                  <a:pt x="8017590" y="1126102"/>
                </a:cubicBezTo>
                <a:moveTo>
                  <a:pt x="5115614" y="1281753"/>
                </a:moveTo>
                <a:cubicBezTo>
                  <a:pt x="5116954" y="1306912"/>
                  <a:pt x="5111933" y="1332791"/>
                  <a:pt x="5118197" y="1357474"/>
                </a:cubicBezTo>
                <a:cubicBezTo>
                  <a:pt x="5123602" y="1356185"/>
                  <a:pt x="5129053" y="1354938"/>
                  <a:pt x="5134556" y="1353648"/>
                </a:cubicBezTo>
                <a:cubicBezTo>
                  <a:pt x="5130263" y="1265268"/>
                  <a:pt x="5143884" y="1291021"/>
                  <a:pt x="5115614" y="1281753"/>
                </a:cubicBezTo>
                <a:moveTo>
                  <a:pt x="5115231" y="1427118"/>
                </a:moveTo>
                <a:cubicBezTo>
                  <a:pt x="5115469" y="1448928"/>
                  <a:pt x="5115997" y="1470790"/>
                  <a:pt x="5114563" y="1492604"/>
                </a:cubicBezTo>
                <a:cubicBezTo>
                  <a:pt x="5120257" y="1490498"/>
                  <a:pt x="5126138" y="1488540"/>
                  <a:pt x="5131879" y="1486242"/>
                </a:cubicBezTo>
                <a:cubicBezTo>
                  <a:pt x="5131594" y="1469785"/>
                  <a:pt x="5131688" y="1453380"/>
                  <a:pt x="5132598" y="1436974"/>
                </a:cubicBezTo>
                <a:cubicBezTo>
                  <a:pt x="5126904" y="1433480"/>
                  <a:pt x="5120972" y="1430322"/>
                  <a:pt x="5115231" y="1427118"/>
                </a:cubicBezTo>
                <a:moveTo>
                  <a:pt x="5114656" y="1560861"/>
                </a:moveTo>
                <a:cubicBezTo>
                  <a:pt x="5115423" y="1583773"/>
                  <a:pt x="5114703" y="1606733"/>
                  <a:pt x="5114895" y="1629645"/>
                </a:cubicBezTo>
                <a:cubicBezTo>
                  <a:pt x="5128142" y="1621134"/>
                  <a:pt x="5134098" y="1629075"/>
                  <a:pt x="5130586" y="1574062"/>
                </a:cubicBezTo>
                <a:cubicBezTo>
                  <a:pt x="5128002" y="1566985"/>
                  <a:pt x="5120253" y="1564691"/>
                  <a:pt x="5114656" y="1560861"/>
                </a:cubicBezTo>
                <a:moveTo>
                  <a:pt x="5113989" y="1695660"/>
                </a:moveTo>
                <a:cubicBezTo>
                  <a:pt x="5114082" y="1718427"/>
                  <a:pt x="5113891" y="1741195"/>
                  <a:pt x="5113605" y="1764014"/>
                </a:cubicBezTo>
                <a:cubicBezTo>
                  <a:pt x="5134131" y="1749295"/>
                  <a:pt x="5128451" y="1774272"/>
                  <a:pt x="5130109" y="1705465"/>
                </a:cubicBezTo>
                <a:cubicBezTo>
                  <a:pt x="5124704" y="1702069"/>
                  <a:pt x="5119346" y="1698817"/>
                  <a:pt x="5113989" y="1695660"/>
                </a:cubicBezTo>
                <a:moveTo>
                  <a:pt x="5111788" y="1829547"/>
                </a:moveTo>
                <a:cubicBezTo>
                  <a:pt x="5111167" y="1852222"/>
                  <a:pt x="5111452" y="1874943"/>
                  <a:pt x="5111643" y="1897664"/>
                </a:cubicBezTo>
                <a:cubicBezTo>
                  <a:pt x="5117861" y="1896561"/>
                  <a:pt x="5124129" y="1895510"/>
                  <a:pt x="5130441" y="1894506"/>
                </a:cubicBezTo>
                <a:cubicBezTo>
                  <a:pt x="5130726" y="1875372"/>
                  <a:pt x="5130777" y="1856239"/>
                  <a:pt x="5130441" y="1837105"/>
                </a:cubicBezTo>
                <a:cubicBezTo>
                  <a:pt x="5124223" y="1834522"/>
                  <a:pt x="5117959" y="1831939"/>
                  <a:pt x="5111788" y="1829547"/>
                </a:cubicBezTo>
                <a:moveTo>
                  <a:pt x="5111214" y="1964150"/>
                </a:moveTo>
                <a:cubicBezTo>
                  <a:pt x="5110494" y="1988879"/>
                  <a:pt x="5110976" y="2013656"/>
                  <a:pt x="5110733" y="2038437"/>
                </a:cubicBezTo>
                <a:cubicBezTo>
                  <a:pt x="5115609" y="2038245"/>
                  <a:pt x="5125321" y="2037816"/>
                  <a:pt x="5130202" y="2037624"/>
                </a:cubicBezTo>
                <a:cubicBezTo>
                  <a:pt x="5130249" y="2015814"/>
                  <a:pt x="5130104" y="1993999"/>
                  <a:pt x="5130347" y="1972236"/>
                </a:cubicBezTo>
                <a:cubicBezTo>
                  <a:pt x="5123892" y="1969554"/>
                  <a:pt x="5117529" y="1966826"/>
                  <a:pt x="5111214" y="1964150"/>
                </a:cubicBezTo>
                <a:moveTo>
                  <a:pt x="5204442" y="2392930"/>
                </a:moveTo>
                <a:cubicBezTo>
                  <a:pt x="5202528" y="2460995"/>
                  <a:pt x="5203392" y="2529163"/>
                  <a:pt x="5203677" y="2597274"/>
                </a:cubicBezTo>
                <a:cubicBezTo>
                  <a:pt x="5209563" y="2594691"/>
                  <a:pt x="5215350" y="2591772"/>
                  <a:pt x="5221087" y="2588712"/>
                </a:cubicBezTo>
                <a:cubicBezTo>
                  <a:pt x="5224174" y="2421144"/>
                  <a:pt x="5227271" y="2407705"/>
                  <a:pt x="5204442" y="2392930"/>
                </a:cubicBezTo>
                <a:moveTo>
                  <a:pt x="5203532" y="2642768"/>
                </a:moveTo>
                <a:cubicBezTo>
                  <a:pt x="5207456" y="2642623"/>
                  <a:pt x="5215299" y="2642385"/>
                  <a:pt x="5219223" y="2642240"/>
                </a:cubicBezTo>
                <a:cubicBezTo>
                  <a:pt x="5219414" y="2635878"/>
                  <a:pt x="5219512" y="2629613"/>
                  <a:pt x="5219461" y="2623345"/>
                </a:cubicBezTo>
                <a:cubicBezTo>
                  <a:pt x="5211235" y="2627507"/>
                  <a:pt x="5202383" y="2631958"/>
                  <a:pt x="5203532" y="264276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40000"/>
                  <a:lumOff val="60000"/>
                  <a:alpha val="0"/>
                </a:schemeClr>
              </a:gs>
              <a:gs pos="56000">
                <a:schemeClr val="accent2">
                  <a:lumMod val="60000"/>
                  <a:lumOff val="40000"/>
                  <a:alpha val="31000"/>
                </a:schemeClr>
              </a:gs>
              <a:gs pos="100000">
                <a:schemeClr val="accent4">
                  <a:lumMod val="20000"/>
                  <a:lumOff val="80000"/>
                  <a:alpha val="61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5" name="任意多边形: 形状 74" descr="D:\51PPT模板网\51pptmoban.com\图片.jpg"/>
          <p:cNvSpPr/>
          <p:nvPr/>
        </p:nvSpPr>
        <p:spPr>
          <a:xfrm>
            <a:off x="-20493" y="3726162"/>
            <a:ext cx="2240079" cy="2027657"/>
          </a:xfrm>
          <a:custGeom>
            <a:avLst/>
            <a:gdLst>
              <a:gd name="connsiteX0" fmla="*/ 1202411 w 2468666"/>
              <a:gd name="connsiteY0" fmla="*/ 1601441 h 2234569"/>
              <a:gd name="connsiteX1" fmla="*/ 1260936 w 2468666"/>
              <a:gd name="connsiteY1" fmla="*/ 1665286 h 2234569"/>
              <a:gd name="connsiteX2" fmla="*/ 1260936 w 2468666"/>
              <a:gd name="connsiteY2" fmla="*/ 1681248 h 2234569"/>
              <a:gd name="connsiteX3" fmla="*/ 1175809 w 2468666"/>
              <a:gd name="connsiteY3" fmla="*/ 1665286 h 2234569"/>
              <a:gd name="connsiteX4" fmla="*/ 1080042 w 2468666"/>
              <a:gd name="connsiteY4" fmla="*/ 1686568 h 2234569"/>
              <a:gd name="connsiteX5" fmla="*/ 973634 w 2468666"/>
              <a:gd name="connsiteY5" fmla="*/ 1649325 h 2234569"/>
              <a:gd name="connsiteX6" fmla="*/ 947032 w 2468666"/>
              <a:gd name="connsiteY6" fmla="*/ 1564199 h 2234569"/>
              <a:gd name="connsiteX7" fmla="*/ 1133246 w 2468666"/>
              <a:gd name="connsiteY7" fmla="*/ 1495033 h 2234569"/>
              <a:gd name="connsiteX8" fmla="*/ 1202411 w 2468666"/>
              <a:gd name="connsiteY8" fmla="*/ 1601441 h 2234569"/>
              <a:gd name="connsiteX9" fmla="*/ 856585 w 2468666"/>
              <a:gd name="connsiteY9" fmla="*/ 1681248 h 2234569"/>
              <a:gd name="connsiteX10" fmla="*/ 787420 w 2468666"/>
              <a:gd name="connsiteY10" fmla="*/ 1686568 h 2234569"/>
              <a:gd name="connsiteX11" fmla="*/ 750177 w 2468666"/>
              <a:gd name="connsiteY11" fmla="*/ 1521635 h 2234569"/>
              <a:gd name="connsiteX12" fmla="*/ 750177 w 2468666"/>
              <a:gd name="connsiteY12" fmla="*/ 1484393 h 2234569"/>
              <a:gd name="connsiteX13" fmla="*/ 798060 w 2468666"/>
              <a:gd name="connsiteY13" fmla="*/ 1558878 h 2234569"/>
              <a:gd name="connsiteX14" fmla="*/ 856585 w 2468666"/>
              <a:gd name="connsiteY14" fmla="*/ 1665286 h 2234569"/>
              <a:gd name="connsiteX15" fmla="*/ 856585 w 2468666"/>
              <a:gd name="connsiteY15" fmla="*/ 1681248 h 2234569"/>
              <a:gd name="connsiteX16" fmla="*/ 585244 w 2468666"/>
              <a:gd name="connsiteY16" fmla="*/ 1420548 h 2234569"/>
              <a:gd name="connsiteX17" fmla="*/ 622487 w 2468666"/>
              <a:gd name="connsiteY17" fmla="*/ 1510995 h 2234569"/>
              <a:gd name="connsiteX18" fmla="*/ 702293 w 2468666"/>
              <a:gd name="connsiteY18" fmla="*/ 1766374 h 2234569"/>
              <a:gd name="connsiteX19" fmla="*/ 606526 w 2468666"/>
              <a:gd name="connsiteY19" fmla="*/ 1766374 h 2234569"/>
              <a:gd name="connsiteX20" fmla="*/ 569283 w 2468666"/>
              <a:gd name="connsiteY20" fmla="*/ 1686568 h 2234569"/>
              <a:gd name="connsiteX21" fmla="*/ 489477 w 2468666"/>
              <a:gd name="connsiteY21" fmla="*/ 1516315 h 2234569"/>
              <a:gd name="connsiteX22" fmla="*/ 579924 w 2468666"/>
              <a:gd name="connsiteY22" fmla="*/ 1420548 h 2234569"/>
              <a:gd name="connsiteX23" fmla="*/ 585244 w 2468666"/>
              <a:gd name="connsiteY23" fmla="*/ 1420548 h 2234569"/>
              <a:gd name="connsiteX24" fmla="*/ 1872782 w 2468666"/>
              <a:gd name="connsiteY24" fmla="*/ 1441829 h 2234569"/>
              <a:gd name="connsiteX25" fmla="*/ 1862141 w 2468666"/>
              <a:gd name="connsiteY25" fmla="*/ 1452470 h 2234569"/>
              <a:gd name="connsiteX26" fmla="*/ 1910025 w 2468666"/>
              <a:gd name="connsiteY26" fmla="*/ 1505674 h 2234569"/>
              <a:gd name="connsiteX27" fmla="*/ 1963229 w 2468666"/>
              <a:gd name="connsiteY27" fmla="*/ 1580160 h 2234569"/>
              <a:gd name="connsiteX28" fmla="*/ 1947268 w 2468666"/>
              <a:gd name="connsiteY28" fmla="*/ 1601441 h 2234569"/>
              <a:gd name="connsiteX29" fmla="*/ 1920665 w 2468666"/>
              <a:gd name="connsiteY29" fmla="*/ 1585480 h 2234569"/>
              <a:gd name="connsiteX30" fmla="*/ 1830219 w 2468666"/>
              <a:gd name="connsiteY30" fmla="*/ 1457791 h 2234569"/>
              <a:gd name="connsiteX31" fmla="*/ 1835539 w 2468666"/>
              <a:gd name="connsiteY31" fmla="*/ 1415227 h 2234569"/>
              <a:gd name="connsiteX32" fmla="*/ 1872782 w 2468666"/>
              <a:gd name="connsiteY32" fmla="*/ 1441829 h 2234569"/>
              <a:gd name="connsiteX33" fmla="*/ 1526956 w 2468666"/>
              <a:gd name="connsiteY33" fmla="*/ 1415227 h 2234569"/>
              <a:gd name="connsiteX34" fmla="*/ 1596121 w 2468666"/>
              <a:gd name="connsiteY34" fmla="*/ 1468431 h 2234569"/>
              <a:gd name="connsiteX35" fmla="*/ 1596121 w 2468666"/>
              <a:gd name="connsiteY35" fmla="*/ 1489713 h 2234569"/>
              <a:gd name="connsiteX36" fmla="*/ 1574839 w 2468666"/>
              <a:gd name="connsiteY36" fmla="*/ 1484393 h 2234569"/>
              <a:gd name="connsiteX37" fmla="*/ 1537596 w 2468666"/>
              <a:gd name="connsiteY37" fmla="*/ 1505674 h 2234569"/>
              <a:gd name="connsiteX38" fmla="*/ 1510994 w 2468666"/>
              <a:gd name="connsiteY38" fmla="*/ 1441829 h 2234569"/>
              <a:gd name="connsiteX39" fmla="*/ 1505674 w 2468666"/>
              <a:gd name="connsiteY39" fmla="*/ 1415227 h 2234569"/>
              <a:gd name="connsiteX40" fmla="*/ 1526956 w 2468666"/>
              <a:gd name="connsiteY40" fmla="*/ 1415227 h 2234569"/>
              <a:gd name="connsiteX41" fmla="*/ 1351382 w 2468666"/>
              <a:gd name="connsiteY41" fmla="*/ 1298178 h 2234569"/>
              <a:gd name="connsiteX42" fmla="*/ 1351382 w 2468666"/>
              <a:gd name="connsiteY42" fmla="*/ 1324781 h 2234569"/>
              <a:gd name="connsiteX43" fmla="*/ 1244974 w 2468666"/>
              <a:gd name="connsiteY43" fmla="*/ 1260936 h 2234569"/>
              <a:gd name="connsiteX44" fmla="*/ 1244974 w 2468666"/>
              <a:gd name="connsiteY44" fmla="*/ 1244974 h 2234569"/>
              <a:gd name="connsiteX45" fmla="*/ 1271576 w 2468666"/>
              <a:gd name="connsiteY45" fmla="*/ 1234334 h 2234569"/>
              <a:gd name="connsiteX46" fmla="*/ 1351382 w 2468666"/>
              <a:gd name="connsiteY46" fmla="*/ 1298178 h 2234569"/>
              <a:gd name="connsiteX47" fmla="*/ 665050 w 2468666"/>
              <a:gd name="connsiteY47" fmla="*/ 590565 h 2234569"/>
              <a:gd name="connsiteX48" fmla="*/ 691652 w 2468666"/>
              <a:gd name="connsiteY48" fmla="*/ 681012 h 2234569"/>
              <a:gd name="connsiteX49" fmla="*/ 675691 w 2468666"/>
              <a:gd name="connsiteY49" fmla="*/ 712934 h 2234569"/>
              <a:gd name="connsiteX50" fmla="*/ 718254 w 2468666"/>
              <a:gd name="connsiteY50" fmla="*/ 803381 h 2234569"/>
              <a:gd name="connsiteX51" fmla="*/ 808701 w 2468666"/>
              <a:gd name="connsiteY51" fmla="*/ 957673 h 2234569"/>
              <a:gd name="connsiteX52" fmla="*/ 798060 w 2468666"/>
              <a:gd name="connsiteY52" fmla="*/ 994915 h 2234569"/>
              <a:gd name="connsiteX53" fmla="*/ 814022 w 2468666"/>
              <a:gd name="connsiteY53" fmla="*/ 1021517 h 2234569"/>
              <a:gd name="connsiteX54" fmla="*/ 824662 w 2468666"/>
              <a:gd name="connsiteY54" fmla="*/ 1080042 h 2234569"/>
              <a:gd name="connsiteX55" fmla="*/ 792740 w 2468666"/>
              <a:gd name="connsiteY55" fmla="*/ 1117285 h 2234569"/>
              <a:gd name="connsiteX56" fmla="*/ 760818 w 2468666"/>
              <a:gd name="connsiteY56" fmla="*/ 1117285 h 2234569"/>
              <a:gd name="connsiteX57" fmla="*/ 643769 w 2468666"/>
              <a:gd name="connsiteY57" fmla="*/ 931071 h 2234569"/>
              <a:gd name="connsiteX58" fmla="*/ 627808 w 2468666"/>
              <a:gd name="connsiteY58" fmla="*/ 899148 h 2234569"/>
              <a:gd name="connsiteX59" fmla="*/ 675691 w 2468666"/>
              <a:gd name="connsiteY59" fmla="*/ 819342 h 2234569"/>
              <a:gd name="connsiteX60" fmla="*/ 563963 w 2468666"/>
              <a:gd name="connsiteY60" fmla="*/ 728895 h 2234569"/>
              <a:gd name="connsiteX61" fmla="*/ 542681 w 2468666"/>
              <a:gd name="connsiteY61" fmla="*/ 734216 h 2234569"/>
              <a:gd name="connsiteX62" fmla="*/ 532040 w 2468666"/>
              <a:gd name="connsiteY62" fmla="*/ 755497 h 2234569"/>
              <a:gd name="connsiteX63" fmla="*/ 500118 w 2468666"/>
              <a:gd name="connsiteY63" fmla="*/ 776779 h 2234569"/>
              <a:gd name="connsiteX64" fmla="*/ 516079 w 2468666"/>
              <a:gd name="connsiteY64" fmla="*/ 808701 h 2234569"/>
              <a:gd name="connsiteX65" fmla="*/ 505438 w 2468666"/>
              <a:gd name="connsiteY65" fmla="*/ 829983 h 2234569"/>
              <a:gd name="connsiteX66" fmla="*/ 516079 w 2468666"/>
              <a:gd name="connsiteY66" fmla="*/ 851265 h 2234569"/>
              <a:gd name="connsiteX67" fmla="*/ 516079 w 2468666"/>
              <a:gd name="connsiteY67" fmla="*/ 904469 h 2234569"/>
              <a:gd name="connsiteX68" fmla="*/ 489477 w 2468666"/>
              <a:gd name="connsiteY68" fmla="*/ 904469 h 2234569"/>
              <a:gd name="connsiteX69" fmla="*/ 457555 w 2468666"/>
              <a:gd name="connsiteY69" fmla="*/ 814022 h 2234569"/>
              <a:gd name="connsiteX70" fmla="*/ 649089 w 2468666"/>
              <a:gd name="connsiteY70" fmla="*/ 590565 h 2234569"/>
              <a:gd name="connsiteX71" fmla="*/ 665050 w 2468666"/>
              <a:gd name="connsiteY71" fmla="*/ 590565 h 2234569"/>
              <a:gd name="connsiteX72" fmla="*/ 207496 w 2468666"/>
              <a:gd name="connsiteY72" fmla="*/ 21282 h 2234569"/>
              <a:gd name="connsiteX73" fmla="*/ 239418 w 2468666"/>
              <a:gd name="connsiteY73" fmla="*/ 31922 h 2234569"/>
              <a:gd name="connsiteX74" fmla="*/ 303263 w 2468666"/>
              <a:gd name="connsiteY74" fmla="*/ 15961 h 2234569"/>
              <a:gd name="connsiteX75" fmla="*/ 399030 w 2468666"/>
              <a:gd name="connsiteY75" fmla="*/ 53204 h 2234569"/>
              <a:gd name="connsiteX76" fmla="*/ 542681 w 2468666"/>
              <a:gd name="connsiteY76" fmla="*/ 74486 h 2234569"/>
              <a:gd name="connsiteX77" fmla="*/ 712934 w 2468666"/>
              <a:gd name="connsiteY77" fmla="*/ 21282 h 2234569"/>
              <a:gd name="connsiteX78" fmla="*/ 792740 w 2468666"/>
              <a:gd name="connsiteY78" fmla="*/ 21282 h 2234569"/>
              <a:gd name="connsiteX79" fmla="*/ 931071 w 2468666"/>
              <a:gd name="connsiteY79" fmla="*/ 10641 h 2234569"/>
              <a:gd name="connsiteX80" fmla="*/ 1096003 w 2468666"/>
              <a:gd name="connsiteY80" fmla="*/ 42563 h 2234569"/>
              <a:gd name="connsiteX81" fmla="*/ 1122605 w 2468666"/>
              <a:gd name="connsiteY81" fmla="*/ 74486 h 2234569"/>
              <a:gd name="connsiteX82" fmla="*/ 1202411 w 2468666"/>
              <a:gd name="connsiteY82" fmla="*/ 106408 h 2234569"/>
              <a:gd name="connsiteX83" fmla="*/ 1234334 w 2468666"/>
              <a:gd name="connsiteY83" fmla="*/ 154292 h 2234569"/>
              <a:gd name="connsiteX84" fmla="*/ 1186450 w 2468666"/>
              <a:gd name="connsiteY84" fmla="*/ 170253 h 2234569"/>
              <a:gd name="connsiteX85" fmla="*/ 1127925 w 2468666"/>
              <a:gd name="connsiteY85" fmla="*/ 260700 h 2234569"/>
              <a:gd name="connsiteX86" fmla="*/ 1159848 w 2468666"/>
              <a:gd name="connsiteY86" fmla="*/ 313904 h 2234569"/>
              <a:gd name="connsiteX87" fmla="*/ 1159848 w 2468666"/>
              <a:gd name="connsiteY87" fmla="*/ 335185 h 2234569"/>
              <a:gd name="connsiteX88" fmla="*/ 1111964 w 2468666"/>
              <a:gd name="connsiteY88" fmla="*/ 367108 h 2234569"/>
              <a:gd name="connsiteX89" fmla="*/ 1127925 w 2468666"/>
              <a:gd name="connsiteY89" fmla="*/ 377749 h 2234569"/>
              <a:gd name="connsiteX90" fmla="*/ 1127925 w 2468666"/>
              <a:gd name="connsiteY90" fmla="*/ 393710 h 2234569"/>
              <a:gd name="connsiteX91" fmla="*/ 1016197 w 2468666"/>
              <a:gd name="connsiteY91" fmla="*/ 489477 h 2234569"/>
              <a:gd name="connsiteX92" fmla="*/ 989595 w 2468666"/>
              <a:gd name="connsiteY92" fmla="*/ 500118 h 2234569"/>
              <a:gd name="connsiteX93" fmla="*/ 893828 w 2468666"/>
              <a:gd name="connsiteY93" fmla="*/ 457555 h 2234569"/>
              <a:gd name="connsiteX94" fmla="*/ 766138 w 2468666"/>
              <a:gd name="connsiteY94" fmla="*/ 537361 h 2234569"/>
              <a:gd name="connsiteX95" fmla="*/ 755497 w 2468666"/>
              <a:gd name="connsiteY95" fmla="*/ 537361 h 2234569"/>
              <a:gd name="connsiteX96" fmla="*/ 744856 w 2468666"/>
              <a:gd name="connsiteY96" fmla="*/ 548002 h 2234569"/>
              <a:gd name="connsiteX97" fmla="*/ 776779 w 2468666"/>
              <a:gd name="connsiteY97" fmla="*/ 649089 h 2234569"/>
              <a:gd name="connsiteX98" fmla="*/ 835303 w 2468666"/>
              <a:gd name="connsiteY98" fmla="*/ 766138 h 2234569"/>
              <a:gd name="connsiteX99" fmla="*/ 867226 w 2468666"/>
              <a:gd name="connsiteY99" fmla="*/ 787420 h 2234569"/>
              <a:gd name="connsiteX100" fmla="*/ 877867 w 2468666"/>
              <a:gd name="connsiteY100" fmla="*/ 776779 h 2234569"/>
              <a:gd name="connsiteX101" fmla="*/ 856585 w 2468666"/>
              <a:gd name="connsiteY101" fmla="*/ 755497 h 2234569"/>
              <a:gd name="connsiteX102" fmla="*/ 851264 w 2468666"/>
              <a:gd name="connsiteY102" fmla="*/ 723575 h 2234569"/>
              <a:gd name="connsiteX103" fmla="*/ 824662 w 2468666"/>
              <a:gd name="connsiteY103" fmla="*/ 617167 h 2234569"/>
              <a:gd name="connsiteX104" fmla="*/ 883187 w 2468666"/>
              <a:gd name="connsiteY104" fmla="*/ 553322 h 2234569"/>
              <a:gd name="connsiteX105" fmla="*/ 947032 w 2468666"/>
              <a:gd name="connsiteY105" fmla="*/ 563963 h 2234569"/>
              <a:gd name="connsiteX106" fmla="*/ 984275 w 2468666"/>
              <a:gd name="connsiteY106" fmla="*/ 617167 h 2234569"/>
              <a:gd name="connsiteX107" fmla="*/ 989595 w 2468666"/>
              <a:gd name="connsiteY107" fmla="*/ 638448 h 2234569"/>
              <a:gd name="connsiteX108" fmla="*/ 978954 w 2468666"/>
              <a:gd name="connsiteY108" fmla="*/ 696973 h 2234569"/>
              <a:gd name="connsiteX109" fmla="*/ 994915 w 2468666"/>
              <a:gd name="connsiteY109" fmla="*/ 718254 h 2234569"/>
              <a:gd name="connsiteX110" fmla="*/ 1074721 w 2468666"/>
              <a:gd name="connsiteY110" fmla="*/ 760818 h 2234569"/>
              <a:gd name="connsiteX111" fmla="*/ 1090683 w 2468666"/>
              <a:gd name="connsiteY111" fmla="*/ 739536 h 2234569"/>
              <a:gd name="connsiteX112" fmla="*/ 1218372 w 2468666"/>
              <a:gd name="connsiteY112" fmla="*/ 739536 h 2234569"/>
              <a:gd name="connsiteX113" fmla="*/ 1244974 w 2468666"/>
              <a:gd name="connsiteY113" fmla="*/ 696973 h 2234569"/>
              <a:gd name="connsiteX114" fmla="*/ 1276897 w 2468666"/>
              <a:gd name="connsiteY114" fmla="*/ 696973 h 2234569"/>
              <a:gd name="connsiteX115" fmla="*/ 1276897 w 2468666"/>
              <a:gd name="connsiteY115" fmla="*/ 723575 h 2234569"/>
              <a:gd name="connsiteX116" fmla="*/ 1287538 w 2468666"/>
              <a:gd name="connsiteY116" fmla="*/ 728895 h 2234569"/>
              <a:gd name="connsiteX117" fmla="*/ 1452470 w 2468666"/>
              <a:gd name="connsiteY117" fmla="*/ 670371 h 2234569"/>
              <a:gd name="connsiteX118" fmla="*/ 1510994 w 2468666"/>
              <a:gd name="connsiteY118" fmla="*/ 611846 h 2234569"/>
              <a:gd name="connsiteX119" fmla="*/ 1510994 w 2468666"/>
              <a:gd name="connsiteY119" fmla="*/ 654410 h 2234569"/>
              <a:gd name="connsiteX120" fmla="*/ 1521635 w 2468666"/>
              <a:gd name="connsiteY120" fmla="*/ 659730 h 2234569"/>
              <a:gd name="connsiteX121" fmla="*/ 1558878 w 2468666"/>
              <a:gd name="connsiteY121" fmla="*/ 643769 h 2234569"/>
              <a:gd name="connsiteX122" fmla="*/ 1585480 w 2468666"/>
              <a:gd name="connsiteY122" fmla="*/ 643769 h 2234569"/>
              <a:gd name="connsiteX123" fmla="*/ 1590801 w 2468666"/>
              <a:gd name="connsiteY123" fmla="*/ 654410 h 2234569"/>
              <a:gd name="connsiteX124" fmla="*/ 1452470 w 2468666"/>
              <a:gd name="connsiteY124" fmla="*/ 723575 h 2234569"/>
              <a:gd name="connsiteX125" fmla="*/ 1346062 w 2468666"/>
              <a:gd name="connsiteY125" fmla="*/ 798061 h 2234569"/>
              <a:gd name="connsiteX126" fmla="*/ 1287538 w 2468666"/>
              <a:gd name="connsiteY126" fmla="*/ 845944 h 2234569"/>
              <a:gd name="connsiteX127" fmla="*/ 1276897 w 2468666"/>
              <a:gd name="connsiteY127" fmla="*/ 861905 h 2234569"/>
              <a:gd name="connsiteX128" fmla="*/ 1250295 w 2468666"/>
              <a:gd name="connsiteY128" fmla="*/ 851265 h 2234569"/>
              <a:gd name="connsiteX129" fmla="*/ 1111964 w 2468666"/>
              <a:gd name="connsiteY129" fmla="*/ 1000236 h 2234569"/>
              <a:gd name="connsiteX130" fmla="*/ 1175809 w 2468666"/>
              <a:gd name="connsiteY130" fmla="*/ 1000236 h 2234569"/>
              <a:gd name="connsiteX131" fmla="*/ 1362023 w 2468666"/>
              <a:gd name="connsiteY131" fmla="*/ 1133246 h 2234569"/>
              <a:gd name="connsiteX132" fmla="*/ 1383305 w 2468666"/>
              <a:gd name="connsiteY132" fmla="*/ 1191770 h 2234569"/>
              <a:gd name="connsiteX133" fmla="*/ 1457790 w 2468666"/>
              <a:gd name="connsiteY133" fmla="*/ 1308819 h 2234569"/>
              <a:gd name="connsiteX134" fmla="*/ 1532276 w 2468666"/>
              <a:gd name="connsiteY134" fmla="*/ 1271576 h 2234569"/>
              <a:gd name="connsiteX135" fmla="*/ 1537596 w 2468666"/>
              <a:gd name="connsiteY135" fmla="*/ 1255615 h 2234569"/>
              <a:gd name="connsiteX136" fmla="*/ 1505674 w 2468666"/>
              <a:gd name="connsiteY136" fmla="*/ 1154528 h 2234569"/>
              <a:gd name="connsiteX137" fmla="*/ 1516315 w 2468666"/>
              <a:gd name="connsiteY137" fmla="*/ 1133246 h 2234569"/>
              <a:gd name="connsiteX138" fmla="*/ 1585480 w 2468666"/>
              <a:gd name="connsiteY138" fmla="*/ 1080042 h 2234569"/>
              <a:gd name="connsiteX139" fmla="*/ 1659966 w 2468666"/>
              <a:gd name="connsiteY139" fmla="*/ 1133246 h 2234569"/>
              <a:gd name="connsiteX140" fmla="*/ 1659966 w 2468666"/>
              <a:gd name="connsiteY140" fmla="*/ 1191770 h 2234569"/>
              <a:gd name="connsiteX141" fmla="*/ 1755733 w 2468666"/>
              <a:gd name="connsiteY141" fmla="*/ 1229013 h 2234569"/>
              <a:gd name="connsiteX142" fmla="*/ 1824898 w 2468666"/>
              <a:gd name="connsiteY142" fmla="*/ 1244974 h 2234569"/>
              <a:gd name="connsiteX143" fmla="*/ 1936627 w 2468666"/>
              <a:gd name="connsiteY143" fmla="*/ 1377985 h 2234569"/>
              <a:gd name="connsiteX144" fmla="*/ 1963229 w 2468666"/>
              <a:gd name="connsiteY144" fmla="*/ 1393946 h 2234569"/>
              <a:gd name="connsiteX145" fmla="*/ 1973870 w 2468666"/>
              <a:gd name="connsiteY145" fmla="*/ 1463111 h 2234569"/>
              <a:gd name="connsiteX146" fmla="*/ 2043035 w 2468666"/>
              <a:gd name="connsiteY146" fmla="*/ 1649325 h 2234569"/>
              <a:gd name="connsiteX147" fmla="*/ 2090918 w 2468666"/>
              <a:gd name="connsiteY147" fmla="*/ 1675927 h 2234569"/>
              <a:gd name="connsiteX148" fmla="*/ 2128161 w 2468666"/>
              <a:gd name="connsiteY148" fmla="*/ 1649325 h 2234569"/>
              <a:gd name="connsiteX149" fmla="*/ 2213288 w 2468666"/>
              <a:gd name="connsiteY149" fmla="*/ 1665286 h 2234569"/>
              <a:gd name="connsiteX150" fmla="*/ 2330337 w 2468666"/>
              <a:gd name="connsiteY150" fmla="*/ 1707850 h 2234569"/>
              <a:gd name="connsiteX151" fmla="*/ 2468667 w 2468666"/>
              <a:gd name="connsiteY151" fmla="*/ 2186686 h 2234569"/>
              <a:gd name="connsiteX152" fmla="*/ 2463347 w 2468666"/>
              <a:gd name="connsiteY152" fmla="*/ 2234570 h 2234569"/>
              <a:gd name="connsiteX153" fmla="*/ 0 w 2468666"/>
              <a:gd name="connsiteY153" fmla="*/ 2229249 h 2234569"/>
              <a:gd name="connsiteX154" fmla="*/ 0 w 2468666"/>
              <a:gd name="connsiteY154" fmla="*/ 2186686 h 2234569"/>
              <a:gd name="connsiteX155" fmla="*/ 15961 w 2468666"/>
              <a:gd name="connsiteY155" fmla="*/ 2138802 h 2234569"/>
              <a:gd name="connsiteX156" fmla="*/ 37243 w 2468666"/>
              <a:gd name="connsiteY156" fmla="*/ 1979190 h 2234569"/>
              <a:gd name="connsiteX157" fmla="*/ 106408 w 2468666"/>
              <a:gd name="connsiteY157" fmla="*/ 1792976 h 2234569"/>
              <a:gd name="connsiteX158" fmla="*/ 117049 w 2468666"/>
              <a:gd name="connsiteY158" fmla="*/ 1734452 h 2234569"/>
              <a:gd name="connsiteX159" fmla="*/ 170253 w 2468666"/>
              <a:gd name="connsiteY159" fmla="*/ 1691888 h 2234569"/>
              <a:gd name="connsiteX160" fmla="*/ 244739 w 2468666"/>
              <a:gd name="connsiteY160" fmla="*/ 1707850 h 2234569"/>
              <a:gd name="connsiteX161" fmla="*/ 319224 w 2468666"/>
              <a:gd name="connsiteY161" fmla="*/ 1681248 h 2234569"/>
              <a:gd name="connsiteX162" fmla="*/ 399030 w 2468666"/>
              <a:gd name="connsiteY162" fmla="*/ 1729131 h 2234569"/>
              <a:gd name="connsiteX163" fmla="*/ 500118 w 2468666"/>
              <a:gd name="connsiteY163" fmla="*/ 1729131 h 2234569"/>
              <a:gd name="connsiteX164" fmla="*/ 505438 w 2468666"/>
              <a:gd name="connsiteY164" fmla="*/ 1713170 h 2234569"/>
              <a:gd name="connsiteX165" fmla="*/ 356467 w 2468666"/>
              <a:gd name="connsiteY165" fmla="*/ 1532276 h 2234569"/>
              <a:gd name="connsiteX166" fmla="*/ 345826 w 2468666"/>
              <a:gd name="connsiteY166" fmla="*/ 1484393 h 2234569"/>
              <a:gd name="connsiteX167" fmla="*/ 436273 w 2468666"/>
              <a:gd name="connsiteY167" fmla="*/ 1314140 h 2234569"/>
              <a:gd name="connsiteX168" fmla="*/ 505438 w 2468666"/>
              <a:gd name="connsiteY168" fmla="*/ 1197091 h 2234569"/>
              <a:gd name="connsiteX169" fmla="*/ 361787 w 2468666"/>
              <a:gd name="connsiteY169" fmla="*/ 1074722 h 2234569"/>
              <a:gd name="connsiteX170" fmla="*/ 303263 w 2468666"/>
              <a:gd name="connsiteY170" fmla="*/ 989595 h 2234569"/>
              <a:gd name="connsiteX171" fmla="*/ 457555 w 2468666"/>
              <a:gd name="connsiteY171" fmla="*/ 893828 h 2234569"/>
              <a:gd name="connsiteX172" fmla="*/ 180894 w 2468666"/>
              <a:gd name="connsiteY172" fmla="*/ 37243 h 2234569"/>
              <a:gd name="connsiteX173" fmla="*/ 180894 w 2468666"/>
              <a:gd name="connsiteY173" fmla="*/ 0 h 2234569"/>
              <a:gd name="connsiteX174" fmla="*/ 207496 w 2468666"/>
              <a:gd name="connsiteY174" fmla="*/ 21282 h 2234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</a:cxnLst>
            <a:rect l="l" t="t" r="r" b="b"/>
            <a:pathLst>
              <a:path w="2468666" h="2234569">
                <a:moveTo>
                  <a:pt x="1202411" y="1601441"/>
                </a:moveTo>
                <a:cubicBezTo>
                  <a:pt x="1218372" y="1622723"/>
                  <a:pt x="1244974" y="1644005"/>
                  <a:pt x="1260936" y="1665286"/>
                </a:cubicBezTo>
                <a:lnTo>
                  <a:pt x="1260936" y="1681248"/>
                </a:lnTo>
                <a:cubicBezTo>
                  <a:pt x="1223693" y="1670607"/>
                  <a:pt x="1186450" y="1665286"/>
                  <a:pt x="1175809" y="1665286"/>
                </a:cubicBezTo>
                <a:cubicBezTo>
                  <a:pt x="1159848" y="1665286"/>
                  <a:pt x="1096003" y="1686568"/>
                  <a:pt x="1080042" y="1686568"/>
                </a:cubicBezTo>
                <a:cubicBezTo>
                  <a:pt x="1069401" y="1686568"/>
                  <a:pt x="1000236" y="1675927"/>
                  <a:pt x="973634" y="1649325"/>
                </a:cubicBezTo>
                <a:cubicBezTo>
                  <a:pt x="952352" y="1628044"/>
                  <a:pt x="947032" y="1574839"/>
                  <a:pt x="947032" y="1564199"/>
                </a:cubicBezTo>
                <a:cubicBezTo>
                  <a:pt x="947032" y="1532276"/>
                  <a:pt x="1122605" y="1495033"/>
                  <a:pt x="1133246" y="1495033"/>
                </a:cubicBezTo>
                <a:cubicBezTo>
                  <a:pt x="1143887" y="1495033"/>
                  <a:pt x="1175809" y="1564199"/>
                  <a:pt x="1202411" y="1601441"/>
                </a:cubicBezTo>
                <a:close/>
                <a:moveTo>
                  <a:pt x="856585" y="1681248"/>
                </a:moveTo>
                <a:cubicBezTo>
                  <a:pt x="835303" y="1681248"/>
                  <a:pt x="803381" y="1686568"/>
                  <a:pt x="787420" y="1686568"/>
                </a:cubicBezTo>
                <a:cubicBezTo>
                  <a:pt x="755497" y="1686568"/>
                  <a:pt x="750177" y="1526956"/>
                  <a:pt x="750177" y="1521635"/>
                </a:cubicBezTo>
                <a:lnTo>
                  <a:pt x="750177" y="1484393"/>
                </a:lnTo>
                <a:cubicBezTo>
                  <a:pt x="755497" y="1489713"/>
                  <a:pt x="755497" y="1521635"/>
                  <a:pt x="798060" y="1558878"/>
                </a:cubicBezTo>
                <a:cubicBezTo>
                  <a:pt x="814022" y="1590801"/>
                  <a:pt x="835303" y="1628044"/>
                  <a:pt x="856585" y="1665286"/>
                </a:cubicBezTo>
                <a:lnTo>
                  <a:pt x="856585" y="1681248"/>
                </a:lnTo>
                <a:close/>
                <a:moveTo>
                  <a:pt x="585244" y="1420548"/>
                </a:moveTo>
                <a:cubicBezTo>
                  <a:pt x="595885" y="1447150"/>
                  <a:pt x="611846" y="1473752"/>
                  <a:pt x="622487" y="1510995"/>
                </a:cubicBezTo>
                <a:cubicBezTo>
                  <a:pt x="649089" y="1585480"/>
                  <a:pt x="675691" y="1675927"/>
                  <a:pt x="702293" y="1766374"/>
                </a:cubicBezTo>
                <a:cubicBezTo>
                  <a:pt x="670371" y="1771694"/>
                  <a:pt x="638448" y="1771694"/>
                  <a:pt x="606526" y="1766374"/>
                </a:cubicBezTo>
                <a:cubicBezTo>
                  <a:pt x="611846" y="1739772"/>
                  <a:pt x="569283" y="1707850"/>
                  <a:pt x="569283" y="1686568"/>
                </a:cubicBezTo>
                <a:cubicBezTo>
                  <a:pt x="558642" y="1638684"/>
                  <a:pt x="553322" y="1553558"/>
                  <a:pt x="489477" y="1516315"/>
                </a:cubicBezTo>
                <a:cubicBezTo>
                  <a:pt x="516079" y="1489713"/>
                  <a:pt x="553322" y="1457791"/>
                  <a:pt x="579924" y="1420548"/>
                </a:cubicBezTo>
                <a:lnTo>
                  <a:pt x="585244" y="1420548"/>
                </a:lnTo>
                <a:close/>
                <a:moveTo>
                  <a:pt x="1872782" y="1441829"/>
                </a:moveTo>
                <a:cubicBezTo>
                  <a:pt x="1872782" y="1457791"/>
                  <a:pt x="1862141" y="1441829"/>
                  <a:pt x="1862141" y="1452470"/>
                </a:cubicBezTo>
                <a:cubicBezTo>
                  <a:pt x="1862141" y="1468431"/>
                  <a:pt x="1894063" y="1489713"/>
                  <a:pt x="1910025" y="1505674"/>
                </a:cubicBezTo>
                <a:cubicBezTo>
                  <a:pt x="1925986" y="1521635"/>
                  <a:pt x="1941947" y="1553558"/>
                  <a:pt x="1963229" y="1580160"/>
                </a:cubicBezTo>
                <a:cubicBezTo>
                  <a:pt x="1957908" y="1585480"/>
                  <a:pt x="1952588" y="1596121"/>
                  <a:pt x="1947268" y="1601441"/>
                </a:cubicBezTo>
                <a:cubicBezTo>
                  <a:pt x="1941947" y="1596121"/>
                  <a:pt x="1925986" y="1590801"/>
                  <a:pt x="1920665" y="1585480"/>
                </a:cubicBezTo>
                <a:cubicBezTo>
                  <a:pt x="1894063" y="1542917"/>
                  <a:pt x="1862141" y="1495033"/>
                  <a:pt x="1830219" y="1457791"/>
                </a:cubicBezTo>
                <a:lnTo>
                  <a:pt x="1835539" y="1415227"/>
                </a:lnTo>
                <a:cubicBezTo>
                  <a:pt x="1846180" y="1420548"/>
                  <a:pt x="1872782" y="1431189"/>
                  <a:pt x="1872782" y="1441829"/>
                </a:cubicBezTo>
                <a:close/>
                <a:moveTo>
                  <a:pt x="1526956" y="1415227"/>
                </a:moveTo>
                <a:cubicBezTo>
                  <a:pt x="1553558" y="1431189"/>
                  <a:pt x="1574839" y="1452470"/>
                  <a:pt x="1596121" y="1468431"/>
                </a:cubicBezTo>
                <a:lnTo>
                  <a:pt x="1596121" y="1489713"/>
                </a:lnTo>
                <a:cubicBezTo>
                  <a:pt x="1590801" y="1484393"/>
                  <a:pt x="1590801" y="1484393"/>
                  <a:pt x="1574839" y="1484393"/>
                </a:cubicBezTo>
                <a:cubicBezTo>
                  <a:pt x="1564199" y="1484393"/>
                  <a:pt x="1548237" y="1495033"/>
                  <a:pt x="1537596" y="1505674"/>
                </a:cubicBezTo>
                <a:cubicBezTo>
                  <a:pt x="1500354" y="1484393"/>
                  <a:pt x="1510994" y="1463111"/>
                  <a:pt x="1510994" y="1441829"/>
                </a:cubicBezTo>
                <a:cubicBezTo>
                  <a:pt x="1510994" y="1436509"/>
                  <a:pt x="1516315" y="1415227"/>
                  <a:pt x="1505674" y="1415227"/>
                </a:cubicBezTo>
                <a:lnTo>
                  <a:pt x="1526956" y="1415227"/>
                </a:lnTo>
                <a:close/>
                <a:moveTo>
                  <a:pt x="1351382" y="1298178"/>
                </a:moveTo>
                <a:lnTo>
                  <a:pt x="1351382" y="1324781"/>
                </a:lnTo>
                <a:cubicBezTo>
                  <a:pt x="1308819" y="1303499"/>
                  <a:pt x="1276897" y="1282217"/>
                  <a:pt x="1244974" y="1260936"/>
                </a:cubicBezTo>
                <a:lnTo>
                  <a:pt x="1244974" y="1244974"/>
                </a:lnTo>
                <a:cubicBezTo>
                  <a:pt x="1250295" y="1239654"/>
                  <a:pt x="1255615" y="1234334"/>
                  <a:pt x="1271576" y="1234334"/>
                </a:cubicBezTo>
                <a:cubicBezTo>
                  <a:pt x="1282217" y="1234334"/>
                  <a:pt x="1324780" y="1271576"/>
                  <a:pt x="1351382" y="1298178"/>
                </a:cubicBezTo>
                <a:close/>
                <a:moveTo>
                  <a:pt x="665050" y="590565"/>
                </a:moveTo>
                <a:cubicBezTo>
                  <a:pt x="670371" y="622487"/>
                  <a:pt x="691652" y="670371"/>
                  <a:pt x="691652" y="681012"/>
                </a:cubicBezTo>
                <a:cubicBezTo>
                  <a:pt x="691652" y="696973"/>
                  <a:pt x="675691" y="696973"/>
                  <a:pt x="675691" y="712934"/>
                </a:cubicBezTo>
                <a:cubicBezTo>
                  <a:pt x="675691" y="739536"/>
                  <a:pt x="702293" y="776779"/>
                  <a:pt x="718254" y="803381"/>
                </a:cubicBezTo>
                <a:cubicBezTo>
                  <a:pt x="750177" y="851265"/>
                  <a:pt x="808701" y="941711"/>
                  <a:pt x="808701" y="957673"/>
                </a:cubicBezTo>
                <a:cubicBezTo>
                  <a:pt x="808701" y="968313"/>
                  <a:pt x="798060" y="978954"/>
                  <a:pt x="798060" y="994915"/>
                </a:cubicBezTo>
                <a:cubicBezTo>
                  <a:pt x="798060" y="1005556"/>
                  <a:pt x="808701" y="1010877"/>
                  <a:pt x="814022" y="1021517"/>
                </a:cubicBezTo>
                <a:cubicBezTo>
                  <a:pt x="814022" y="1037479"/>
                  <a:pt x="824662" y="1064081"/>
                  <a:pt x="824662" y="1080042"/>
                </a:cubicBezTo>
                <a:cubicBezTo>
                  <a:pt x="824662" y="1090683"/>
                  <a:pt x="803381" y="1101324"/>
                  <a:pt x="792740" y="1117285"/>
                </a:cubicBezTo>
                <a:lnTo>
                  <a:pt x="760818" y="1117285"/>
                </a:lnTo>
                <a:cubicBezTo>
                  <a:pt x="760818" y="1037479"/>
                  <a:pt x="712934" y="984275"/>
                  <a:pt x="643769" y="931071"/>
                </a:cubicBezTo>
                <a:cubicBezTo>
                  <a:pt x="633128" y="925750"/>
                  <a:pt x="627808" y="915109"/>
                  <a:pt x="627808" y="899148"/>
                </a:cubicBezTo>
                <a:cubicBezTo>
                  <a:pt x="627808" y="888507"/>
                  <a:pt x="675691" y="835303"/>
                  <a:pt x="675691" y="819342"/>
                </a:cubicBezTo>
                <a:cubicBezTo>
                  <a:pt x="675691" y="750177"/>
                  <a:pt x="595885" y="728895"/>
                  <a:pt x="563963" y="728895"/>
                </a:cubicBezTo>
                <a:cubicBezTo>
                  <a:pt x="553322" y="728895"/>
                  <a:pt x="548002" y="728895"/>
                  <a:pt x="542681" y="734216"/>
                </a:cubicBezTo>
                <a:cubicBezTo>
                  <a:pt x="542681" y="739536"/>
                  <a:pt x="537361" y="750177"/>
                  <a:pt x="532040" y="755497"/>
                </a:cubicBezTo>
                <a:cubicBezTo>
                  <a:pt x="526720" y="760818"/>
                  <a:pt x="510759" y="766138"/>
                  <a:pt x="500118" y="776779"/>
                </a:cubicBezTo>
                <a:cubicBezTo>
                  <a:pt x="505438" y="787420"/>
                  <a:pt x="516079" y="792740"/>
                  <a:pt x="516079" y="808701"/>
                </a:cubicBezTo>
                <a:cubicBezTo>
                  <a:pt x="516079" y="819342"/>
                  <a:pt x="505438" y="819342"/>
                  <a:pt x="505438" y="829983"/>
                </a:cubicBezTo>
                <a:cubicBezTo>
                  <a:pt x="505438" y="845944"/>
                  <a:pt x="516079" y="835303"/>
                  <a:pt x="516079" y="851265"/>
                </a:cubicBezTo>
                <a:lnTo>
                  <a:pt x="516079" y="904469"/>
                </a:lnTo>
                <a:lnTo>
                  <a:pt x="489477" y="904469"/>
                </a:lnTo>
                <a:cubicBezTo>
                  <a:pt x="473516" y="877867"/>
                  <a:pt x="457555" y="829983"/>
                  <a:pt x="457555" y="814022"/>
                </a:cubicBezTo>
                <a:cubicBezTo>
                  <a:pt x="457555" y="744857"/>
                  <a:pt x="574604" y="601206"/>
                  <a:pt x="649089" y="590565"/>
                </a:cubicBezTo>
                <a:lnTo>
                  <a:pt x="665050" y="590565"/>
                </a:lnTo>
                <a:close/>
                <a:moveTo>
                  <a:pt x="207496" y="21282"/>
                </a:moveTo>
                <a:cubicBezTo>
                  <a:pt x="212816" y="31922"/>
                  <a:pt x="223457" y="31922"/>
                  <a:pt x="239418" y="31922"/>
                </a:cubicBezTo>
                <a:cubicBezTo>
                  <a:pt x="250059" y="31922"/>
                  <a:pt x="292622" y="15961"/>
                  <a:pt x="303263" y="15961"/>
                </a:cubicBezTo>
                <a:cubicBezTo>
                  <a:pt x="319224" y="15961"/>
                  <a:pt x="361787" y="47884"/>
                  <a:pt x="399030" y="53204"/>
                </a:cubicBezTo>
                <a:cubicBezTo>
                  <a:pt x="441593" y="63845"/>
                  <a:pt x="532040" y="74486"/>
                  <a:pt x="542681" y="74486"/>
                </a:cubicBezTo>
                <a:cubicBezTo>
                  <a:pt x="558642" y="74486"/>
                  <a:pt x="654410" y="31922"/>
                  <a:pt x="712934" y="21282"/>
                </a:cubicBezTo>
                <a:cubicBezTo>
                  <a:pt x="734216" y="15961"/>
                  <a:pt x="766138" y="21282"/>
                  <a:pt x="792740" y="21282"/>
                </a:cubicBezTo>
                <a:cubicBezTo>
                  <a:pt x="840624" y="21282"/>
                  <a:pt x="920430" y="10641"/>
                  <a:pt x="931071" y="10641"/>
                </a:cubicBezTo>
                <a:cubicBezTo>
                  <a:pt x="947032" y="10641"/>
                  <a:pt x="1042799" y="21282"/>
                  <a:pt x="1096003" y="42563"/>
                </a:cubicBezTo>
                <a:cubicBezTo>
                  <a:pt x="1101323" y="42563"/>
                  <a:pt x="1106644" y="69165"/>
                  <a:pt x="1122605" y="74486"/>
                </a:cubicBezTo>
                <a:cubicBezTo>
                  <a:pt x="1143887" y="90447"/>
                  <a:pt x="1175809" y="90447"/>
                  <a:pt x="1202411" y="106408"/>
                </a:cubicBezTo>
                <a:cubicBezTo>
                  <a:pt x="1218372" y="117049"/>
                  <a:pt x="1223693" y="138330"/>
                  <a:pt x="1234334" y="154292"/>
                </a:cubicBezTo>
                <a:cubicBezTo>
                  <a:pt x="1213052" y="164933"/>
                  <a:pt x="1197091" y="159612"/>
                  <a:pt x="1186450" y="170253"/>
                </a:cubicBezTo>
                <a:cubicBezTo>
                  <a:pt x="1154527" y="196855"/>
                  <a:pt x="1127925" y="234098"/>
                  <a:pt x="1127925" y="260700"/>
                </a:cubicBezTo>
                <a:cubicBezTo>
                  <a:pt x="1127925" y="276661"/>
                  <a:pt x="1149207" y="297943"/>
                  <a:pt x="1159848" y="313904"/>
                </a:cubicBezTo>
                <a:lnTo>
                  <a:pt x="1159848" y="335185"/>
                </a:lnTo>
                <a:cubicBezTo>
                  <a:pt x="1143887" y="335185"/>
                  <a:pt x="1117285" y="356467"/>
                  <a:pt x="1111964" y="367108"/>
                </a:cubicBezTo>
                <a:cubicBezTo>
                  <a:pt x="1111964" y="372428"/>
                  <a:pt x="1122605" y="377749"/>
                  <a:pt x="1127925" y="377749"/>
                </a:cubicBezTo>
                <a:lnTo>
                  <a:pt x="1127925" y="393710"/>
                </a:lnTo>
                <a:lnTo>
                  <a:pt x="1016197" y="489477"/>
                </a:lnTo>
                <a:cubicBezTo>
                  <a:pt x="1010877" y="494798"/>
                  <a:pt x="1005556" y="500118"/>
                  <a:pt x="989595" y="500118"/>
                </a:cubicBezTo>
                <a:cubicBezTo>
                  <a:pt x="978954" y="500118"/>
                  <a:pt x="909789" y="457555"/>
                  <a:pt x="893828" y="457555"/>
                </a:cubicBezTo>
                <a:cubicBezTo>
                  <a:pt x="856585" y="457555"/>
                  <a:pt x="814022" y="537361"/>
                  <a:pt x="766138" y="537361"/>
                </a:cubicBezTo>
                <a:lnTo>
                  <a:pt x="755497" y="537361"/>
                </a:lnTo>
                <a:lnTo>
                  <a:pt x="744856" y="548002"/>
                </a:lnTo>
                <a:cubicBezTo>
                  <a:pt x="755497" y="579924"/>
                  <a:pt x="760818" y="617167"/>
                  <a:pt x="776779" y="649089"/>
                </a:cubicBezTo>
                <a:cubicBezTo>
                  <a:pt x="792740" y="686332"/>
                  <a:pt x="814022" y="728895"/>
                  <a:pt x="835303" y="766138"/>
                </a:cubicBezTo>
                <a:cubicBezTo>
                  <a:pt x="840624" y="776779"/>
                  <a:pt x="856585" y="782099"/>
                  <a:pt x="867226" y="787420"/>
                </a:cubicBezTo>
                <a:lnTo>
                  <a:pt x="877867" y="776779"/>
                </a:lnTo>
                <a:cubicBezTo>
                  <a:pt x="877867" y="771459"/>
                  <a:pt x="867226" y="766138"/>
                  <a:pt x="856585" y="755497"/>
                </a:cubicBezTo>
                <a:cubicBezTo>
                  <a:pt x="856585" y="750177"/>
                  <a:pt x="851264" y="734216"/>
                  <a:pt x="851264" y="723575"/>
                </a:cubicBezTo>
                <a:cubicBezTo>
                  <a:pt x="851264" y="707614"/>
                  <a:pt x="824662" y="627808"/>
                  <a:pt x="824662" y="617167"/>
                </a:cubicBezTo>
                <a:cubicBezTo>
                  <a:pt x="824662" y="585244"/>
                  <a:pt x="877867" y="553322"/>
                  <a:pt x="883187" y="553322"/>
                </a:cubicBezTo>
                <a:cubicBezTo>
                  <a:pt x="899148" y="553322"/>
                  <a:pt x="925750" y="553322"/>
                  <a:pt x="947032" y="563963"/>
                </a:cubicBezTo>
                <a:cubicBezTo>
                  <a:pt x="962993" y="569283"/>
                  <a:pt x="978954" y="601206"/>
                  <a:pt x="984275" y="617167"/>
                </a:cubicBezTo>
                <a:cubicBezTo>
                  <a:pt x="989595" y="617167"/>
                  <a:pt x="989595" y="627808"/>
                  <a:pt x="989595" y="638448"/>
                </a:cubicBezTo>
                <a:cubicBezTo>
                  <a:pt x="989595" y="654410"/>
                  <a:pt x="978954" y="681012"/>
                  <a:pt x="978954" y="696973"/>
                </a:cubicBezTo>
                <a:cubicBezTo>
                  <a:pt x="978954" y="696973"/>
                  <a:pt x="973634" y="739536"/>
                  <a:pt x="994915" y="718254"/>
                </a:cubicBezTo>
                <a:cubicBezTo>
                  <a:pt x="1016197" y="755497"/>
                  <a:pt x="1048119" y="739536"/>
                  <a:pt x="1074721" y="760818"/>
                </a:cubicBezTo>
                <a:cubicBezTo>
                  <a:pt x="1080042" y="755497"/>
                  <a:pt x="1085362" y="744857"/>
                  <a:pt x="1090683" y="739536"/>
                </a:cubicBezTo>
                <a:lnTo>
                  <a:pt x="1218372" y="739536"/>
                </a:lnTo>
                <a:cubicBezTo>
                  <a:pt x="1234334" y="728895"/>
                  <a:pt x="1234334" y="707614"/>
                  <a:pt x="1244974" y="696973"/>
                </a:cubicBezTo>
                <a:lnTo>
                  <a:pt x="1276897" y="696973"/>
                </a:lnTo>
                <a:lnTo>
                  <a:pt x="1276897" y="723575"/>
                </a:lnTo>
                <a:cubicBezTo>
                  <a:pt x="1282217" y="728895"/>
                  <a:pt x="1276897" y="728895"/>
                  <a:pt x="1287538" y="728895"/>
                </a:cubicBezTo>
                <a:cubicBezTo>
                  <a:pt x="1303499" y="728895"/>
                  <a:pt x="1399266" y="702293"/>
                  <a:pt x="1452470" y="670371"/>
                </a:cubicBezTo>
                <a:cubicBezTo>
                  <a:pt x="1468431" y="659730"/>
                  <a:pt x="1495033" y="627808"/>
                  <a:pt x="1510994" y="611846"/>
                </a:cubicBezTo>
                <a:lnTo>
                  <a:pt x="1510994" y="654410"/>
                </a:lnTo>
                <a:cubicBezTo>
                  <a:pt x="1510994" y="654410"/>
                  <a:pt x="1505674" y="659730"/>
                  <a:pt x="1521635" y="659730"/>
                </a:cubicBezTo>
                <a:cubicBezTo>
                  <a:pt x="1532276" y="659730"/>
                  <a:pt x="1542917" y="643769"/>
                  <a:pt x="1558878" y="643769"/>
                </a:cubicBezTo>
                <a:lnTo>
                  <a:pt x="1585480" y="643769"/>
                </a:lnTo>
                <a:cubicBezTo>
                  <a:pt x="1585480" y="643769"/>
                  <a:pt x="1590801" y="638448"/>
                  <a:pt x="1590801" y="654410"/>
                </a:cubicBezTo>
                <a:cubicBezTo>
                  <a:pt x="1590801" y="681012"/>
                  <a:pt x="1452470" y="718254"/>
                  <a:pt x="1452470" y="723575"/>
                </a:cubicBezTo>
                <a:cubicBezTo>
                  <a:pt x="1420548" y="739536"/>
                  <a:pt x="1383305" y="776779"/>
                  <a:pt x="1346062" y="798061"/>
                </a:cubicBezTo>
                <a:cubicBezTo>
                  <a:pt x="1314140" y="814022"/>
                  <a:pt x="1308819" y="792740"/>
                  <a:pt x="1287538" y="845944"/>
                </a:cubicBezTo>
                <a:cubicBezTo>
                  <a:pt x="1287538" y="851265"/>
                  <a:pt x="1282217" y="856585"/>
                  <a:pt x="1276897" y="861905"/>
                </a:cubicBezTo>
                <a:cubicBezTo>
                  <a:pt x="1271576" y="861905"/>
                  <a:pt x="1260936" y="851265"/>
                  <a:pt x="1250295" y="851265"/>
                </a:cubicBezTo>
                <a:cubicBezTo>
                  <a:pt x="1186450" y="851265"/>
                  <a:pt x="1106644" y="957673"/>
                  <a:pt x="1111964" y="1000236"/>
                </a:cubicBezTo>
                <a:cubicBezTo>
                  <a:pt x="1133246" y="1000236"/>
                  <a:pt x="1154527" y="989595"/>
                  <a:pt x="1175809" y="1000236"/>
                </a:cubicBezTo>
                <a:cubicBezTo>
                  <a:pt x="1239654" y="1032158"/>
                  <a:pt x="1314140" y="1085362"/>
                  <a:pt x="1362023" y="1133246"/>
                </a:cubicBezTo>
                <a:cubicBezTo>
                  <a:pt x="1393946" y="1165168"/>
                  <a:pt x="1383305" y="1165168"/>
                  <a:pt x="1383305" y="1191770"/>
                </a:cubicBezTo>
                <a:cubicBezTo>
                  <a:pt x="1383305" y="1202411"/>
                  <a:pt x="1431188" y="1266256"/>
                  <a:pt x="1457790" y="1308819"/>
                </a:cubicBezTo>
                <a:cubicBezTo>
                  <a:pt x="1473752" y="1276897"/>
                  <a:pt x="1505674" y="1282217"/>
                  <a:pt x="1532276" y="1271576"/>
                </a:cubicBezTo>
                <a:cubicBezTo>
                  <a:pt x="1537596" y="1266256"/>
                  <a:pt x="1537596" y="1271576"/>
                  <a:pt x="1537596" y="1255615"/>
                </a:cubicBezTo>
                <a:cubicBezTo>
                  <a:pt x="1537596" y="1244974"/>
                  <a:pt x="1505674" y="1165168"/>
                  <a:pt x="1505674" y="1154528"/>
                </a:cubicBezTo>
                <a:cubicBezTo>
                  <a:pt x="1505674" y="1138566"/>
                  <a:pt x="1516315" y="1138566"/>
                  <a:pt x="1516315" y="1133246"/>
                </a:cubicBezTo>
                <a:cubicBezTo>
                  <a:pt x="1537596" y="1074722"/>
                  <a:pt x="1553558" y="1080042"/>
                  <a:pt x="1585480" y="1080042"/>
                </a:cubicBezTo>
                <a:cubicBezTo>
                  <a:pt x="1622723" y="1080042"/>
                  <a:pt x="1644005" y="1069401"/>
                  <a:pt x="1659966" y="1133246"/>
                </a:cubicBezTo>
                <a:cubicBezTo>
                  <a:pt x="1665286" y="1143887"/>
                  <a:pt x="1649325" y="1170489"/>
                  <a:pt x="1659966" y="1191770"/>
                </a:cubicBezTo>
                <a:cubicBezTo>
                  <a:pt x="1675927" y="1229013"/>
                  <a:pt x="1734451" y="1218372"/>
                  <a:pt x="1755733" y="1229013"/>
                </a:cubicBezTo>
                <a:cubicBezTo>
                  <a:pt x="1777015" y="1234334"/>
                  <a:pt x="1808937" y="1229013"/>
                  <a:pt x="1824898" y="1244974"/>
                </a:cubicBezTo>
                <a:cubicBezTo>
                  <a:pt x="1867461" y="1282217"/>
                  <a:pt x="1904704" y="1340742"/>
                  <a:pt x="1936627" y="1377985"/>
                </a:cubicBezTo>
                <a:cubicBezTo>
                  <a:pt x="1941947" y="1388625"/>
                  <a:pt x="1957908" y="1388625"/>
                  <a:pt x="1963229" y="1393946"/>
                </a:cubicBezTo>
                <a:cubicBezTo>
                  <a:pt x="1973870" y="1415227"/>
                  <a:pt x="1963229" y="1441829"/>
                  <a:pt x="1973870" y="1463111"/>
                </a:cubicBezTo>
                <a:cubicBezTo>
                  <a:pt x="1995151" y="1516315"/>
                  <a:pt x="2032394" y="1585480"/>
                  <a:pt x="2043035" y="1649325"/>
                </a:cubicBezTo>
                <a:cubicBezTo>
                  <a:pt x="2058996" y="1659966"/>
                  <a:pt x="2074957" y="1675927"/>
                  <a:pt x="2090918" y="1675927"/>
                </a:cubicBezTo>
                <a:cubicBezTo>
                  <a:pt x="2101559" y="1675927"/>
                  <a:pt x="2117520" y="1649325"/>
                  <a:pt x="2128161" y="1649325"/>
                </a:cubicBezTo>
                <a:cubicBezTo>
                  <a:pt x="2160084" y="1649325"/>
                  <a:pt x="2197327" y="1649325"/>
                  <a:pt x="2213288" y="1665286"/>
                </a:cubicBezTo>
                <a:cubicBezTo>
                  <a:pt x="2245210" y="1659966"/>
                  <a:pt x="2293094" y="1686568"/>
                  <a:pt x="2330337" y="1707850"/>
                </a:cubicBezTo>
                <a:cubicBezTo>
                  <a:pt x="2335657" y="1968549"/>
                  <a:pt x="2468667" y="1984511"/>
                  <a:pt x="2468667" y="2186686"/>
                </a:cubicBezTo>
                <a:cubicBezTo>
                  <a:pt x="2468667" y="2202647"/>
                  <a:pt x="2463347" y="2218608"/>
                  <a:pt x="2463347" y="2234570"/>
                </a:cubicBezTo>
                <a:lnTo>
                  <a:pt x="0" y="2229249"/>
                </a:lnTo>
                <a:lnTo>
                  <a:pt x="0" y="2186686"/>
                </a:lnTo>
                <a:cubicBezTo>
                  <a:pt x="10641" y="2170725"/>
                  <a:pt x="15961" y="2154764"/>
                  <a:pt x="15961" y="2138802"/>
                </a:cubicBezTo>
                <a:cubicBezTo>
                  <a:pt x="21282" y="2085598"/>
                  <a:pt x="31922" y="2032394"/>
                  <a:pt x="37243" y="1979190"/>
                </a:cubicBezTo>
                <a:cubicBezTo>
                  <a:pt x="31922" y="1920666"/>
                  <a:pt x="117049" y="1851500"/>
                  <a:pt x="106408" y="1792976"/>
                </a:cubicBezTo>
                <a:cubicBezTo>
                  <a:pt x="106408" y="1771694"/>
                  <a:pt x="117049" y="1755733"/>
                  <a:pt x="117049" y="1734452"/>
                </a:cubicBezTo>
                <a:cubicBezTo>
                  <a:pt x="117049" y="1718490"/>
                  <a:pt x="148971" y="1691888"/>
                  <a:pt x="170253" y="1691888"/>
                </a:cubicBezTo>
                <a:cubicBezTo>
                  <a:pt x="180894" y="1691888"/>
                  <a:pt x="234098" y="1707850"/>
                  <a:pt x="244739" y="1707850"/>
                </a:cubicBezTo>
                <a:cubicBezTo>
                  <a:pt x="297943" y="1707850"/>
                  <a:pt x="281981" y="1681248"/>
                  <a:pt x="319224" y="1681248"/>
                </a:cubicBezTo>
                <a:cubicBezTo>
                  <a:pt x="335185" y="1681248"/>
                  <a:pt x="383069" y="1729131"/>
                  <a:pt x="399030" y="1729131"/>
                </a:cubicBezTo>
                <a:lnTo>
                  <a:pt x="500118" y="1729131"/>
                </a:lnTo>
                <a:cubicBezTo>
                  <a:pt x="505438" y="1723811"/>
                  <a:pt x="505438" y="1729131"/>
                  <a:pt x="505438" y="1713170"/>
                </a:cubicBezTo>
                <a:cubicBezTo>
                  <a:pt x="505438" y="1702529"/>
                  <a:pt x="404351" y="1596121"/>
                  <a:pt x="356467" y="1532276"/>
                </a:cubicBezTo>
                <a:cubicBezTo>
                  <a:pt x="345826" y="1516315"/>
                  <a:pt x="345826" y="1495033"/>
                  <a:pt x="345826" y="1484393"/>
                </a:cubicBezTo>
                <a:cubicBezTo>
                  <a:pt x="345826" y="1431189"/>
                  <a:pt x="409671" y="1372664"/>
                  <a:pt x="436273" y="1314140"/>
                </a:cubicBezTo>
                <a:cubicBezTo>
                  <a:pt x="452234" y="1282217"/>
                  <a:pt x="478836" y="1223693"/>
                  <a:pt x="505438" y="1197091"/>
                </a:cubicBezTo>
                <a:cubicBezTo>
                  <a:pt x="462875" y="1154528"/>
                  <a:pt x="393710" y="1101324"/>
                  <a:pt x="361787" y="1074722"/>
                </a:cubicBezTo>
                <a:cubicBezTo>
                  <a:pt x="351147" y="1016197"/>
                  <a:pt x="303263" y="1016197"/>
                  <a:pt x="303263" y="989595"/>
                </a:cubicBezTo>
                <a:cubicBezTo>
                  <a:pt x="303263" y="904469"/>
                  <a:pt x="441593" y="957673"/>
                  <a:pt x="457555" y="893828"/>
                </a:cubicBezTo>
                <a:lnTo>
                  <a:pt x="180894" y="37243"/>
                </a:lnTo>
                <a:lnTo>
                  <a:pt x="180894" y="0"/>
                </a:lnTo>
                <a:cubicBezTo>
                  <a:pt x="191535" y="5320"/>
                  <a:pt x="196855" y="15961"/>
                  <a:pt x="207496" y="2128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60000"/>
                  <a:lumOff val="40000"/>
                </a:schemeClr>
              </a:gs>
              <a:gs pos="46800">
                <a:srgbClr val="F9CFA5">
                  <a:alpha val="55000"/>
                </a:srgbClr>
              </a:gs>
              <a:gs pos="83000">
                <a:schemeClr val="accent4">
                  <a:lumMod val="20000"/>
                  <a:lumOff val="80000"/>
                  <a:alpha val="0"/>
                </a:schemeClr>
              </a:gs>
            </a:gsLst>
            <a:lin ang="6000000" scaled="0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pic>
        <p:nvPicPr>
          <p:cNvPr id="45" name="图片 44"/>
          <p:cNvPicPr>
            <a:picLocks noChangeAspect="1"/>
          </p:cNvPicPr>
          <p:nvPr/>
        </p:nvPicPr>
        <p:blipFill>
          <a:blip r:embed="rId5" cstate="screen"/>
          <a:stretch>
            <a:fillRect/>
          </a:stretch>
        </p:blipFill>
        <p:spPr>
          <a:xfrm>
            <a:off x="0" y="5050185"/>
            <a:ext cx="12192000" cy="1806605"/>
          </a:xfrm>
          <a:prstGeom prst="rect">
            <a:avLst/>
          </a:prstGeom>
        </p:spPr>
      </p:pic>
      <p:sp>
        <p:nvSpPr>
          <p:cNvPr id="46" name="任意多边形: 形状 45"/>
          <p:cNvSpPr/>
          <p:nvPr/>
        </p:nvSpPr>
        <p:spPr>
          <a:xfrm>
            <a:off x="9928352" y="284075"/>
            <a:ext cx="1728270" cy="925600"/>
          </a:xfrm>
          <a:custGeom>
            <a:avLst/>
            <a:gdLst>
              <a:gd name="connsiteX0" fmla="*/ 12010160 w 12417137"/>
              <a:gd name="connsiteY0" fmla="*/ 5775614 h 6650181"/>
              <a:gd name="connsiteX1" fmla="*/ 12321887 w 12417137"/>
              <a:gd name="connsiteY1" fmla="*/ 5723659 h 6650181"/>
              <a:gd name="connsiteX2" fmla="*/ 12356524 w 12417137"/>
              <a:gd name="connsiteY2" fmla="*/ 5732318 h 6650181"/>
              <a:gd name="connsiteX3" fmla="*/ 12417137 w 12417137"/>
              <a:gd name="connsiteY3" fmla="*/ 5844887 h 6650181"/>
              <a:gd name="connsiteX4" fmla="*/ 12399819 w 12417137"/>
              <a:gd name="connsiteY4" fmla="*/ 5896841 h 6650181"/>
              <a:gd name="connsiteX5" fmla="*/ 12417137 w 12417137"/>
              <a:gd name="connsiteY5" fmla="*/ 5974773 h 6650181"/>
              <a:gd name="connsiteX6" fmla="*/ 12399819 w 12417137"/>
              <a:gd name="connsiteY6" fmla="*/ 6044046 h 6650181"/>
              <a:gd name="connsiteX7" fmla="*/ 12373842 w 12417137"/>
              <a:gd name="connsiteY7" fmla="*/ 6070023 h 6650181"/>
              <a:gd name="connsiteX8" fmla="*/ 12391160 w 12417137"/>
              <a:gd name="connsiteY8" fmla="*/ 6096000 h 6650181"/>
              <a:gd name="connsiteX9" fmla="*/ 12365183 w 12417137"/>
              <a:gd name="connsiteY9" fmla="*/ 6096000 h 6650181"/>
              <a:gd name="connsiteX10" fmla="*/ 12365183 w 12417137"/>
              <a:gd name="connsiteY10" fmla="*/ 6139296 h 6650181"/>
              <a:gd name="connsiteX11" fmla="*/ 12321887 w 12417137"/>
              <a:gd name="connsiteY11" fmla="*/ 6217228 h 6650181"/>
              <a:gd name="connsiteX12" fmla="*/ 12278592 w 12417137"/>
              <a:gd name="connsiteY12" fmla="*/ 6269182 h 6650181"/>
              <a:gd name="connsiteX13" fmla="*/ 12226637 w 12417137"/>
              <a:gd name="connsiteY13" fmla="*/ 6286500 h 6650181"/>
              <a:gd name="connsiteX14" fmla="*/ 12183342 w 12417137"/>
              <a:gd name="connsiteY14" fmla="*/ 6312478 h 6650181"/>
              <a:gd name="connsiteX15" fmla="*/ 11906251 w 12417137"/>
              <a:gd name="connsiteY15" fmla="*/ 6018068 h 6650181"/>
              <a:gd name="connsiteX16" fmla="*/ 11776364 w 12417137"/>
              <a:gd name="connsiteY16" fmla="*/ 6009409 h 6650181"/>
              <a:gd name="connsiteX17" fmla="*/ 11750387 w 12417137"/>
              <a:gd name="connsiteY17" fmla="*/ 6026728 h 6650181"/>
              <a:gd name="connsiteX18" fmla="*/ 11845637 w 12417137"/>
              <a:gd name="connsiteY18" fmla="*/ 6087341 h 6650181"/>
              <a:gd name="connsiteX19" fmla="*/ 11836978 w 12417137"/>
              <a:gd name="connsiteY19" fmla="*/ 6130637 h 6650181"/>
              <a:gd name="connsiteX20" fmla="*/ 11802342 w 12417137"/>
              <a:gd name="connsiteY20" fmla="*/ 6191250 h 6650181"/>
              <a:gd name="connsiteX21" fmla="*/ 11759046 w 12417137"/>
              <a:gd name="connsiteY21" fmla="*/ 6208568 h 6650181"/>
              <a:gd name="connsiteX22" fmla="*/ 11793683 w 12417137"/>
              <a:gd name="connsiteY22" fmla="*/ 6234546 h 6650181"/>
              <a:gd name="connsiteX23" fmla="*/ 11759046 w 12417137"/>
              <a:gd name="connsiteY23" fmla="*/ 6260523 h 6650181"/>
              <a:gd name="connsiteX24" fmla="*/ 11750387 w 12417137"/>
              <a:gd name="connsiteY24" fmla="*/ 6295159 h 6650181"/>
              <a:gd name="connsiteX25" fmla="*/ 11620501 w 12417137"/>
              <a:gd name="connsiteY25" fmla="*/ 6390409 h 6650181"/>
              <a:gd name="connsiteX26" fmla="*/ 11551228 w 12417137"/>
              <a:gd name="connsiteY26" fmla="*/ 6373091 h 6650181"/>
              <a:gd name="connsiteX27" fmla="*/ 11551228 w 12417137"/>
              <a:gd name="connsiteY27" fmla="*/ 6416387 h 6650181"/>
              <a:gd name="connsiteX28" fmla="*/ 11499274 w 12417137"/>
              <a:gd name="connsiteY28" fmla="*/ 6468341 h 6650181"/>
              <a:gd name="connsiteX29" fmla="*/ 11464637 w 12417137"/>
              <a:gd name="connsiteY29" fmla="*/ 6451023 h 6650181"/>
              <a:gd name="connsiteX30" fmla="*/ 11412683 w 12417137"/>
              <a:gd name="connsiteY30" fmla="*/ 6485659 h 6650181"/>
              <a:gd name="connsiteX31" fmla="*/ 11369387 w 12417137"/>
              <a:gd name="connsiteY31" fmla="*/ 6494318 h 6650181"/>
              <a:gd name="connsiteX32" fmla="*/ 11326092 w 12417137"/>
              <a:gd name="connsiteY32" fmla="*/ 6528955 h 6650181"/>
              <a:gd name="connsiteX33" fmla="*/ 11274137 w 12417137"/>
              <a:gd name="connsiteY33" fmla="*/ 6528955 h 6650181"/>
              <a:gd name="connsiteX34" fmla="*/ 11213523 w 12417137"/>
              <a:gd name="connsiteY34" fmla="*/ 6580909 h 6650181"/>
              <a:gd name="connsiteX35" fmla="*/ 11170228 w 12417137"/>
              <a:gd name="connsiteY35" fmla="*/ 6554932 h 6650181"/>
              <a:gd name="connsiteX36" fmla="*/ 11126933 w 12417137"/>
              <a:gd name="connsiteY36" fmla="*/ 6598228 h 6650181"/>
              <a:gd name="connsiteX37" fmla="*/ 11083637 w 12417137"/>
              <a:gd name="connsiteY37" fmla="*/ 6520296 h 6650181"/>
              <a:gd name="connsiteX38" fmla="*/ 11014364 w 12417137"/>
              <a:gd name="connsiteY38" fmla="*/ 6615546 h 6650181"/>
              <a:gd name="connsiteX39" fmla="*/ 10953751 w 12417137"/>
              <a:gd name="connsiteY39" fmla="*/ 6650182 h 6650181"/>
              <a:gd name="connsiteX40" fmla="*/ 10945092 w 12417137"/>
              <a:gd name="connsiteY40" fmla="*/ 6598228 h 6650181"/>
              <a:gd name="connsiteX41" fmla="*/ 10884478 w 12417137"/>
              <a:gd name="connsiteY41" fmla="*/ 6641523 h 6650181"/>
              <a:gd name="connsiteX42" fmla="*/ 10849842 w 12417137"/>
              <a:gd name="connsiteY42" fmla="*/ 6641523 h 6650181"/>
              <a:gd name="connsiteX43" fmla="*/ 10841183 w 12417137"/>
              <a:gd name="connsiteY43" fmla="*/ 6598228 h 6650181"/>
              <a:gd name="connsiteX44" fmla="*/ 10780569 w 12417137"/>
              <a:gd name="connsiteY44" fmla="*/ 6580909 h 6650181"/>
              <a:gd name="connsiteX45" fmla="*/ 10728614 w 12417137"/>
              <a:gd name="connsiteY45" fmla="*/ 6615546 h 6650181"/>
              <a:gd name="connsiteX46" fmla="*/ 10728614 w 12417137"/>
              <a:gd name="connsiteY46" fmla="*/ 6598228 h 6650181"/>
              <a:gd name="connsiteX47" fmla="*/ 10719955 w 12417137"/>
              <a:gd name="connsiteY47" fmla="*/ 6502978 h 6650181"/>
              <a:gd name="connsiteX48" fmla="*/ 11144251 w 12417137"/>
              <a:gd name="connsiteY48" fmla="*/ 6018068 h 6650181"/>
              <a:gd name="connsiteX49" fmla="*/ 11378046 w 12417137"/>
              <a:gd name="connsiteY49" fmla="*/ 5905500 h 6650181"/>
              <a:gd name="connsiteX50" fmla="*/ 11118273 w 12417137"/>
              <a:gd name="connsiteY50" fmla="*/ 5732318 h 6650181"/>
              <a:gd name="connsiteX51" fmla="*/ 11222183 w 12417137"/>
              <a:gd name="connsiteY51" fmla="*/ 5628409 h 6650181"/>
              <a:gd name="connsiteX52" fmla="*/ 11308774 w 12417137"/>
              <a:gd name="connsiteY52" fmla="*/ 5654387 h 6650181"/>
              <a:gd name="connsiteX53" fmla="*/ 11516592 w 12417137"/>
              <a:gd name="connsiteY53" fmla="*/ 5585114 h 6650181"/>
              <a:gd name="connsiteX54" fmla="*/ 12010160 w 12417137"/>
              <a:gd name="connsiteY54" fmla="*/ 5775614 h 6650181"/>
              <a:gd name="connsiteX55" fmla="*/ 4113069 w 12417137"/>
              <a:gd name="connsiteY55" fmla="*/ 3827318 h 6650181"/>
              <a:gd name="connsiteX56" fmla="*/ 4017819 w 12417137"/>
              <a:gd name="connsiteY56" fmla="*/ 3957205 h 6650181"/>
              <a:gd name="connsiteX57" fmla="*/ 4026478 w 12417137"/>
              <a:gd name="connsiteY57" fmla="*/ 3983182 h 6650181"/>
              <a:gd name="connsiteX58" fmla="*/ 4130387 w 12417137"/>
              <a:gd name="connsiteY58" fmla="*/ 3931227 h 6650181"/>
              <a:gd name="connsiteX59" fmla="*/ 4139046 w 12417137"/>
              <a:gd name="connsiteY59" fmla="*/ 3948546 h 6650181"/>
              <a:gd name="connsiteX60" fmla="*/ 4095750 w 12417137"/>
              <a:gd name="connsiteY60" fmla="*/ 4035136 h 6650181"/>
              <a:gd name="connsiteX61" fmla="*/ 4113069 w 12417137"/>
              <a:gd name="connsiteY61" fmla="*/ 4052455 h 6650181"/>
              <a:gd name="connsiteX62" fmla="*/ 4165023 w 12417137"/>
              <a:gd name="connsiteY62" fmla="*/ 4035136 h 6650181"/>
              <a:gd name="connsiteX63" fmla="*/ 4173682 w 12417137"/>
              <a:gd name="connsiteY63" fmla="*/ 4078432 h 6650181"/>
              <a:gd name="connsiteX64" fmla="*/ 4156364 w 12417137"/>
              <a:gd name="connsiteY64" fmla="*/ 4147705 h 6650181"/>
              <a:gd name="connsiteX65" fmla="*/ 4173682 w 12417137"/>
              <a:gd name="connsiteY65" fmla="*/ 4165023 h 6650181"/>
              <a:gd name="connsiteX66" fmla="*/ 4199660 w 12417137"/>
              <a:gd name="connsiteY66" fmla="*/ 4139046 h 6650181"/>
              <a:gd name="connsiteX67" fmla="*/ 4225637 w 12417137"/>
              <a:gd name="connsiteY67" fmla="*/ 4139046 h 6650181"/>
              <a:gd name="connsiteX68" fmla="*/ 4242955 w 12417137"/>
              <a:gd name="connsiteY68" fmla="*/ 4182341 h 6650181"/>
              <a:gd name="connsiteX69" fmla="*/ 4234296 w 12417137"/>
              <a:gd name="connsiteY69" fmla="*/ 4242955 h 6650181"/>
              <a:gd name="connsiteX70" fmla="*/ 4294910 w 12417137"/>
              <a:gd name="connsiteY70" fmla="*/ 4225637 h 6650181"/>
              <a:gd name="connsiteX71" fmla="*/ 4294910 w 12417137"/>
              <a:gd name="connsiteY71" fmla="*/ 4329546 h 6650181"/>
              <a:gd name="connsiteX72" fmla="*/ 4338205 w 12417137"/>
              <a:gd name="connsiteY72" fmla="*/ 4416137 h 6650181"/>
              <a:gd name="connsiteX73" fmla="*/ 4381501 w 12417137"/>
              <a:gd name="connsiteY73" fmla="*/ 4502728 h 6650181"/>
              <a:gd name="connsiteX74" fmla="*/ 4329546 w 12417137"/>
              <a:gd name="connsiteY74" fmla="*/ 4580659 h 6650181"/>
              <a:gd name="connsiteX75" fmla="*/ 4424796 w 12417137"/>
              <a:gd name="connsiteY75" fmla="*/ 4658591 h 6650181"/>
              <a:gd name="connsiteX76" fmla="*/ 4381501 w 12417137"/>
              <a:gd name="connsiteY76" fmla="*/ 4693228 h 6650181"/>
              <a:gd name="connsiteX77" fmla="*/ 4424796 w 12417137"/>
              <a:gd name="connsiteY77" fmla="*/ 4736523 h 6650181"/>
              <a:gd name="connsiteX78" fmla="*/ 4381501 w 12417137"/>
              <a:gd name="connsiteY78" fmla="*/ 4779818 h 6650181"/>
              <a:gd name="connsiteX79" fmla="*/ 4433455 w 12417137"/>
              <a:gd name="connsiteY79" fmla="*/ 4849091 h 6650181"/>
              <a:gd name="connsiteX80" fmla="*/ 4390160 w 12417137"/>
              <a:gd name="connsiteY80" fmla="*/ 4892387 h 6650181"/>
              <a:gd name="connsiteX81" fmla="*/ 4390160 w 12417137"/>
              <a:gd name="connsiteY81" fmla="*/ 5004955 h 6650181"/>
              <a:gd name="connsiteX82" fmla="*/ 4260273 w 12417137"/>
              <a:gd name="connsiteY82" fmla="*/ 5152159 h 6650181"/>
              <a:gd name="connsiteX83" fmla="*/ 4303569 w 12417137"/>
              <a:gd name="connsiteY83" fmla="*/ 5195455 h 6650181"/>
              <a:gd name="connsiteX84" fmla="*/ 4719205 w 12417137"/>
              <a:gd name="connsiteY84" fmla="*/ 5437909 h 6650181"/>
              <a:gd name="connsiteX85" fmla="*/ 4693228 w 12417137"/>
              <a:gd name="connsiteY85" fmla="*/ 5541818 h 6650181"/>
              <a:gd name="connsiteX86" fmla="*/ 4658591 w 12417137"/>
              <a:gd name="connsiteY86" fmla="*/ 5593773 h 6650181"/>
              <a:gd name="connsiteX87" fmla="*/ 4632614 w 12417137"/>
              <a:gd name="connsiteY87" fmla="*/ 5689023 h 6650181"/>
              <a:gd name="connsiteX88" fmla="*/ 4416137 w 12417137"/>
              <a:gd name="connsiteY88" fmla="*/ 5870864 h 6650181"/>
              <a:gd name="connsiteX89" fmla="*/ 4277591 w 12417137"/>
              <a:gd name="connsiteY89" fmla="*/ 5706341 h 6650181"/>
              <a:gd name="connsiteX90" fmla="*/ 4191000 w 12417137"/>
              <a:gd name="connsiteY90" fmla="*/ 5481205 h 6650181"/>
              <a:gd name="connsiteX91" fmla="*/ 4130387 w 12417137"/>
              <a:gd name="connsiteY91" fmla="*/ 5437909 h 6650181"/>
              <a:gd name="connsiteX92" fmla="*/ 4069773 w 12417137"/>
              <a:gd name="connsiteY92" fmla="*/ 5550478 h 6650181"/>
              <a:gd name="connsiteX93" fmla="*/ 3965864 w 12417137"/>
              <a:gd name="connsiteY93" fmla="*/ 5671705 h 6650181"/>
              <a:gd name="connsiteX94" fmla="*/ 3550228 w 12417137"/>
              <a:gd name="connsiteY94" fmla="*/ 5888182 h 6650181"/>
              <a:gd name="connsiteX95" fmla="*/ 3446319 w 12417137"/>
              <a:gd name="connsiteY95" fmla="*/ 5896841 h 6650181"/>
              <a:gd name="connsiteX96" fmla="*/ 3290455 w 12417137"/>
              <a:gd name="connsiteY96" fmla="*/ 5931478 h 6650181"/>
              <a:gd name="connsiteX97" fmla="*/ 3212523 w 12417137"/>
              <a:gd name="connsiteY97" fmla="*/ 5931478 h 6650181"/>
              <a:gd name="connsiteX98" fmla="*/ 3056659 w 12417137"/>
              <a:gd name="connsiteY98" fmla="*/ 5992091 h 6650181"/>
              <a:gd name="connsiteX99" fmla="*/ 2883478 w 12417137"/>
              <a:gd name="connsiteY99" fmla="*/ 6035387 h 6650181"/>
              <a:gd name="connsiteX100" fmla="*/ 2944091 w 12417137"/>
              <a:gd name="connsiteY100" fmla="*/ 5931478 h 6650181"/>
              <a:gd name="connsiteX101" fmla="*/ 2918114 w 12417137"/>
              <a:gd name="connsiteY101" fmla="*/ 5922818 h 6650181"/>
              <a:gd name="connsiteX102" fmla="*/ 2788228 w 12417137"/>
              <a:gd name="connsiteY102" fmla="*/ 5966114 h 6650181"/>
              <a:gd name="connsiteX103" fmla="*/ 2744932 w 12417137"/>
              <a:gd name="connsiteY103" fmla="*/ 5966114 h 6650181"/>
              <a:gd name="connsiteX104" fmla="*/ 2779568 w 12417137"/>
              <a:gd name="connsiteY104" fmla="*/ 5957455 h 6650181"/>
              <a:gd name="connsiteX105" fmla="*/ 2796887 w 12417137"/>
              <a:gd name="connsiteY105" fmla="*/ 5931478 h 6650181"/>
              <a:gd name="connsiteX106" fmla="*/ 2770909 w 12417137"/>
              <a:gd name="connsiteY106" fmla="*/ 5922818 h 6650181"/>
              <a:gd name="connsiteX107" fmla="*/ 2727614 w 12417137"/>
              <a:gd name="connsiteY107" fmla="*/ 5940137 h 6650181"/>
              <a:gd name="connsiteX108" fmla="*/ 2692978 w 12417137"/>
              <a:gd name="connsiteY108" fmla="*/ 5940137 h 6650181"/>
              <a:gd name="connsiteX109" fmla="*/ 2770909 w 12417137"/>
              <a:gd name="connsiteY109" fmla="*/ 5888182 h 6650181"/>
              <a:gd name="connsiteX110" fmla="*/ 2667000 w 12417137"/>
              <a:gd name="connsiteY110" fmla="*/ 5879523 h 6650181"/>
              <a:gd name="connsiteX111" fmla="*/ 3203864 w 12417137"/>
              <a:gd name="connsiteY111" fmla="*/ 5524500 h 6650181"/>
              <a:gd name="connsiteX112" fmla="*/ 3342409 w 12417137"/>
              <a:gd name="connsiteY112" fmla="*/ 5394614 h 6650181"/>
              <a:gd name="connsiteX113" fmla="*/ 3645478 w 12417137"/>
              <a:gd name="connsiteY113" fmla="*/ 5160818 h 6650181"/>
              <a:gd name="connsiteX114" fmla="*/ 3472296 w 12417137"/>
              <a:gd name="connsiteY114" fmla="*/ 4927023 h 6650181"/>
              <a:gd name="connsiteX115" fmla="*/ 3377046 w 12417137"/>
              <a:gd name="connsiteY115" fmla="*/ 4901046 h 6650181"/>
              <a:gd name="connsiteX116" fmla="*/ 3532909 w 12417137"/>
              <a:gd name="connsiteY116" fmla="*/ 4823114 h 6650181"/>
              <a:gd name="connsiteX117" fmla="*/ 3740728 w 12417137"/>
              <a:gd name="connsiteY117" fmla="*/ 4901046 h 6650181"/>
              <a:gd name="connsiteX118" fmla="*/ 3801341 w 12417137"/>
              <a:gd name="connsiteY118" fmla="*/ 4849091 h 6650181"/>
              <a:gd name="connsiteX119" fmla="*/ 3732069 w 12417137"/>
              <a:gd name="connsiteY119" fmla="*/ 4684568 h 6650181"/>
              <a:gd name="connsiteX120" fmla="*/ 3697432 w 12417137"/>
              <a:gd name="connsiteY120" fmla="*/ 4372841 h 6650181"/>
              <a:gd name="connsiteX121" fmla="*/ 3688773 w 12417137"/>
              <a:gd name="connsiteY121" fmla="*/ 4147705 h 6650181"/>
              <a:gd name="connsiteX122" fmla="*/ 3931228 w 12417137"/>
              <a:gd name="connsiteY122" fmla="*/ 3835977 h 6650181"/>
              <a:gd name="connsiteX123" fmla="*/ 3957205 w 12417137"/>
              <a:gd name="connsiteY123" fmla="*/ 3835977 h 6650181"/>
              <a:gd name="connsiteX124" fmla="*/ 3957205 w 12417137"/>
              <a:gd name="connsiteY124" fmla="*/ 3879273 h 6650181"/>
              <a:gd name="connsiteX125" fmla="*/ 4104409 w 12417137"/>
              <a:gd name="connsiteY125" fmla="*/ 3810000 h 6650181"/>
              <a:gd name="connsiteX126" fmla="*/ 4113069 w 12417137"/>
              <a:gd name="connsiteY126" fmla="*/ 3827318 h 6650181"/>
              <a:gd name="connsiteX127" fmla="*/ 7749887 w 12417137"/>
              <a:gd name="connsiteY127" fmla="*/ 1402773 h 6650181"/>
              <a:gd name="connsiteX128" fmla="*/ 7749887 w 12417137"/>
              <a:gd name="connsiteY128" fmla="*/ 1463386 h 6650181"/>
              <a:gd name="connsiteX129" fmla="*/ 7663296 w 12417137"/>
              <a:gd name="connsiteY129" fmla="*/ 1688523 h 6650181"/>
              <a:gd name="connsiteX130" fmla="*/ 7801842 w 12417137"/>
              <a:gd name="connsiteY130" fmla="*/ 1567296 h 6650181"/>
              <a:gd name="connsiteX131" fmla="*/ 7845137 w 12417137"/>
              <a:gd name="connsiteY131" fmla="*/ 1584614 h 6650181"/>
              <a:gd name="connsiteX132" fmla="*/ 7810501 w 12417137"/>
              <a:gd name="connsiteY132" fmla="*/ 1757796 h 6650181"/>
              <a:gd name="connsiteX133" fmla="*/ 7888433 w 12417137"/>
              <a:gd name="connsiteY133" fmla="*/ 1714500 h 6650181"/>
              <a:gd name="connsiteX134" fmla="*/ 7914410 w 12417137"/>
              <a:gd name="connsiteY134" fmla="*/ 1714500 h 6650181"/>
              <a:gd name="connsiteX135" fmla="*/ 7940387 w 12417137"/>
              <a:gd name="connsiteY135" fmla="*/ 1887682 h 6650181"/>
              <a:gd name="connsiteX136" fmla="*/ 7957705 w 12417137"/>
              <a:gd name="connsiteY136" fmla="*/ 1896341 h 6650181"/>
              <a:gd name="connsiteX137" fmla="*/ 8026978 w 12417137"/>
              <a:gd name="connsiteY137" fmla="*/ 1835727 h 6650181"/>
              <a:gd name="connsiteX138" fmla="*/ 8070274 w 12417137"/>
              <a:gd name="connsiteY138" fmla="*/ 1982932 h 6650181"/>
              <a:gd name="connsiteX139" fmla="*/ 8087592 w 12417137"/>
              <a:gd name="connsiteY139" fmla="*/ 1991591 h 6650181"/>
              <a:gd name="connsiteX140" fmla="*/ 8148205 w 12417137"/>
              <a:gd name="connsiteY140" fmla="*/ 1939636 h 6650181"/>
              <a:gd name="connsiteX141" fmla="*/ 8200160 w 12417137"/>
              <a:gd name="connsiteY141" fmla="*/ 2034886 h 6650181"/>
              <a:gd name="connsiteX142" fmla="*/ 8200160 w 12417137"/>
              <a:gd name="connsiteY142" fmla="*/ 2078182 h 6650181"/>
              <a:gd name="connsiteX143" fmla="*/ 8278092 w 12417137"/>
              <a:gd name="connsiteY143" fmla="*/ 2112818 h 6650181"/>
              <a:gd name="connsiteX144" fmla="*/ 8321387 w 12417137"/>
              <a:gd name="connsiteY144" fmla="*/ 2242705 h 6650181"/>
              <a:gd name="connsiteX145" fmla="*/ 8347364 w 12417137"/>
              <a:gd name="connsiteY145" fmla="*/ 2251364 h 6650181"/>
              <a:gd name="connsiteX146" fmla="*/ 8399319 w 12417137"/>
              <a:gd name="connsiteY146" fmla="*/ 2329296 h 6650181"/>
              <a:gd name="connsiteX147" fmla="*/ 8407978 w 12417137"/>
              <a:gd name="connsiteY147" fmla="*/ 2363932 h 6650181"/>
              <a:gd name="connsiteX148" fmla="*/ 8356024 w 12417137"/>
              <a:gd name="connsiteY148" fmla="*/ 2459182 h 6650181"/>
              <a:gd name="connsiteX149" fmla="*/ 8356024 w 12417137"/>
              <a:gd name="connsiteY149" fmla="*/ 2485159 h 6650181"/>
              <a:gd name="connsiteX150" fmla="*/ 8529205 w 12417137"/>
              <a:gd name="connsiteY150" fmla="*/ 2545773 h 6650181"/>
              <a:gd name="connsiteX151" fmla="*/ 8477251 w 12417137"/>
              <a:gd name="connsiteY151" fmla="*/ 2589068 h 6650181"/>
              <a:gd name="connsiteX152" fmla="*/ 8555182 w 12417137"/>
              <a:gd name="connsiteY152" fmla="*/ 2675659 h 6650181"/>
              <a:gd name="connsiteX153" fmla="*/ 8503228 w 12417137"/>
              <a:gd name="connsiteY153" fmla="*/ 2727614 h 6650181"/>
              <a:gd name="connsiteX154" fmla="*/ 8615796 w 12417137"/>
              <a:gd name="connsiteY154" fmla="*/ 2831523 h 6650181"/>
              <a:gd name="connsiteX155" fmla="*/ 8563841 w 12417137"/>
              <a:gd name="connsiteY155" fmla="*/ 2892136 h 6650181"/>
              <a:gd name="connsiteX156" fmla="*/ 8589819 w 12417137"/>
              <a:gd name="connsiteY156" fmla="*/ 2952750 h 6650181"/>
              <a:gd name="connsiteX157" fmla="*/ 8572501 w 12417137"/>
              <a:gd name="connsiteY157" fmla="*/ 3004705 h 6650181"/>
              <a:gd name="connsiteX158" fmla="*/ 8615796 w 12417137"/>
              <a:gd name="connsiteY158" fmla="*/ 3091296 h 6650181"/>
              <a:gd name="connsiteX159" fmla="*/ 8589819 w 12417137"/>
              <a:gd name="connsiteY159" fmla="*/ 3117273 h 6650181"/>
              <a:gd name="connsiteX160" fmla="*/ 8520546 w 12417137"/>
              <a:gd name="connsiteY160" fmla="*/ 3229841 h 6650181"/>
              <a:gd name="connsiteX161" fmla="*/ 8459932 w 12417137"/>
              <a:gd name="connsiteY161" fmla="*/ 3351068 h 6650181"/>
              <a:gd name="connsiteX162" fmla="*/ 8650432 w 12417137"/>
              <a:gd name="connsiteY162" fmla="*/ 3429000 h 6650181"/>
              <a:gd name="connsiteX163" fmla="*/ 8901546 w 12417137"/>
              <a:gd name="connsiteY163" fmla="*/ 3454977 h 6650181"/>
              <a:gd name="connsiteX164" fmla="*/ 9074728 w 12417137"/>
              <a:gd name="connsiteY164" fmla="*/ 3454977 h 6650181"/>
              <a:gd name="connsiteX165" fmla="*/ 9230592 w 12417137"/>
              <a:gd name="connsiteY165" fmla="*/ 3532909 h 6650181"/>
              <a:gd name="connsiteX166" fmla="*/ 9273887 w 12417137"/>
              <a:gd name="connsiteY166" fmla="*/ 3680114 h 6650181"/>
              <a:gd name="connsiteX167" fmla="*/ 9256569 w 12417137"/>
              <a:gd name="connsiteY167" fmla="*/ 3784023 h 6650181"/>
              <a:gd name="connsiteX168" fmla="*/ 9230592 w 12417137"/>
              <a:gd name="connsiteY168" fmla="*/ 3818659 h 6650181"/>
              <a:gd name="connsiteX169" fmla="*/ 9230592 w 12417137"/>
              <a:gd name="connsiteY169" fmla="*/ 3991841 h 6650181"/>
              <a:gd name="connsiteX170" fmla="*/ 9187296 w 12417137"/>
              <a:gd name="connsiteY170" fmla="*/ 4069773 h 6650181"/>
              <a:gd name="connsiteX171" fmla="*/ 9109364 w 12417137"/>
              <a:gd name="connsiteY171" fmla="*/ 4225637 h 6650181"/>
              <a:gd name="connsiteX172" fmla="*/ 8936182 w 12417137"/>
              <a:gd name="connsiteY172" fmla="*/ 4346864 h 6650181"/>
              <a:gd name="connsiteX173" fmla="*/ 8485910 w 12417137"/>
              <a:gd name="connsiteY173" fmla="*/ 3844636 h 6650181"/>
              <a:gd name="connsiteX174" fmla="*/ 8407978 w 12417137"/>
              <a:gd name="connsiteY174" fmla="*/ 3818659 h 6650181"/>
              <a:gd name="connsiteX175" fmla="*/ 8364683 w 12417137"/>
              <a:gd name="connsiteY175" fmla="*/ 3818659 h 6650181"/>
              <a:gd name="connsiteX176" fmla="*/ 8321387 w 12417137"/>
              <a:gd name="connsiteY176" fmla="*/ 4043796 h 6650181"/>
              <a:gd name="connsiteX177" fmla="*/ 8304069 w 12417137"/>
              <a:gd name="connsiteY177" fmla="*/ 4113068 h 6650181"/>
              <a:gd name="connsiteX178" fmla="*/ 8252114 w 12417137"/>
              <a:gd name="connsiteY178" fmla="*/ 4182341 h 6650181"/>
              <a:gd name="connsiteX179" fmla="*/ 8113569 w 12417137"/>
              <a:gd name="connsiteY179" fmla="*/ 4372841 h 6650181"/>
              <a:gd name="connsiteX180" fmla="*/ 8096251 w 12417137"/>
              <a:gd name="connsiteY180" fmla="*/ 4407478 h 6650181"/>
              <a:gd name="connsiteX181" fmla="*/ 8018319 w 12417137"/>
              <a:gd name="connsiteY181" fmla="*/ 4468091 h 6650181"/>
              <a:gd name="connsiteX182" fmla="*/ 7637319 w 12417137"/>
              <a:gd name="connsiteY182" fmla="*/ 4736523 h 6650181"/>
              <a:gd name="connsiteX183" fmla="*/ 7550728 w 12417137"/>
              <a:gd name="connsiteY183" fmla="*/ 4753841 h 6650181"/>
              <a:gd name="connsiteX184" fmla="*/ 7290955 w 12417137"/>
              <a:gd name="connsiteY184" fmla="*/ 4883728 h 6650181"/>
              <a:gd name="connsiteX185" fmla="*/ 7230342 w 12417137"/>
              <a:gd name="connsiteY185" fmla="*/ 4883728 h 6650181"/>
              <a:gd name="connsiteX186" fmla="*/ 7083137 w 12417137"/>
              <a:gd name="connsiteY186" fmla="*/ 4961659 h 6650181"/>
              <a:gd name="connsiteX187" fmla="*/ 7013864 w 12417137"/>
              <a:gd name="connsiteY187" fmla="*/ 5030932 h 6650181"/>
              <a:gd name="connsiteX188" fmla="*/ 6736773 w 12417137"/>
              <a:gd name="connsiteY188" fmla="*/ 5160818 h 6650181"/>
              <a:gd name="connsiteX189" fmla="*/ 6806046 w 12417137"/>
              <a:gd name="connsiteY189" fmla="*/ 4996296 h 6650181"/>
              <a:gd name="connsiteX190" fmla="*/ 6780069 w 12417137"/>
              <a:gd name="connsiteY190" fmla="*/ 4987637 h 6650181"/>
              <a:gd name="connsiteX191" fmla="*/ 6598228 w 12417137"/>
              <a:gd name="connsiteY191" fmla="*/ 5091546 h 6650181"/>
              <a:gd name="connsiteX192" fmla="*/ 6502978 w 12417137"/>
              <a:gd name="connsiteY192" fmla="*/ 5126182 h 6650181"/>
              <a:gd name="connsiteX193" fmla="*/ 6589569 w 12417137"/>
              <a:gd name="connsiteY193" fmla="*/ 5022273 h 6650181"/>
              <a:gd name="connsiteX194" fmla="*/ 6442364 w 12417137"/>
              <a:gd name="connsiteY194" fmla="*/ 5100205 h 6650181"/>
              <a:gd name="connsiteX195" fmla="*/ 6416387 w 12417137"/>
              <a:gd name="connsiteY195" fmla="*/ 5100205 h 6650181"/>
              <a:gd name="connsiteX196" fmla="*/ 6537614 w 12417137"/>
              <a:gd name="connsiteY196" fmla="*/ 4987637 h 6650181"/>
              <a:gd name="connsiteX197" fmla="*/ 6520296 w 12417137"/>
              <a:gd name="connsiteY197" fmla="*/ 4978978 h 6650181"/>
              <a:gd name="connsiteX198" fmla="*/ 6347114 w 12417137"/>
              <a:gd name="connsiteY198" fmla="*/ 5030932 h 6650181"/>
              <a:gd name="connsiteX199" fmla="*/ 6961910 w 12417137"/>
              <a:gd name="connsiteY199" fmla="*/ 4381500 h 6650181"/>
              <a:gd name="connsiteX200" fmla="*/ 7083137 w 12417137"/>
              <a:gd name="connsiteY200" fmla="*/ 4191000 h 6650181"/>
              <a:gd name="connsiteX201" fmla="*/ 7498773 w 12417137"/>
              <a:gd name="connsiteY201" fmla="*/ 3688773 h 6650181"/>
              <a:gd name="connsiteX202" fmla="*/ 7559387 w 12417137"/>
              <a:gd name="connsiteY202" fmla="*/ 3584864 h 6650181"/>
              <a:gd name="connsiteX203" fmla="*/ 7334251 w 12417137"/>
              <a:gd name="connsiteY203" fmla="*/ 3359727 h 6650181"/>
              <a:gd name="connsiteX204" fmla="*/ 7221683 w 12417137"/>
              <a:gd name="connsiteY204" fmla="*/ 3307773 h 6650181"/>
              <a:gd name="connsiteX205" fmla="*/ 7135092 w 12417137"/>
              <a:gd name="connsiteY205" fmla="*/ 3290455 h 6650181"/>
              <a:gd name="connsiteX206" fmla="*/ 7074478 w 12417137"/>
              <a:gd name="connsiteY206" fmla="*/ 3307773 h 6650181"/>
              <a:gd name="connsiteX207" fmla="*/ 7057160 w 12417137"/>
              <a:gd name="connsiteY207" fmla="*/ 3299114 h 6650181"/>
              <a:gd name="connsiteX208" fmla="*/ 7308273 w 12417137"/>
              <a:gd name="connsiteY208" fmla="*/ 3117273 h 6650181"/>
              <a:gd name="connsiteX209" fmla="*/ 7542069 w 12417137"/>
              <a:gd name="connsiteY209" fmla="*/ 3169227 h 6650181"/>
              <a:gd name="connsiteX210" fmla="*/ 7689274 w 12417137"/>
              <a:gd name="connsiteY210" fmla="*/ 3117273 h 6650181"/>
              <a:gd name="connsiteX211" fmla="*/ 7568046 w 12417137"/>
              <a:gd name="connsiteY211" fmla="*/ 2900796 h 6650181"/>
              <a:gd name="connsiteX212" fmla="*/ 7498773 w 12417137"/>
              <a:gd name="connsiteY212" fmla="*/ 2831523 h 6650181"/>
              <a:gd name="connsiteX213" fmla="*/ 7221683 w 12417137"/>
              <a:gd name="connsiteY213" fmla="*/ 1905000 h 6650181"/>
              <a:gd name="connsiteX214" fmla="*/ 7507433 w 12417137"/>
              <a:gd name="connsiteY214" fmla="*/ 1489364 h 6650181"/>
              <a:gd name="connsiteX215" fmla="*/ 7516092 w 12417137"/>
              <a:gd name="connsiteY215" fmla="*/ 1549977 h 6650181"/>
              <a:gd name="connsiteX216" fmla="*/ 7533410 w 12417137"/>
              <a:gd name="connsiteY216" fmla="*/ 1558636 h 6650181"/>
              <a:gd name="connsiteX217" fmla="*/ 7715251 w 12417137"/>
              <a:gd name="connsiteY217" fmla="*/ 1402773 h 6650181"/>
              <a:gd name="connsiteX218" fmla="*/ 7749887 w 12417137"/>
              <a:gd name="connsiteY218" fmla="*/ 1402773 h 6650181"/>
              <a:gd name="connsiteX219" fmla="*/ 2060864 w 12417137"/>
              <a:gd name="connsiteY219" fmla="*/ 0 h 6650181"/>
              <a:gd name="connsiteX220" fmla="*/ 2043546 w 12417137"/>
              <a:gd name="connsiteY220" fmla="*/ 25977 h 6650181"/>
              <a:gd name="connsiteX221" fmla="*/ 2208068 w 12417137"/>
              <a:gd name="connsiteY221" fmla="*/ 43295 h 6650181"/>
              <a:gd name="connsiteX222" fmla="*/ 2052205 w 12417137"/>
              <a:gd name="connsiteY222" fmla="*/ 155864 h 6650181"/>
              <a:gd name="connsiteX223" fmla="*/ 2182091 w 12417137"/>
              <a:gd name="connsiteY223" fmla="*/ 173182 h 6650181"/>
              <a:gd name="connsiteX224" fmla="*/ 2104159 w 12417137"/>
              <a:gd name="connsiteY224" fmla="*/ 242455 h 6650181"/>
              <a:gd name="connsiteX225" fmla="*/ 2104159 w 12417137"/>
              <a:gd name="connsiteY225" fmla="*/ 268432 h 6650181"/>
              <a:gd name="connsiteX226" fmla="*/ 2164773 w 12417137"/>
              <a:gd name="connsiteY226" fmla="*/ 268432 h 6650181"/>
              <a:gd name="connsiteX227" fmla="*/ 2104159 w 12417137"/>
              <a:gd name="connsiteY227" fmla="*/ 389659 h 6650181"/>
              <a:gd name="connsiteX228" fmla="*/ 2173432 w 12417137"/>
              <a:gd name="connsiteY228" fmla="*/ 389659 h 6650181"/>
              <a:gd name="connsiteX229" fmla="*/ 2173432 w 12417137"/>
              <a:gd name="connsiteY229" fmla="*/ 432955 h 6650181"/>
              <a:gd name="connsiteX230" fmla="*/ 2130137 w 12417137"/>
              <a:gd name="connsiteY230" fmla="*/ 493568 h 6650181"/>
              <a:gd name="connsiteX231" fmla="*/ 2190750 w 12417137"/>
              <a:gd name="connsiteY231" fmla="*/ 493568 h 6650181"/>
              <a:gd name="connsiteX232" fmla="*/ 2147455 w 12417137"/>
              <a:gd name="connsiteY232" fmla="*/ 588818 h 6650181"/>
              <a:gd name="connsiteX233" fmla="*/ 2182091 w 12417137"/>
              <a:gd name="connsiteY233" fmla="*/ 640773 h 6650181"/>
              <a:gd name="connsiteX234" fmla="*/ 2147455 w 12417137"/>
              <a:gd name="connsiteY234" fmla="*/ 701386 h 6650181"/>
              <a:gd name="connsiteX235" fmla="*/ 2156114 w 12417137"/>
              <a:gd name="connsiteY235" fmla="*/ 753341 h 6650181"/>
              <a:gd name="connsiteX236" fmla="*/ 2060864 w 12417137"/>
              <a:gd name="connsiteY236" fmla="*/ 839932 h 6650181"/>
              <a:gd name="connsiteX237" fmla="*/ 2112818 w 12417137"/>
              <a:gd name="connsiteY237" fmla="*/ 917864 h 6650181"/>
              <a:gd name="connsiteX238" fmla="*/ 2112818 w 12417137"/>
              <a:gd name="connsiteY238" fmla="*/ 952500 h 6650181"/>
              <a:gd name="connsiteX239" fmla="*/ 2078182 w 12417137"/>
              <a:gd name="connsiteY239" fmla="*/ 952500 h 6650181"/>
              <a:gd name="connsiteX240" fmla="*/ 2078182 w 12417137"/>
              <a:gd name="connsiteY240" fmla="*/ 1030432 h 6650181"/>
              <a:gd name="connsiteX241" fmla="*/ 2034887 w 12417137"/>
              <a:gd name="connsiteY241" fmla="*/ 1030432 h 6650181"/>
              <a:gd name="connsiteX242" fmla="*/ 2026227 w 12417137"/>
              <a:gd name="connsiteY242" fmla="*/ 1047750 h 6650181"/>
              <a:gd name="connsiteX243" fmla="*/ 2043546 w 12417137"/>
              <a:gd name="connsiteY243" fmla="*/ 1125682 h 6650181"/>
              <a:gd name="connsiteX244" fmla="*/ 2000250 w 12417137"/>
              <a:gd name="connsiteY244" fmla="*/ 1134341 h 6650181"/>
              <a:gd name="connsiteX245" fmla="*/ 1974273 w 12417137"/>
              <a:gd name="connsiteY245" fmla="*/ 1177636 h 6650181"/>
              <a:gd name="connsiteX246" fmla="*/ 1930977 w 12417137"/>
              <a:gd name="connsiteY246" fmla="*/ 1246909 h 6650181"/>
              <a:gd name="connsiteX247" fmla="*/ 1749137 w 12417137"/>
              <a:gd name="connsiteY247" fmla="*/ 1333500 h 6650181"/>
              <a:gd name="connsiteX248" fmla="*/ 1792432 w 12417137"/>
              <a:gd name="connsiteY248" fmla="*/ 1428750 h 6650181"/>
              <a:gd name="connsiteX249" fmla="*/ 2052205 w 12417137"/>
              <a:gd name="connsiteY249" fmla="*/ 1723159 h 6650181"/>
              <a:gd name="connsiteX250" fmla="*/ 2043546 w 12417137"/>
              <a:gd name="connsiteY250" fmla="*/ 1757796 h 6650181"/>
              <a:gd name="connsiteX251" fmla="*/ 2008909 w 12417137"/>
              <a:gd name="connsiteY251" fmla="*/ 1818409 h 6650181"/>
              <a:gd name="connsiteX252" fmla="*/ 1930977 w 12417137"/>
              <a:gd name="connsiteY252" fmla="*/ 1879023 h 6650181"/>
              <a:gd name="connsiteX253" fmla="*/ 1835727 w 12417137"/>
              <a:gd name="connsiteY253" fmla="*/ 1974273 h 6650181"/>
              <a:gd name="connsiteX254" fmla="*/ 1645227 w 12417137"/>
              <a:gd name="connsiteY254" fmla="*/ 2034886 h 6650181"/>
              <a:gd name="connsiteX255" fmla="*/ 1524000 w 12417137"/>
              <a:gd name="connsiteY255" fmla="*/ 1913659 h 6650181"/>
              <a:gd name="connsiteX256" fmla="*/ 1558637 w 12417137"/>
              <a:gd name="connsiteY256" fmla="*/ 1575955 h 6650181"/>
              <a:gd name="connsiteX257" fmla="*/ 1498023 w 12417137"/>
              <a:gd name="connsiteY257" fmla="*/ 1515341 h 6650181"/>
              <a:gd name="connsiteX258" fmla="*/ 1385455 w 12417137"/>
              <a:gd name="connsiteY258" fmla="*/ 1601932 h 6650181"/>
              <a:gd name="connsiteX259" fmla="*/ 1091046 w 12417137"/>
              <a:gd name="connsiteY259" fmla="*/ 1697182 h 6650181"/>
              <a:gd name="connsiteX260" fmla="*/ 744682 w 12417137"/>
              <a:gd name="connsiteY260" fmla="*/ 1653886 h 6650181"/>
              <a:gd name="connsiteX261" fmla="*/ 692727 w 12417137"/>
              <a:gd name="connsiteY261" fmla="*/ 1627909 h 6650181"/>
              <a:gd name="connsiteX262" fmla="*/ 519546 w 12417137"/>
              <a:gd name="connsiteY262" fmla="*/ 1584614 h 6650181"/>
              <a:gd name="connsiteX263" fmla="*/ 476250 w 12417137"/>
              <a:gd name="connsiteY263" fmla="*/ 1558636 h 6650181"/>
              <a:gd name="connsiteX264" fmla="*/ 129886 w 12417137"/>
              <a:gd name="connsiteY264" fmla="*/ 1498023 h 6650181"/>
              <a:gd name="connsiteX265" fmla="*/ 225136 w 12417137"/>
              <a:gd name="connsiteY265" fmla="*/ 1437409 h 6650181"/>
              <a:gd name="connsiteX266" fmla="*/ 34636 w 12417137"/>
              <a:gd name="connsiteY266" fmla="*/ 1376796 h 6650181"/>
              <a:gd name="connsiteX267" fmla="*/ 95250 w 12417137"/>
              <a:gd name="connsiteY267" fmla="*/ 1350818 h 6650181"/>
              <a:gd name="connsiteX268" fmla="*/ 0 w 12417137"/>
              <a:gd name="connsiteY268" fmla="*/ 1333500 h 6650181"/>
              <a:gd name="connsiteX269" fmla="*/ 77932 w 12417137"/>
              <a:gd name="connsiteY269" fmla="*/ 1333500 h 6650181"/>
              <a:gd name="connsiteX270" fmla="*/ 95250 w 12417137"/>
              <a:gd name="connsiteY270" fmla="*/ 1316182 h 6650181"/>
              <a:gd name="connsiteX271" fmla="*/ 0 w 12417137"/>
              <a:gd name="connsiteY271" fmla="*/ 1264227 h 6650181"/>
              <a:gd name="connsiteX272" fmla="*/ 129886 w 12417137"/>
              <a:gd name="connsiteY272" fmla="*/ 1290205 h 6650181"/>
              <a:gd name="connsiteX273" fmla="*/ 753341 w 12417137"/>
              <a:gd name="connsiteY273" fmla="*/ 1143000 h 6650181"/>
              <a:gd name="connsiteX274" fmla="*/ 1065068 w 12417137"/>
              <a:gd name="connsiteY274" fmla="*/ 1099705 h 6650181"/>
              <a:gd name="connsiteX275" fmla="*/ 1203614 w 12417137"/>
              <a:gd name="connsiteY275" fmla="*/ 1039091 h 6650181"/>
              <a:gd name="connsiteX276" fmla="*/ 1073727 w 12417137"/>
              <a:gd name="connsiteY276" fmla="*/ 701386 h 6650181"/>
              <a:gd name="connsiteX277" fmla="*/ 1203614 w 12417137"/>
              <a:gd name="connsiteY277" fmla="*/ 692727 h 6650181"/>
              <a:gd name="connsiteX278" fmla="*/ 1446068 w 12417137"/>
              <a:gd name="connsiteY278" fmla="*/ 883227 h 6650181"/>
              <a:gd name="connsiteX279" fmla="*/ 1489364 w 12417137"/>
              <a:gd name="connsiteY279" fmla="*/ 666750 h 6650181"/>
              <a:gd name="connsiteX280" fmla="*/ 1549977 w 12417137"/>
              <a:gd name="connsiteY280" fmla="*/ 484909 h 6650181"/>
              <a:gd name="connsiteX281" fmla="*/ 1775114 w 12417137"/>
              <a:gd name="connsiteY281" fmla="*/ 43295 h 6650181"/>
              <a:gd name="connsiteX282" fmla="*/ 1930977 w 12417137"/>
              <a:gd name="connsiteY282" fmla="*/ 0 h 6650181"/>
              <a:gd name="connsiteX283" fmla="*/ 2060864 w 12417137"/>
              <a:gd name="connsiteY283" fmla="*/ 0 h 6650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</a:cxnLst>
            <a:rect l="l" t="t" r="r" b="b"/>
            <a:pathLst>
              <a:path w="12417137" h="6650181">
                <a:moveTo>
                  <a:pt x="12010160" y="5775614"/>
                </a:moveTo>
                <a:cubicBezTo>
                  <a:pt x="12027478" y="5775614"/>
                  <a:pt x="12295910" y="5723659"/>
                  <a:pt x="12321887" y="5723659"/>
                </a:cubicBezTo>
                <a:cubicBezTo>
                  <a:pt x="12339205" y="5723659"/>
                  <a:pt x="12347864" y="5723659"/>
                  <a:pt x="12356524" y="5732318"/>
                </a:cubicBezTo>
                <a:cubicBezTo>
                  <a:pt x="12382501" y="5766955"/>
                  <a:pt x="12417137" y="5827568"/>
                  <a:pt x="12417137" y="5844887"/>
                </a:cubicBezTo>
                <a:cubicBezTo>
                  <a:pt x="12417137" y="5870864"/>
                  <a:pt x="12399819" y="5879523"/>
                  <a:pt x="12399819" y="5896841"/>
                </a:cubicBezTo>
                <a:cubicBezTo>
                  <a:pt x="12399819" y="5922818"/>
                  <a:pt x="12417137" y="5957455"/>
                  <a:pt x="12417137" y="5974773"/>
                </a:cubicBezTo>
                <a:cubicBezTo>
                  <a:pt x="12417137" y="6000750"/>
                  <a:pt x="12417137" y="6026728"/>
                  <a:pt x="12399819" y="6044046"/>
                </a:cubicBezTo>
                <a:cubicBezTo>
                  <a:pt x="12399819" y="6052705"/>
                  <a:pt x="12373842" y="6044046"/>
                  <a:pt x="12373842" y="6070023"/>
                </a:cubicBezTo>
                <a:cubicBezTo>
                  <a:pt x="12373842" y="6087341"/>
                  <a:pt x="12382501" y="6087341"/>
                  <a:pt x="12391160" y="6096000"/>
                </a:cubicBezTo>
                <a:lnTo>
                  <a:pt x="12365183" y="6096000"/>
                </a:lnTo>
                <a:cubicBezTo>
                  <a:pt x="12356524" y="6104659"/>
                  <a:pt x="12365183" y="6113318"/>
                  <a:pt x="12365183" y="6139296"/>
                </a:cubicBezTo>
                <a:cubicBezTo>
                  <a:pt x="12365183" y="6165273"/>
                  <a:pt x="12347864" y="6182591"/>
                  <a:pt x="12321887" y="6217228"/>
                </a:cubicBezTo>
                <a:cubicBezTo>
                  <a:pt x="12304569" y="6225887"/>
                  <a:pt x="12295910" y="6260523"/>
                  <a:pt x="12278592" y="6269182"/>
                </a:cubicBezTo>
                <a:cubicBezTo>
                  <a:pt x="12261274" y="6277841"/>
                  <a:pt x="12235296" y="6277841"/>
                  <a:pt x="12226637" y="6286500"/>
                </a:cubicBezTo>
                <a:cubicBezTo>
                  <a:pt x="12209319" y="6286500"/>
                  <a:pt x="12209319" y="6312478"/>
                  <a:pt x="12183342" y="6312478"/>
                </a:cubicBezTo>
                <a:cubicBezTo>
                  <a:pt x="12114069" y="6312478"/>
                  <a:pt x="11949546" y="6026728"/>
                  <a:pt x="11906251" y="6018068"/>
                </a:cubicBezTo>
                <a:cubicBezTo>
                  <a:pt x="11862955" y="6009409"/>
                  <a:pt x="11793683" y="6009409"/>
                  <a:pt x="11776364" y="6009409"/>
                </a:cubicBezTo>
                <a:cubicBezTo>
                  <a:pt x="11750387" y="6009409"/>
                  <a:pt x="11759046" y="6018068"/>
                  <a:pt x="11750387" y="6026728"/>
                </a:cubicBezTo>
                <a:cubicBezTo>
                  <a:pt x="11776364" y="6044046"/>
                  <a:pt x="11845637" y="6044046"/>
                  <a:pt x="11845637" y="6087341"/>
                </a:cubicBezTo>
                <a:cubicBezTo>
                  <a:pt x="11845637" y="6113318"/>
                  <a:pt x="11836978" y="6104659"/>
                  <a:pt x="11836978" y="6130637"/>
                </a:cubicBezTo>
                <a:cubicBezTo>
                  <a:pt x="11836978" y="6147955"/>
                  <a:pt x="11819660" y="6173932"/>
                  <a:pt x="11802342" y="6191250"/>
                </a:cubicBezTo>
                <a:cubicBezTo>
                  <a:pt x="11793683" y="6199909"/>
                  <a:pt x="11776364" y="6199909"/>
                  <a:pt x="11759046" y="6208568"/>
                </a:cubicBezTo>
                <a:cubicBezTo>
                  <a:pt x="11767705" y="6217228"/>
                  <a:pt x="11785024" y="6234546"/>
                  <a:pt x="11793683" y="6234546"/>
                </a:cubicBezTo>
                <a:cubicBezTo>
                  <a:pt x="11793683" y="6243205"/>
                  <a:pt x="11767705" y="6243205"/>
                  <a:pt x="11759046" y="6260523"/>
                </a:cubicBezTo>
                <a:cubicBezTo>
                  <a:pt x="11750387" y="6260523"/>
                  <a:pt x="11759046" y="6286500"/>
                  <a:pt x="11750387" y="6295159"/>
                </a:cubicBezTo>
                <a:cubicBezTo>
                  <a:pt x="11655137" y="6364432"/>
                  <a:pt x="11681114" y="6390409"/>
                  <a:pt x="11620501" y="6390409"/>
                </a:cubicBezTo>
                <a:cubicBezTo>
                  <a:pt x="11603183" y="6390409"/>
                  <a:pt x="11577205" y="6381750"/>
                  <a:pt x="11551228" y="6373091"/>
                </a:cubicBezTo>
                <a:cubicBezTo>
                  <a:pt x="11542569" y="6390409"/>
                  <a:pt x="11551228" y="6399068"/>
                  <a:pt x="11551228" y="6416387"/>
                </a:cubicBezTo>
                <a:cubicBezTo>
                  <a:pt x="11551228" y="6433705"/>
                  <a:pt x="11499274" y="6468341"/>
                  <a:pt x="11499274" y="6468341"/>
                </a:cubicBezTo>
                <a:cubicBezTo>
                  <a:pt x="11473296" y="6468341"/>
                  <a:pt x="11481955" y="6451023"/>
                  <a:pt x="11464637" y="6451023"/>
                </a:cubicBezTo>
                <a:cubicBezTo>
                  <a:pt x="11438660" y="6451023"/>
                  <a:pt x="11430001" y="6477000"/>
                  <a:pt x="11412683" y="6485659"/>
                </a:cubicBezTo>
                <a:cubicBezTo>
                  <a:pt x="11404024" y="6494318"/>
                  <a:pt x="11378046" y="6485659"/>
                  <a:pt x="11369387" y="6494318"/>
                </a:cubicBezTo>
                <a:cubicBezTo>
                  <a:pt x="11343410" y="6502978"/>
                  <a:pt x="11343410" y="6520296"/>
                  <a:pt x="11326092" y="6528955"/>
                </a:cubicBezTo>
                <a:cubicBezTo>
                  <a:pt x="11308774" y="6537614"/>
                  <a:pt x="11291455" y="6528955"/>
                  <a:pt x="11274137" y="6528955"/>
                </a:cubicBezTo>
                <a:cubicBezTo>
                  <a:pt x="11265478" y="6546273"/>
                  <a:pt x="11239501" y="6580909"/>
                  <a:pt x="11213523" y="6580909"/>
                </a:cubicBezTo>
                <a:cubicBezTo>
                  <a:pt x="11196205" y="6580909"/>
                  <a:pt x="11187546" y="6554932"/>
                  <a:pt x="11170228" y="6554932"/>
                </a:cubicBezTo>
                <a:cubicBezTo>
                  <a:pt x="11161569" y="6572250"/>
                  <a:pt x="11152910" y="6598228"/>
                  <a:pt x="11126933" y="6598228"/>
                </a:cubicBezTo>
                <a:cubicBezTo>
                  <a:pt x="11074978" y="6598228"/>
                  <a:pt x="11109614" y="6546273"/>
                  <a:pt x="11083637" y="6520296"/>
                </a:cubicBezTo>
                <a:cubicBezTo>
                  <a:pt x="11066319" y="6554932"/>
                  <a:pt x="11040342" y="6589568"/>
                  <a:pt x="11014364" y="6615546"/>
                </a:cubicBezTo>
                <a:cubicBezTo>
                  <a:pt x="10997046" y="6632864"/>
                  <a:pt x="10971069" y="6641523"/>
                  <a:pt x="10953751" y="6650182"/>
                </a:cubicBezTo>
                <a:cubicBezTo>
                  <a:pt x="10945092" y="6641523"/>
                  <a:pt x="10953751" y="6606887"/>
                  <a:pt x="10945092" y="6598228"/>
                </a:cubicBezTo>
                <a:cubicBezTo>
                  <a:pt x="10927773" y="6606887"/>
                  <a:pt x="10901796" y="6632864"/>
                  <a:pt x="10884478" y="6641523"/>
                </a:cubicBezTo>
                <a:lnTo>
                  <a:pt x="10849842" y="6641523"/>
                </a:lnTo>
                <a:cubicBezTo>
                  <a:pt x="10841183" y="6632864"/>
                  <a:pt x="10841183" y="6615546"/>
                  <a:pt x="10841183" y="6598228"/>
                </a:cubicBezTo>
                <a:cubicBezTo>
                  <a:pt x="10823864" y="6589568"/>
                  <a:pt x="10806546" y="6580909"/>
                  <a:pt x="10780569" y="6580909"/>
                </a:cubicBezTo>
                <a:cubicBezTo>
                  <a:pt x="10763251" y="6580909"/>
                  <a:pt x="10745933" y="6615546"/>
                  <a:pt x="10728614" y="6615546"/>
                </a:cubicBezTo>
                <a:lnTo>
                  <a:pt x="10728614" y="6598228"/>
                </a:lnTo>
                <a:cubicBezTo>
                  <a:pt x="10737273" y="6537614"/>
                  <a:pt x="10719955" y="6520296"/>
                  <a:pt x="10719955" y="6502978"/>
                </a:cubicBezTo>
                <a:cubicBezTo>
                  <a:pt x="10719955" y="6329796"/>
                  <a:pt x="10997046" y="6104659"/>
                  <a:pt x="11144251" y="6018068"/>
                </a:cubicBezTo>
                <a:cubicBezTo>
                  <a:pt x="11213523" y="5974773"/>
                  <a:pt x="11300114" y="5966114"/>
                  <a:pt x="11378046" y="5905500"/>
                </a:cubicBezTo>
                <a:cubicBezTo>
                  <a:pt x="11308774" y="5792932"/>
                  <a:pt x="11213523" y="5715000"/>
                  <a:pt x="11118273" y="5732318"/>
                </a:cubicBezTo>
                <a:cubicBezTo>
                  <a:pt x="11161569" y="5671705"/>
                  <a:pt x="11152910" y="5628409"/>
                  <a:pt x="11222183" y="5628409"/>
                </a:cubicBezTo>
                <a:cubicBezTo>
                  <a:pt x="11248160" y="5628409"/>
                  <a:pt x="11282796" y="5654387"/>
                  <a:pt x="11308774" y="5654387"/>
                </a:cubicBezTo>
                <a:cubicBezTo>
                  <a:pt x="11360728" y="5654387"/>
                  <a:pt x="11386705" y="5585114"/>
                  <a:pt x="11516592" y="5585114"/>
                </a:cubicBezTo>
                <a:cubicBezTo>
                  <a:pt x="11698433" y="5585114"/>
                  <a:pt x="11984183" y="5775614"/>
                  <a:pt x="12010160" y="5775614"/>
                </a:cubicBezTo>
                <a:close/>
                <a:moveTo>
                  <a:pt x="4113069" y="3827318"/>
                </a:moveTo>
                <a:cubicBezTo>
                  <a:pt x="4113069" y="3844636"/>
                  <a:pt x="4043796" y="3913909"/>
                  <a:pt x="4017819" y="3957205"/>
                </a:cubicBezTo>
                <a:cubicBezTo>
                  <a:pt x="4017819" y="3965864"/>
                  <a:pt x="4017819" y="3974523"/>
                  <a:pt x="4026478" y="3983182"/>
                </a:cubicBezTo>
                <a:lnTo>
                  <a:pt x="4130387" y="3931227"/>
                </a:lnTo>
                <a:cubicBezTo>
                  <a:pt x="4130387" y="3931227"/>
                  <a:pt x="4139046" y="3922568"/>
                  <a:pt x="4139046" y="3948546"/>
                </a:cubicBezTo>
                <a:cubicBezTo>
                  <a:pt x="4139046" y="3965864"/>
                  <a:pt x="4113069" y="4009159"/>
                  <a:pt x="4095750" y="4035136"/>
                </a:cubicBezTo>
                <a:lnTo>
                  <a:pt x="4113069" y="4052455"/>
                </a:lnTo>
                <a:cubicBezTo>
                  <a:pt x="4130387" y="4043796"/>
                  <a:pt x="4147705" y="4035136"/>
                  <a:pt x="4165023" y="4035136"/>
                </a:cubicBezTo>
                <a:cubicBezTo>
                  <a:pt x="4173682" y="4043796"/>
                  <a:pt x="4173682" y="4052455"/>
                  <a:pt x="4173682" y="4078432"/>
                </a:cubicBezTo>
                <a:cubicBezTo>
                  <a:pt x="4173682" y="4095750"/>
                  <a:pt x="4165023" y="4121727"/>
                  <a:pt x="4156364" y="4147705"/>
                </a:cubicBezTo>
                <a:lnTo>
                  <a:pt x="4173682" y="4165023"/>
                </a:lnTo>
                <a:lnTo>
                  <a:pt x="4199660" y="4139046"/>
                </a:lnTo>
                <a:lnTo>
                  <a:pt x="4225637" y="4139046"/>
                </a:lnTo>
                <a:cubicBezTo>
                  <a:pt x="4234296" y="4156364"/>
                  <a:pt x="4242955" y="4165023"/>
                  <a:pt x="4242955" y="4182341"/>
                </a:cubicBezTo>
                <a:cubicBezTo>
                  <a:pt x="4242955" y="4191000"/>
                  <a:pt x="4225637" y="4208318"/>
                  <a:pt x="4234296" y="4242955"/>
                </a:cubicBezTo>
                <a:cubicBezTo>
                  <a:pt x="4251614" y="4234296"/>
                  <a:pt x="4268932" y="4225637"/>
                  <a:pt x="4294910" y="4225637"/>
                </a:cubicBezTo>
                <a:cubicBezTo>
                  <a:pt x="4294910" y="4260273"/>
                  <a:pt x="4303569" y="4294909"/>
                  <a:pt x="4294910" y="4329546"/>
                </a:cubicBezTo>
                <a:cubicBezTo>
                  <a:pt x="4381501" y="4346864"/>
                  <a:pt x="4338205" y="4390159"/>
                  <a:pt x="4338205" y="4416137"/>
                </a:cubicBezTo>
                <a:cubicBezTo>
                  <a:pt x="4338205" y="4442114"/>
                  <a:pt x="4381501" y="4485409"/>
                  <a:pt x="4381501" y="4502728"/>
                </a:cubicBezTo>
                <a:cubicBezTo>
                  <a:pt x="4381501" y="4537364"/>
                  <a:pt x="4346864" y="4563341"/>
                  <a:pt x="4329546" y="4580659"/>
                </a:cubicBezTo>
                <a:cubicBezTo>
                  <a:pt x="4355523" y="4606637"/>
                  <a:pt x="4390160" y="4623955"/>
                  <a:pt x="4424796" y="4658591"/>
                </a:cubicBezTo>
                <a:cubicBezTo>
                  <a:pt x="4416137" y="4667250"/>
                  <a:pt x="4398819" y="4675909"/>
                  <a:pt x="4381501" y="4693228"/>
                </a:cubicBezTo>
                <a:lnTo>
                  <a:pt x="4424796" y="4736523"/>
                </a:lnTo>
                <a:cubicBezTo>
                  <a:pt x="4416137" y="4753841"/>
                  <a:pt x="4381501" y="4753841"/>
                  <a:pt x="4381501" y="4779818"/>
                </a:cubicBezTo>
                <a:cubicBezTo>
                  <a:pt x="4381501" y="4797137"/>
                  <a:pt x="4433455" y="4823114"/>
                  <a:pt x="4433455" y="4849091"/>
                </a:cubicBezTo>
                <a:cubicBezTo>
                  <a:pt x="4433455" y="4866409"/>
                  <a:pt x="4407478" y="4875068"/>
                  <a:pt x="4390160" y="4892387"/>
                </a:cubicBezTo>
                <a:cubicBezTo>
                  <a:pt x="4398819" y="4927023"/>
                  <a:pt x="4390160" y="4987637"/>
                  <a:pt x="4390160" y="5004955"/>
                </a:cubicBezTo>
                <a:cubicBezTo>
                  <a:pt x="4390160" y="5030932"/>
                  <a:pt x="4260273" y="5134841"/>
                  <a:pt x="4260273" y="5152159"/>
                </a:cubicBezTo>
                <a:cubicBezTo>
                  <a:pt x="4260273" y="5178137"/>
                  <a:pt x="4286251" y="5178137"/>
                  <a:pt x="4303569" y="5195455"/>
                </a:cubicBezTo>
                <a:cubicBezTo>
                  <a:pt x="4398819" y="5299364"/>
                  <a:pt x="4719205" y="5273387"/>
                  <a:pt x="4719205" y="5437909"/>
                </a:cubicBezTo>
                <a:cubicBezTo>
                  <a:pt x="4719205" y="5455228"/>
                  <a:pt x="4701887" y="5507182"/>
                  <a:pt x="4693228" y="5541818"/>
                </a:cubicBezTo>
                <a:cubicBezTo>
                  <a:pt x="4693228" y="5550478"/>
                  <a:pt x="4667251" y="5567796"/>
                  <a:pt x="4658591" y="5593773"/>
                </a:cubicBezTo>
                <a:cubicBezTo>
                  <a:pt x="4649932" y="5611091"/>
                  <a:pt x="4649932" y="5654387"/>
                  <a:pt x="4632614" y="5689023"/>
                </a:cubicBezTo>
                <a:cubicBezTo>
                  <a:pt x="4623955" y="5715000"/>
                  <a:pt x="4485410" y="5870864"/>
                  <a:pt x="4416137" y="5870864"/>
                </a:cubicBezTo>
                <a:cubicBezTo>
                  <a:pt x="4338205" y="5870864"/>
                  <a:pt x="4303569" y="5740978"/>
                  <a:pt x="4277591" y="5706341"/>
                </a:cubicBezTo>
                <a:cubicBezTo>
                  <a:pt x="4242955" y="5637068"/>
                  <a:pt x="4225637" y="5550478"/>
                  <a:pt x="4191000" y="5481205"/>
                </a:cubicBezTo>
                <a:cubicBezTo>
                  <a:pt x="4182341" y="5455228"/>
                  <a:pt x="4147705" y="5437909"/>
                  <a:pt x="4130387" y="5437909"/>
                </a:cubicBezTo>
                <a:cubicBezTo>
                  <a:pt x="4095750" y="5437909"/>
                  <a:pt x="4069773" y="5533159"/>
                  <a:pt x="4069773" y="5550478"/>
                </a:cubicBezTo>
                <a:cubicBezTo>
                  <a:pt x="4069773" y="5576455"/>
                  <a:pt x="3974523" y="5663046"/>
                  <a:pt x="3965864" y="5671705"/>
                </a:cubicBezTo>
                <a:cubicBezTo>
                  <a:pt x="3827319" y="5810250"/>
                  <a:pt x="3688773" y="5827568"/>
                  <a:pt x="3550228" y="5888182"/>
                </a:cubicBezTo>
                <a:cubicBezTo>
                  <a:pt x="3515591" y="5905500"/>
                  <a:pt x="3480955" y="5888182"/>
                  <a:pt x="3446319" y="5896841"/>
                </a:cubicBezTo>
                <a:cubicBezTo>
                  <a:pt x="3385705" y="5896841"/>
                  <a:pt x="3342409" y="5922818"/>
                  <a:pt x="3290455" y="5931478"/>
                </a:cubicBezTo>
                <a:cubicBezTo>
                  <a:pt x="3264478" y="5940137"/>
                  <a:pt x="3229841" y="5922818"/>
                  <a:pt x="3212523" y="5931478"/>
                </a:cubicBezTo>
                <a:cubicBezTo>
                  <a:pt x="3160569" y="5940137"/>
                  <a:pt x="3117273" y="5966114"/>
                  <a:pt x="3056659" y="5992091"/>
                </a:cubicBezTo>
                <a:cubicBezTo>
                  <a:pt x="3004705" y="6009409"/>
                  <a:pt x="2944091" y="6018068"/>
                  <a:pt x="2883478" y="6035387"/>
                </a:cubicBezTo>
                <a:cubicBezTo>
                  <a:pt x="2900796" y="6009409"/>
                  <a:pt x="2926773" y="5966114"/>
                  <a:pt x="2944091" y="5931478"/>
                </a:cubicBezTo>
                <a:cubicBezTo>
                  <a:pt x="2935432" y="5922818"/>
                  <a:pt x="2935432" y="5922818"/>
                  <a:pt x="2918114" y="5922818"/>
                </a:cubicBezTo>
                <a:cubicBezTo>
                  <a:pt x="2892137" y="5922818"/>
                  <a:pt x="2814205" y="5966114"/>
                  <a:pt x="2788228" y="5966114"/>
                </a:cubicBezTo>
                <a:lnTo>
                  <a:pt x="2744932" y="5966114"/>
                </a:lnTo>
                <a:cubicBezTo>
                  <a:pt x="2744932" y="5957455"/>
                  <a:pt x="2762250" y="5957455"/>
                  <a:pt x="2779568" y="5957455"/>
                </a:cubicBezTo>
                <a:cubicBezTo>
                  <a:pt x="2779568" y="5948796"/>
                  <a:pt x="2788228" y="5940137"/>
                  <a:pt x="2796887" y="5931478"/>
                </a:cubicBezTo>
                <a:cubicBezTo>
                  <a:pt x="2788228" y="5922818"/>
                  <a:pt x="2796887" y="5922818"/>
                  <a:pt x="2770909" y="5922818"/>
                </a:cubicBezTo>
                <a:cubicBezTo>
                  <a:pt x="2753591" y="5922818"/>
                  <a:pt x="2753591" y="5940137"/>
                  <a:pt x="2727614" y="5940137"/>
                </a:cubicBezTo>
                <a:lnTo>
                  <a:pt x="2692978" y="5940137"/>
                </a:lnTo>
                <a:cubicBezTo>
                  <a:pt x="2710296" y="5931478"/>
                  <a:pt x="2744932" y="5905500"/>
                  <a:pt x="2770909" y="5888182"/>
                </a:cubicBezTo>
                <a:cubicBezTo>
                  <a:pt x="2736273" y="5879523"/>
                  <a:pt x="2701637" y="5888182"/>
                  <a:pt x="2667000" y="5879523"/>
                </a:cubicBezTo>
                <a:cubicBezTo>
                  <a:pt x="2831523" y="5879523"/>
                  <a:pt x="3030682" y="5654387"/>
                  <a:pt x="3203864" y="5524500"/>
                </a:cubicBezTo>
                <a:cubicBezTo>
                  <a:pt x="3247159" y="5489864"/>
                  <a:pt x="3290455" y="5429250"/>
                  <a:pt x="3342409" y="5394614"/>
                </a:cubicBezTo>
                <a:cubicBezTo>
                  <a:pt x="3342409" y="5385955"/>
                  <a:pt x="3645478" y="5212773"/>
                  <a:pt x="3645478" y="5160818"/>
                </a:cubicBezTo>
                <a:cubicBezTo>
                  <a:pt x="3645478" y="5134841"/>
                  <a:pt x="3532909" y="4961659"/>
                  <a:pt x="3472296" y="4927023"/>
                </a:cubicBezTo>
                <a:cubicBezTo>
                  <a:pt x="3446319" y="4909705"/>
                  <a:pt x="3411682" y="4909705"/>
                  <a:pt x="3377046" y="4901046"/>
                </a:cubicBezTo>
                <a:cubicBezTo>
                  <a:pt x="3429000" y="4875068"/>
                  <a:pt x="3506932" y="4823114"/>
                  <a:pt x="3532909" y="4823114"/>
                </a:cubicBezTo>
                <a:cubicBezTo>
                  <a:pt x="3610841" y="4823114"/>
                  <a:pt x="3645478" y="4901046"/>
                  <a:pt x="3740728" y="4901046"/>
                </a:cubicBezTo>
                <a:cubicBezTo>
                  <a:pt x="3792682" y="4901046"/>
                  <a:pt x="3801341" y="4892387"/>
                  <a:pt x="3801341" y="4849091"/>
                </a:cubicBezTo>
                <a:cubicBezTo>
                  <a:pt x="3801341" y="4805796"/>
                  <a:pt x="3740728" y="4736523"/>
                  <a:pt x="3732069" y="4684568"/>
                </a:cubicBezTo>
                <a:cubicBezTo>
                  <a:pt x="3706091" y="4580659"/>
                  <a:pt x="3697432" y="4476750"/>
                  <a:pt x="3697432" y="4372841"/>
                </a:cubicBezTo>
                <a:cubicBezTo>
                  <a:pt x="3680114" y="4208318"/>
                  <a:pt x="3688773" y="4173682"/>
                  <a:pt x="3688773" y="4147705"/>
                </a:cubicBezTo>
                <a:cubicBezTo>
                  <a:pt x="3688773" y="4000500"/>
                  <a:pt x="3732069" y="3939886"/>
                  <a:pt x="3931228" y="3835977"/>
                </a:cubicBezTo>
                <a:lnTo>
                  <a:pt x="3957205" y="3835977"/>
                </a:lnTo>
                <a:cubicBezTo>
                  <a:pt x="3957205" y="3844636"/>
                  <a:pt x="3939887" y="3879273"/>
                  <a:pt x="3957205" y="3879273"/>
                </a:cubicBezTo>
                <a:cubicBezTo>
                  <a:pt x="3983182" y="3879273"/>
                  <a:pt x="4061114" y="3835977"/>
                  <a:pt x="4104409" y="3810000"/>
                </a:cubicBezTo>
                <a:cubicBezTo>
                  <a:pt x="4104409" y="3810000"/>
                  <a:pt x="4113069" y="3801341"/>
                  <a:pt x="4113069" y="3827318"/>
                </a:cubicBezTo>
                <a:close/>
                <a:moveTo>
                  <a:pt x="7749887" y="1402773"/>
                </a:moveTo>
                <a:lnTo>
                  <a:pt x="7749887" y="1463386"/>
                </a:lnTo>
                <a:cubicBezTo>
                  <a:pt x="7689274" y="1524000"/>
                  <a:pt x="7663296" y="1610591"/>
                  <a:pt x="7663296" y="1688523"/>
                </a:cubicBezTo>
                <a:cubicBezTo>
                  <a:pt x="7706592" y="1662546"/>
                  <a:pt x="7758546" y="1619250"/>
                  <a:pt x="7801842" y="1567296"/>
                </a:cubicBezTo>
                <a:cubicBezTo>
                  <a:pt x="7819160" y="1567296"/>
                  <a:pt x="7827819" y="1584614"/>
                  <a:pt x="7845137" y="1584614"/>
                </a:cubicBezTo>
                <a:cubicBezTo>
                  <a:pt x="7819160" y="1636568"/>
                  <a:pt x="7801842" y="1705841"/>
                  <a:pt x="7810501" y="1757796"/>
                </a:cubicBezTo>
                <a:cubicBezTo>
                  <a:pt x="7836478" y="1749136"/>
                  <a:pt x="7862455" y="1731818"/>
                  <a:pt x="7888433" y="1714500"/>
                </a:cubicBezTo>
                <a:lnTo>
                  <a:pt x="7914410" y="1714500"/>
                </a:lnTo>
                <a:cubicBezTo>
                  <a:pt x="7949046" y="1757796"/>
                  <a:pt x="7957705" y="1827068"/>
                  <a:pt x="7940387" y="1887682"/>
                </a:cubicBezTo>
                <a:cubicBezTo>
                  <a:pt x="7940387" y="1887682"/>
                  <a:pt x="7931728" y="1896341"/>
                  <a:pt x="7957705" y="1896341"/>
                </a:cubicBezTo>
                <a:cubicBezTo>
                  <a:pt x="7975024" y="1896341"/>
                  <a:pt x="8001001" y="1853046"/>
                  <a:pt x="8026978" y="1835727"/>
                </a:cubicBezTo>
                <a:cubicBezTo>
                  <a:pt x="8061614" y="1870364"/>
                  <a:pt x="8087592" y="1930977"/>
                  <a:pt x="8070274" y="1982932"/>
                </a:cubicBezTo>
                <a:cubicBezTo>
                  <a:pt x="8070274" y="1982932"/>
                  <a:pt x="8061614" y="1991591"/>
                  <a:pt x="8087592" y="1991591"/>
                </a:cubicBezTo>
                <a:cubicBezTo>
                  <a:pt x="8104910" y="1991591"/>
                  <a:pt x="8130887" y="1956955"/>
                  <a:pt x="8148205" y="1939636"/>
                </a:cubicBezTo>
                <a:cubicBezTo>
                  <a:pt x="8174183" y="1965614"/>
                  <a:pt x="8182842" y="1991591"/>
                  <a:pt x="8200160" y="2034886"/>
                </a:cubicBezTo>
                <a:cubicBezTo>
                  <a:pt x="8208819" y="2034886"/>
                  <a:pt x="8200160" y="2052205"/>
                  <a:pt x="8200160" y="2078182"/>
                </a:cubicBezTo>
                <a:cubicBezTo>
                  <a:pt x="8200160" y="2112818"/>
                  <a:pt x="8252114" y="2095500"/>
                  <a:pt x="8278092" y="2112818"/>
                </a:cubicBezTo>
                <a:cubicBezTo>
                  <a:pt x="8321387" y="2138796"/>
                  <a:pt x="8304069" y="2199409"/>
                  <a:pt x="8321387" y="2242705"/>
                </a:cubicBezTo>
                <a:cubicBezTo>
                  <a:pt x="8330046" y="2251364"/>
                  <a:pt x="8338705" y="2251364"/>
                  <a:pt x="8347364" y="2251364"/>
                </a:cubicBezTo>
                <a:cubicBezTo>
                  <a:pt x="8373342" y="2277341"/>
                  <a:pt x="8390660" y="2303318"/>
                  <a:pt x="8399319" y="2329296"/>
                </a:cubicBezTo>
                <a:cubicBezTo>
                  <a:pt x="8407978" y="2337955"/>
                  <a:pt x="8407978" y="2337955"/>
                  <a:pt x="8407978" y="2363932"/>
                </a:cubicBezTo>
                <a:cubicBezTo>
                  <a:pt x="8407978" y="2389909"/>
                  <a:pt x="8416637" y="2398568"/>
                  <a:pt x="8356024" y="2459182"/>
                </a:cubicBezTo>
                <a:lnTo>
                  <a:pt x="8356024" y="2485159"/>
                </a:lnTo>
                <a:cubicBezTo>
                  <a:pt x="8399319" y="2476500"/>
                  <a:pt x="8468591" y="2493818"/>
                  <a:pt x="8529205" y="2545773"/>
                </a:cubicBezTo>
                <a:cubicBezTo>
                  <a:pt x="8520546" y="2563091"/>
                  <a:pt x="8494569" y="2580409"/>
                  <a:pt x="8477251" y="2589068"/>
                </a:cubicBezTo>
                <a:cubicBezTo>
                  <a:pt x="8494569" y="2615046"/>
                  <a:pt x="8555182" y="2658341"/>
                  <a:pt x="8555182" y="2675659"/>
                </a:cubicBezTo>
                <a:cubicBezTo>
                  <a:pt x="8555182" y="2701636"/>
                  <a:pt x="8520546" y="2718955"/>
                  <a:pt x="8503228" y="2727614"/>
                </a:cubicBezTo>
                <a:cubicBezTo>
                  <a:pt x="8537864" y="2762250"/>
                  <a:pt x="8615796" y="2814205"/>
                  <a:pt x="8615796" y="2831523"/>
                </a:cubicBezTo>
                <a:cubicBezTo>
                  <a:pt x="8615796" y="2857500"/>
                  <a:pt x="8581160" y="2874818"/>
                  <a:pt x="8563841" y="2892136"/>
                </a:cubicBezTo>
                <a:cubicBezTo>
                  <a:pt x="8572501" y="2909455"/>
                  <a:pt x="8589819" y="2935432"/>
                  <a:pt x="8589819" y="2952750"/>
                </a:cubicBezTo>
                <a:cubicBezTo>
                  <a:pt x="8589819" y="2978727"/>
                  <a:pt x="8572501" y="2987386"/>
                  <a:pt x="8572501" y="3004705"/>
                </a:cubicBezTo>
                <a:cubicBezTo>
                  <a:pt x="8572501" y="3030682"/>
                  <a:pt x="8615796" y="3065318"/>
                  <a:pt x="8615796" y="3091296"/>
                </a:cubicBezTo>
                <a:cubicBezTo>
                  <a:pt x="8615796" y="3108614"/>
                  <a:pt x="8598478" y="3108614"/>
                  <a:pt x="8589819" y="3117273"/>
                </a:cubicBezTo>
                <a:cubicBezTo>
                  <a:pt x="8563841" y="3195205"/>
                  <a:pt x="8589819" y="3134591"/>
                  <a:pt x="8520546" y="3229841"/>
                </a:cubicBezTo>
                <a:cubicBezTo>
                  <a:pt x="8485910" y="3264477"/>
                  <a:pt x="8477251" y="3307773"/>
                  <a:pt x="8459932" y="3351068"/>
                </a:cubicBezTo>
                <a:cubicBezTo>
                  <a:pt x="8520546" y="3377046"/>
                  <a:pt x="8581160" y="3411682"/>
                  <a:pt x="8650432" y="3429000"/>
                </a:cubicBezTo>
                <a:cubicBezTo>
                  <a:pt x="8719705" y="3446318"/>
                  <a:pt x="8875569" y="3454977"/>
                  <a:pt x="8901546" y="3454977"/>
                </a:cubicBezTo>
                <a:lnTo>
                  <a:pt x="9074728" y="3454977"/>
                </a:lnTo>
                <a:cubicBezTo>
                  <a:pt x="9126682" y="3472296"/>
                  <a:pt x="9195955" y="3463636"/>
                  <a:pt x="9230592" y="3532909"/>
                </a:cubicBezTo>
                <a:cubicBezTo>
                  <a:pt x="9256569" y="3567546"/>
                  <a:pt x="9273887" y="3654136"/>
                  <a:pt x="9273887" y="3680114"/>
                </a:cubicBezTo>
                <a:cubicBezTo>
                  <a:pt x="9273887" y="3697432"/>
                  <a:pt x="9265228" y="3749386"/>
                  <a:pt x="9256569" y="3784023"/>
                </a:cubicBezTo>
                <a:cubicBezTo>
                  <a:pt x="9256569" y="3792682"/>
                  <a:pt x="9230592" y="3801341"/>
                  <a:pt x="9230592" y="3818659"/>
                </a:cubicBezTo>
                <a:cubicBezTo>
                  <a:pt x="9213273" y="3861955"/>
                  <a:pt x="9247910" y="3931227"/>
                  <a:pt x="9230592" y="3991841"/>
                </a:cubicBezTo>
                <a:cubicBezTo>
                  <a:pt x="9230592" y="4017818"/>
                  <a:pt x="9204614" y="4035136"/>
                  <a:pt x="9187296" y="4069773"/>
                </a:cubicBezTo>
                <a:cubicBezTo>
                  <a:pt x="9161319" y="4113068"/>
                  <a:pt x="9144001" y="4182341"/>
                  <a:pt x="9109364" y="4225637"/>
                </a:cubicBezTo>
                <a:cubicBezTo>
                  <a:pt x="9040092" y="4294909"/>
                  <a:pt x="9005455" y="4346864"/>
                  <a:pt x="8936182" y="4346864"/>
                </a:cubicBezTo>
                <a:cubicBezTo>
                  <a:pt x="8780319" y="4346864"/>
                  <a:pt x="8520546" y="3887932"/>
                  <a:pt x="8485910" y="3844636"/>
                </a:cubicBezTo>
                <a:cubicBezTo>
                  <a:pt x="8468591" y="3818659"/>
                  <a:pt x="8416637" y="3818659"/>
                  <a:pt x="8407978" y="3818659"/>
                </a:cubicBezTo>
                <a:lnTo>
                  <a:pt x="8364683" y="3818659"/>
                </a:lnTo>
                <a:cubicBezTo>
                  <a:pt x="8312728" y="3896591"/>
                  <a:pt x="8338705" y="3974523"/>
                  <a:pt x="8321387" y="4043796"/>
                </a:cubicBezTo>
                <a:cubicBezTo>
                  <a:pt x="8312728" y="4087091"/>
                  <a:pt x="8304069" y="4087091"/>
                  <a:pt x="8304069" y="4113068"/>
                </a:cubicBezTo>
                <a:cubicBezTo>
                  <a:pt x="8304069" y="4130386"/>
                  <a:pt x="8269433" y="4147705"/>
                  <a:pt x="8252114" y="4182341"/>
                </a:cubicBezTo>
                <a:cubicBezTo>
                  <a:pt x="8226137" y="4225637"/>
                  <a:pt x="8174183" y="4320887"/>
                  <a:pt x="8113569" y="4372841"/>
                </a:cubicBezTo>
                <a:cubicBezTo>
                  <a:pt x="8113569" y="4381500"/>
                  <a:pt x="8104910" y="4398818"/>
                  <a:pt x="8096251" y="4407478"/>
                </a:cubicBezTo>
                <a:cubicBezTo>
                  <a:pt x="8078933" y="4433455"/>
                  <a:pt x="8035637" y="4450773"/>
                  <a:pt x="8018319" y="4468091"/>
                </a:cubicBezTo>
                <a:cubicBezTo>
                  <a:pt x="7888433" y="4546023"/>
                  <a:pt x="7767205" y="4641273"/>
                  <a:pt x="7637319" y="4736523"/>
                </a:cubicBezTo>
                <a:cubicBezTo>
                  <a:pt x="7611342" y="4753841"/>
                  <a:pt x="7568046" y="4745182"/>
                  <a:pt x="7550728" y="4753841"/>
                </a:cubicBezTo>
                <a:cubicBezTo>
                  <a:pt x="7455478" y="4797137"/>
                  <a:pt x="7377546" y="4840432"/>
                  <a:pt x="7290955" y="4883728"/>
                </a:cubicBezTo>
                <a:cubicBezTo>
                  <a:pt x="7273637" y="4892387"/>
                  <a:pt x="7247660" y="4892387"/>
                  <a:pt x="7230342" y="4883728"/>
                </a:cubicBezTo>
                <a:cubicBezTo>
                  <a:pt x="7187046" y="4918364"/>
                  <a:pt x="7126433" y="4935682"/>
                  <a:pt x="7083137" y="4961659"/>
                </a:cubicBezTo>
                <a:cubicBezTo>
                  <a:pt x="7048501" y="4978978"/>
                  <a:pt x="7039842" y="5013614"/>
                  <a:pt x="7013864" y="5030932"/>
                </a:cubicBezTo>
                <a:cubicBezTo>
                  <a:pt x="6935933" y="5091546"/>
                  <a:pt x="6788728" y="5143500"/>
                  <a:pt x="6736773" y="5160818"/>
                </a:cubicBezTo>
                <a:cubicBezTo>
                  <a:pt x="6788728" y="5117523"/>
                  <a:pt x="6788728" y="5030932"/>
                  <a:pt x="6806046" y="4996296"/>
                </a:cubicBezTo>
                <a:cubicBezTo>
                  <a:pt x="6797387" y="4987637"/>
                  <a:pt x="6806046" y="4987637"/>
                  <a:pt x="6780069" y="4987637"/>
                </a:cubicBezTo>
                <a:cubicBezTo>
                  <a:pt x="6762751" y="4987637"/>
                  <a:pt x="6658842" y="5056909"/>
                  <a:pt x="6598228" y="5091546"/>
                </a:cubicBezTo>
                <a:cubicBezTo>
                  <a:pt x="6572251" y="5108864"/>
                  <a:pt x="6537614" y="5117523"/>
                  <a:pt x="6502978" y="5126182"/>
                </a:cubicBezTo>
                <a:cubicBezTo>
                  <a:pt x="6546273" y="5065568"/>
                  <a:pt x="6589569" y="5082887"/>
                  <a:pt x="6589569" y="5022273"/>
                </a:cubicBezTo>
                <a:cubicBezTo>
                  <a:pt x="6546273" y="5048250"/>
                  <a:pt x="6494319" y="5074228"/>
                  <a:pt x="6442364" y="5100205"/>
                </a:cubicBezTo>
                <a:lnTo>
                  <a:pt x="6416387" y="5100205"/>
                </a:lnTo>
                <a:cubicBezTo>
                  <a:pt x="6459683" y="5065568"/>
                  <a:pt x="6502978" y="5030932"/>
                  <a:pt x="6537614" y="4987637"/>
                </a:cubicBezTo>
                <a:cubicBezTo>
                  <a:pt x="6537614" y="4987637"/>
                  <a:pt x="6537614" y="4978978"/>
                  <a:pt x="6520296" y="4978978"/>
                </a:cubicBezTo>
                <a:cubicBezTo>
                  <a:pt x="6494319" y="4978978"/>
                  <a:pt x="6407728" y="5022273"/>
                  <a:pt x="6347114" y="5030932"/>
                </a:cubicBezTo>
                <a:cubicBezTo>
                  <a:pt x="6598228" y="4970318"/>
                  <a:pt x="6780069" y="4597978"/>
                  <a:pt x="6961910" y="4381500"/>
                </a:cubicBezTo>
                <a:cubicBezTo>
                  <a:pt x="7013864" y="4320887"/>
                  <a:pt x="7039842" y="4242955"/>
                  <a:pt x="7083137" y="4191000"/>
                </a:cubicBezTo>
                <a:cubicBezTo>
                  <a:pt x="7187046" y="4026477"/>
                  <a:pt x="7412183" y="3861955"/>
                  <a:pt x="7498773" y="3688773"/>
                </a:cubicBezTo>
                <a:cubicBezTo>
                  <a:pt x="7516092" y="3645477"/>
                  <a:pt x="7559387" y="3610841"/>
                  <a:pt x="7559387" y="3584864"/>
                </a:cubicBezTo>
                <a:cubicBezTo>
                  <a:pt x="7559387" y="3567546"/>
                  <a:pt x="7412183" y="3429000"/>
                  <a:pt x="7334251" y="3359727"/>
                </a:cubicBezTo>
                <a:cubicBezTo>
                  <a:pt x="7299614" y="3333750"/>
                  <a:pt x="7256319" y="3316432"/>
                  <a:pt x="7221683" y="3307773"/>
                </a:cubicBezTo>
                <a:cubicBezTo>
                  <a:pt x="7195705" y="3299114"/>
                  <a:pt x="7152410" y="3290455"/>
                  <a:pt x="7135092" y="3290455"/>
                </a:cubicBezTo>
                <a:cubicBezTo>
                  <a:pt x="7109114" y="3290455"/>
                  <a:pt x="7091796" y="3299114"/>
                  <a:pt x="7074478" y="3307773"/>
                </a:cubicBezTo>
                <a:cubicBezTo>
                  <a:pt x="7074478" y="3307773"/>
                  <a:pt x="7065819" y="3299114"/>
                  <a:pt x="7057160" y="3299114"/>
                </a:cubicBezTo>
                <a:cubicBezTo>
                  <a:pt x="7230342" y="3151909"/>
                  <a:pt x="7169728" y="3117273"/>
                  <a:pt x="7308273" y="3117273"/>
                </a:cubicBezTo>
                <a:cubicBezTo>
                  <a:pt x="7325592" y="3117273"/>
                  <a:pt x="7524751" y="3169227"/>
                  <a:pt x="7542069" y="3169227"/>
                </a:cubicBezTo>
                <a:cubicBezTo>
                  <a:pt x="7594023" y="3169227"/>
                  <a:pt x="7628660" y="3160568"/>
                  <a:pt x="7689274" y="3117273"/>
                </a:cubicBezTo>
                <a:cubicBezTo>
                  <a:pt x="7663296" y="3048000"/>
                  <a:pt x="7628660" y="2961409"/>
                  <a:pt x="7568046" y="2900796"/>
                </a:cubicBezTo>
                <a:cubicBezTo>
                  <a:pt x="7550728" y="2874818"/>
                  <a:pt x="7516092" y="2857500"/>
                  <a:pt x="7498773" y="2831523"/>
                </a:cubicBezTo>
                <a:cubicBezTo>
                  <a:pt x="7481455" y="2796886"/>
                  <a:pt x="7221683" y="2121477"/>
                  <a:pt x="7221683" y="1905000"/>
                </a:cubicBezTo>
                <a:cubicBezTo>
                  <a:pt x="7221683" y="1775114"/>
                  <a:pt x="7351569" y="1601932"/>
                  <a:pt x="7507433" y="1489364"/>
                </a:cubicBezTo>
                <a:cubicBezTo>
                  <a:pt x="7516092" y="1515341"/>
                  <a:pt x="7533410" y="1524000"/>
                  <a:pt x="7516092" y="1549977"/>
                </a:cubicBezTo>
                <a:cubicBezTo>
                  <a:pt x="7516092" y="1549977"/>
                  <a:pt x="7507433" y="1558636"/>
                  <a:pt x="7533410" y="1558636"/>
                </a:cubicBezTo>
                <a:cubicBezTo>
                  <a:pt x="7568046" y="1558636"/>
                  <a:pt x="7706592" y="1428750"/>
                  <a:pt x="7715251" y="1402773"/>
                </a:cubicBezTo>
                <a:lnTo>
                  <a:pt x="7749887" y="1402773"/>
                </a:lnTo>
                <a:close/>
                <a:moveTo>
                  <a:pt x="2060864" y="0"/>
                </a:moveTo>
                <a:cubicBezTo>
                  <a:pt x="2060864" y="8659"/>
                  <a:pt x="2052205" y="17318"/>
                  <a:pt x="2043546" y="25977"/>
                </a:cubicBezTo>
                <a:cubicBezTo>
                  <a:pt x="2078182" y="69273"/>
                  <a:pt x="2121478" y="43295"/>
                  <a:pt x="2208068" y="43295"/>
                </a:cubicBezTo>
                <a:cubicBezTo>
                  <a:pt x="2190750" y="95250"/>
                  <a:pt x="2112818" y="95250"/>
                  <a:pt x="2052205" y="155864"/>
                </a:cubicBezTo>
                <a:cubicBezTo>
                  <a:pt x="2095500" y="164523"/>
                  <a:pt x="2138796" y="164523"/>
                  <a:pt x="2182091" y="173182"/>
                </a:cubicBezTo>
                <a:cubicBezTo>
                  <a:pt x="2164773" y="199159"/>
                  <a:pt x="2130137" y="225136"/>
                  <a:pt x="2104159" y="242455"/>
                </a:cubicBezTo>
                <a:lnTo>
                  <a:pt x="2104159" y="268432"/>
                </a:lnTo>
                <a:lnTo>
                  <a:pt x="2164773" y="268432"/>
                </a:lnTo>
                <a:cubicBezTo>
                  <a:pt x="2138796" y="337705"/>
                  <a:pt x="2121478" y="337705"/>
                  <a:pt x="2104159" y="389659"/>
                </a:cubicBezTo>
                <a:lnTo>
                  <a:pt x="2173432" y="389659"/>
                </a:lnTo>
                <a:lnTo>
                  <a:pt x="2173432" y="432955"/>
                </a:lnTo>
                <a:cubicBezTo>
                  <a:pt x="2164773" y="450273"/>
                  <a:pt x="2138796" y="467591"/>
                  <a:pt x="2130137" y="493568"/>
                </a:cubicBezTo>
                <a:lnTo>
                  <a:pt x="2190750" y="493568"/>
                </a:lnTo>
                <a:cubicBezTo>
                  <a:pt x="2182091" y="528205"/>
                  <a:pt x="2147455" y="571500"/>
                  <a:pt x="2147455" y="588818"/>
                </a:cubicBezTo>
                <a:cubicBezTo>
                  <a:pt x="2147455" y="614795"/>
                  <a:pt x="2182091" y="614795"/>
                  <a:pt x="2182091" y="640773"/>
                </a:cubicBezTo>
                <a:cubicBezTo>
                  <a:pt x="2182091" y="658091"/>
                  <a:pt x="2147455" y="675409"/>
                  <a:pt x="2147455" y="701386"/>
                </a:cubicBezTo>
                <a:cubicBezTo>
                  <a:pt x="2138796" y="718705"/>
                  <a:pt x="2156114" y="727364"/>
                  <a:pt x="2156114" y="753341"/>
                </a:cubicBezTo>
                <a:cubicBezTo>
                  <a:pt x="2156114" y="787977"/>
                  <a:pt x="2112818" y="848591"/>
                  <a:pt x="2060864" y="839932"/>
                </a:cubicBezTo>
                <a:lnTo>
                  <a:pt x="2112818" y="917864"/>
                </a:lnTo>
                <a:lnTo>
                  <a:pt x="2112818" y="952500"/>
                </a:lnTo>
                <a:lnTo>
                  <a:pt x="2078182" y="952500"/>
                </a:lnTo>
                <a:cubicBezTo>
                  <a:pt x="2069523" y="978477"/>
                  <a:pt x="2078182" y="1004455"/>
                  <a:pt x="2078182" y="1030432"/>
                </a:cubicBezTo>
                <a:lnTo>
                  <a:pt x="2034887" y="1030432"/>
                </a:lnTo>
                <a:cubicBezTo>
                  <a:pt x="2034887" y="1030432"/>
                  <a:pt x="2026227" y="1021773"/>
                  <a:pt x="2026227" y="1047750"/>
                </a:cubicBezTo>
                <a:cubicBezTo>
                  <a:pt x="2026227" y="1065068"/>
                  <a:pt x="2034887" y="1091046"/>
                  <a:pt x="2043546" y="1125682"/>
                </a:cubicBezTo>
                <a:cubicBezTo>
                  <a:pt x="2034887" y="1134341"/>
                  <a:pt x="2017568" y="1134341"/>
                  <a:pt x="2000250" y="1134341"/>
                </a:cubicBezTo>
                <a:cubicBezTo>
                  <a:pt x="1991591" y="1143000"/>
                  <a:pt x="1982932" y="1160318"/>
                  <a:pt x="1974273" y="1177636"/>
                </a:cubicBezTo>
                <a:cubicBezTo>
                  <a:pt x="1974273" y="1186296"/>
                  <a:pt x="1930977" y="1229591"/>
                  <a:pt x="1930977" y="1246909"/>
                </a:cubicBezTo>
                <a:cubicBezTo>
                  <a:pt x="1844387" y="1316182"/>
                  <a:pt x="1749137" y="1264227"/>
                  <a:pt x="1749137" y="1333500"/>
                </a:cubicBezTo>
                <a:cubicBezTo>
                  <a:pt x="1749137" y="1350818"/>
                  <a:pt x="1766455" y="1394114"/>
                  <a:pt x="1792432" y="1428750"/>
                </a:cubicBezTo>
                <a:cubicBezTo>
                  <a:pt x="1870364" y="1532659"/>
                  <a:pt x="2052205" y="1619250"/>
                  <a:pt x="2052205" y="1723159"/>
                </a:cubicBezTo>
                <a:cubicBezTo>
                  <a:pt x="2052205" y="1749136"/>
                  <a:pt x="2052205" y="1749136"/>
                  <a:pt x="2043546" y="1757796"/>
                </a:cubicBezTo>
                <a:cubicBezTo>
                  <a:pt x="2034887" y="1775114"/>
                  <a:pt x="2026227" y="1801091"/>
                  <a:pt x="2008909" y="1818409"/>
                </a:cubicBezTo>
                <a:cubicBezTo>
                  <a:pt x="1982932" y="1853046"/>
                  <a:pt x="1939637" y="1861705"/>
                  <a:pt x="1930977" y="1879023"/>
                </a:cubicBezTo>
                <a:cubicBezTo>
                  <a:pt x="1896341" y="1905000"/>
                  <a:pt x="1870364" y="1965614"/>
                  <a:pt x="1835727" y="1974273"/>
                </a:cubicBezTo>
                <a:cubicBezTo>
                  <a:pt x="1740477" y="2000250"/>
                  <a:pt x="1705841" y="2034886"/>
                  <a:pt x="1645227" y="2034886"/>
                </a:cubicBezTo>
                <a:cubicBezTo>
                  <a:pt x="1549977" y="2034886"/>
                  <a:pt x="1524000" y="1982932"/>
                  <a:pt x="1524000" y="1913659"/>
                </a:cubicBezTo>
                <a:cubicBezTo>
                  <a:pt x="1524000" y="1887682"/>
                  <a:pt x="1558637" y="1601932"/>
                  <a:pt x="1558637" y="1575955"/>
                </a:cubicBezTo>
                <a:cubicBezTo>
                  <a:pt x="1558637" y="1558636"/>
                  <a:pt x="1515341" y="1515341"/>
                  <a:pt x="1498023" y="1515341"/>
                </a:cubicBezTo>
                <a:cubicBezTo>
                  <a:pt x="1472046" y="1515341"/>
                  <a:pt x="1420091" y="1567296"/>
                  <a:pt x="1385455" y="1601932"/>
                </a:cubicBezTo>
                <a:cubicBezTo>
                  <a:pt x="1350818" y="1627909"/>
                  <a:pt x="1151659" y="1697182"/>
                  <a:pt x="1091046" y="1697182"/>
                </a:cubicBezTo>
                <a:cubicBezTo>
                  <a:pt x="1073727" y="1697182"/>
                  <a:pt x="848591" y="1671205"/>
                  <a:pt x="744682" y="1653886"/>
                </a:cubicBezTo>
                <a:cubicBezTo>
                  <a:pt x="727364" y="1653886"/>
                  <a:pt x="710046" y="1627909"/>
                  <a:pt x="692727" y="1627909"/>
                </a:cubicBezTo>
                <a:cubicBezTo>
                  <a:pt x="640773" y="1610591"/>
                  <a:pt x="580159" y="1601932"/>
                  <a:pt x="519546" y="1584614"/>
                </a:cubicBezTo>
                <a:cubicBezTo>
                  <a:pt x="510886" y="1584614"/>
                  <a:pt x="493568" y="1558636"/>
                  <a:pt x="476250" y="1558636"/>
                </a:cubicBezTo>
                <a:cubicBezTo>
                  <a:pt x="363682" y="1532659"/>
                  <a:pt x="225136" y="1541318"/>
                  <a:pt x="129886" y="1498023"/>
                </a:cubicBezTo>
                <a:cubicBezTo>
                  <a:pt x="147205" y="1480705"/>
                  <a:pt x="190500" y="1480705"/>
                  <a:pt x="225136" y="1437409"/>
                </a:cubicBezTo>
                <a:cubicBezTo>
                  <a:pt x="181841" y="1385455"/>
                  <a:pt x="95250" y="1420091"/>
                  <a:pt x="34636" y="1376796"/>
                </a:cubicBezTo>
                <a:cubicBezTo>
                  <a:pt x="60614" y="1368136"/>
                  <a:pt x="60614" y="1402773"/>
                  <a:pt x="95250" y="1350818"/>
                </a:cubicBezTo>
                <a:cubicBezTo>
                  <a:pt x="69273" y="1350818"/>
                  <a:pt x="34636" y="1350818"/>
                  <a:pt x="0" y="1333500"/>
                </a:cubicBezTo>
                <a:cubicBezTo>
                  <a:pt x="25977" y="1324841"/>
                  <a:pt x="51955" y="1324841"/>
                  <a:pt x="77932" y="1333500"/>
                </a:cubicBezTo>
                <a:lnTo>
                  <a:pt x="95250" y="1316182"/>
                </a:lnTo>
                <a:cubicBezTo>
                  <a:pt x="60614" y="1290205"/>
                  <a:pt x="25977" y="1281546"/>
                  <a:pt x="0" y="1264227"/>
                </a:cubicBezTo>
                <a:cubicBezTo>
                  <a:pt x="43295" y="1272886"/>
                  <a:pt x="112568" y="1290205"/>
                  <a:pt x="129886" y="1290205"/>
                </a:cubicBezTo>
                <a:cubicBezTo>
                  <a:pt x="268432" y="1290205"/>
                  <a:pt x="675409" y="1151659"/>
                  <a:pt x="753341" y="1143000"/>
                </a:cubicBezTo>
                <a:cubicBezTo>
                  <a:pt x="848591" y="1125682"/>
                  <a:pt x="961159" y="1125682"/>
                  <a:pt x="1065068" y="1099705"/>
                </a:cubicBezTo>
                <a:cubicBezTo>
                  <a:pt x="1091046" y="1091046"/>
                  <a:pt x="1203614" y="1065068"/>
                  <a:pt x="1203614" y="1039091"/>
                </a:cubicBezTo>
                <a:cubicBezTo>
                  <a:pt x="1203614" y="943841"/>
                  <a:pt x="1186296" y="762000"/>
                  <a:pt x="1073727" y="701386"/>
                </a:cubicBezTo>
                <a:cubicBezTo>
                  <a:pt x="1117023" y="701386"/>
                  <a:pt x="1186296" y="692727"/>
                  <a:pt x="1203614" y="692727"/>
                </a:cubicBezTo>
                <a:cubicBezTo>
                  <a:pt x="1333500" y="692727"/>
                  <a:pt x="1324841" y="891886"/>
                  <a:pt x="1446068" y="883227"/>
                </a:cubicBezTo>
                <a:cubicBezTo>
                  <a:pt x="1532659" y="796636"/>
                  <a:pt x="1489364" y="727364"/>
                  <a:pt x="1489364" y="666750"/>
                </a:cubicBezTo>
                <a:cubicBezTo>
                  <a:pt x="1489364" y="649432"/>
                  <a:pt x="1532659" y="536864"/>
                  <a:pt x="1549977" y="484909"/>
                </a:cubicBezTo>
                <a:cubicBezTo>
                  <a:pt x="1610591" y="329045"/>
                  <a:pt x="1619250" y="173182"/>
                  <a:pt x="1775114" y="43295"/>
                </a:cubicBezTo>
                <a:cubicBezTo>
                  <a:pt x="1809750" y="8659"/>
                  <a:pt x="1879023" y="8659"/>
                  <a:pt x="1930977" y="0"/>
                </a:cubicBezTo>
                <a:lnTo>
                  <a:pt x="2060864" y="0"/>
                </a:lnTo>
                <a:close/>
              </a:path>
            </a:pathLst>
          </a:custGeom>
          <a:gradFill>
            <a:gsLst>
              <a:gs pos="3670">
                <a:schemeClr val="accent2">
                  <a:lumMod val="40000"/>
                  <a:lumOff val="60000"/>
                </a:schemeClr>
              </a:gs>
              <a:gs pos="34000">
                <a:schemeClr val="accent4">
                  <a:lumMod val="20000"/>
                  <a:lumOff val="80000"/>
                </a:schemeClr>
              </a:gs>
              <a:gs pos="100000">
                <a:schemeClr val="accent2">
                  <a:lumMod val="40000"/>
                  <a:lumOff val="60000"/>
                  <a:alpha val="13000"/>
                </a:schemeClr>
              </a:gs>
            </a:gsLst>
            <a:lin ang="5400000" scaled="1"/>
          </a:gradFill>
          <a:ln w="8653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63" name="任意多边形: 形状 62" descr="D:\51PPT模板网\51pptmoban.com\图片.jpg"/>
          <p:cNvSpPr/>
          <p:nvPr/>
        </p:nvSpPr>
        <p:spPr>
          <a:xfrm rot="21434675">
            <a:off x="-5651" y="5016908"/>
            <a:ext cx="10520963" cy="1522924"/>
          </a:xfrm>
          <a:custGeom>
            <a:avLst/>
            <a:gdLst>
              <a:gd name="connsiteX0" fmla="*/ 36217 w 10520963"/>
              <a:gd name="connsiteY0" fmla="*/ 0 h 1522924"/>
              <a:gd name="connsiteX1" fmla="*/ 811324 w 10520963"/>
              <a:gd name="connsiteY1" fmla="*/ 263020 h 1522924"/>
              <a:gd name="connsiteX2" fmla="*/ 3873281 w 10520963"/>
              <a:gd name="connsiteY2" fmla="*/ 1114414 h 1522924"/>
              <a:gd name="connsiteX3" fmla="*/ 7310391 w 10520963"/>
              <a:gd name="connsiteY3" fmla="*/ 1292550 h 1522924"/>
              <a:gd name="connsiteX4" fmla="*/ 10491624 w 10520963"/>
              <a:gd name="connsiteY4" fmla="*/ 975214 h 1522924"/>
              <a:gd name="connsiteX5" fmla="*/ 10520963 w 10520963"/>
              <a:gd name="connsiteY5" fmla="*/ 994907 h 1522924"/>
              <a:gd name="connsiteX6" fmla="*/ 9835178 w 10520963"/>
              <a:gd name="connsiteY6" fmla="*/ 1110494 h 1522924"/>
              <a:gd name="connsiteX7" fmla="*/ 7167761 w 10520963"/>
              <a:gd name="connsiteY7" fmla="*/ 1434641 h 1522924"/>
              <a:gd name="connsiteX8" fmla="*/ 3323505 w 10520963"/>
              <a:gd name="connsiteY8" fmla="*/ 1421941 h 1522924"/>
              <a:gd name="connsiteX9" fmla="*/ 764350 w 10520963"/>
              <a:gd name="connsiteY9" fmla="*/ 939173 h 1522924"/>
              <a:gd name="connsiteX10" fmla="*/ 0 w 10520963"/>
              <a:gd name="connsiteY10" fmla="*/ 752514 h 152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520963" h="1522924">
                <a:moveTo>
                  <a:pt x="36217" y="0"/>
                </a:moveTo>
                <a:lnTo>
                  <a:pt x="811324" y="263020"/>
                </a:lnTo>
                <a:cubicBezTo>
                  <a:pt x="1881209" y="619814"/>
                  <a:pt x="2926478" y="940110"/>
                  <a:pt x="3873281" y="1114414"/>
                </a:cubicBezTo>
                <a:cubicBezTo>
                  <a:pt x="5135685" y="1346819"/>
                  <a:pt x="6207333" y="1315750"/>
                  <a:pt x="7310391" y="1292550"/>
                </a:cubicBezTo>
                <a:cubicBezTo>
                  <a:pt x="8413449" y="1269350"/>
                  <a:pt x="9452536" y="1122282"/>
                  <a:pt x="10491624" y="975214"/>
                </a:cubicBezTo>
                <a:lnTo>
                  <a:pt x="10520963" y="994907"/>
                </a:lnTo>
                <a:lnTo>
                  <a:pt x="9835178" y="1110494"/>
                </a:lnTo>
                <a:cubicBezTo>
                  <a:pt x="8967982" y="1252476"/>
                  <a:pt x="8089815" y="1377492"/>
                  <a:pt x="7167761" y="1434641"/>
                </a:cubicBezTo>
                <a:cubicBezTo>
                  <a:pt x="5938355" y="1510842"/>
                  <a:pt x="4744414" y="1593391"/>
                  <a:pt x="3323505" y="1421941"/>
                </a:cubicBezTo>
                <a:cubicBezTo>
                  <a:pt x="2524244" y="1325500"/>
                  <a:pt x="1658779" y="1149697"/>
                  <a:pt x="764350" y="939173"/>
                </a:cubicBezTo>
                <a:lnTo>
                  <a:pt x="0" y="752514"/>
                </a:lnTo>
                <a:close/>
              </a:path>
            </a:pathLst>
          </a:custGeom>
          <a:gradFill flip="none" rotWithShape="1">
            <a:gsLst>
              <a:gs pos="30000">
                <a:schemeClr val="accent2">
                  <a:lumMod val="40000"/>
                  <a:lumOff val="60000"/>
                </a:schemeClr>
              </a:gs>
              <a:gs pos="0">
                <a:schemeClr val="accent2">
                  <a:lumMod val="60000"/>
                  <a:lumOff val="40000"/>
                </a:schemeClr>
              </a:gs>
              <a:gs pos="70000">
                <a:schemeClr val="accent4">
                  <a:lumMod val="20000"/>
                  <a:lumOff val="80000"/>
                </a:schemeClr>
              </a:gs>
              <a:gs pos="100000">
                <a:schemeClr val="accent2">
                  <a:lumMod val="40000"/>
                  <a:lumOff val="60000"/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71" name="任意多边形: 形状 70"/>
          <p:cNvSpPr/>
          <p:nvPr/>
        </p:nvSpPr>
        <p:spPr>
          <a:xfrm rot="184763">
            <a:off x="7401863" y="5183133"/>
            <a:ext cx="4765609" cy="1804173"/>
          </a:xfrm>
          <a:custGeom>
            <a:avLst/>
            <a:gdLst>
              <a:gd name="connsiteX0" fmla="*/ 4745089 w 4765609"/>
              <a:gd name="connsiteY0" fmla="*/ 0 h 1804173"/>
              <a:gd name="connsiteX1" fmla="*/ 4765609 w 4765609"/>
              <a:gd name="connsiteY1" fmla="*/ 381433 h 1804173"/>
              <a:gd name="connsiteX2" fmla="*/ 4368932 w 4765609"/>
              <a:gd name="connsiteY2" fmla="*/ 458478 h 1804173"/>
              <a:gd name="connsiteX3" fmla="*/ 3504744 w 4765609"/>
              <a:gd name="connsiteY3" fmla="*/ 654082 h 1804173"/>
              <a:gd name="connsiteX4" fmla="*/ 647260 w 4765609"/>
              <a:gd name="connsiteY4" fmla="*/ 1607178 h 1804173"/>
              <a:gd name="connsiteX5" fmla="*/ 173594 w 4765609"/>
              <a:gd name="connsiteY5" fmla="*/ 1794834 h 1804173"/>
              <a:gd name="connsiteX6" fmla="*/ 0 w 4765609"/>
              <a:gd name="connsiteY6" fmla="*/ 1804173 h 1804173"/>
              <a:gd name="connsiteX7" fmla="*/ 655941 w 4765609"/>
              <a:gd name="connsiteY7" fmla="*/ 1489677 h 1804173"/>
              <a:gd name="connsiteX8" fmla="*/ 3328970 w 4765609"/>
              <a:gd name="connsiteY8" fmla="*/ 391402 h 1804173"/>
              <a:gd name="connsiteX9" fmla="*/ 4621057 w 4765609"/>
              <a:gd name="connsiteY9" fmla="*/ 27880 h 1804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65609" h="1804173">
                <a:moveTo>
                  <a:pt x="4745089" y="0"/>
                </a:moveTo>
                <a:lnTo>
                  <a:pt x="4765609" y="381433"/>
                </a:lnTo>
                <a:lnTo>
                  <a:pt x="4368932" y="458478"/>
                </a:lnTo>
                <a:cubicBezTo>
                  <a:pt x="4060082" y="522760"/>
                  <a:pt x="3765034" y="591739"/>
                  <a:pt x="3504744" y="654082"/>
                </a:cubicBezTo>
                <a:cubicBezTo>
                  <a:pt x="2543676" y="884270"/>
                  <a:pt x="1601937" y="1232330"/>
                  <a:pt x="647260" y="1607178"/>
                </a:cubicBezTo>
                <a:lnTo>
                  <a:pt x="173594" y="1794834"/>
                </a:lnTo>
                <a:lnTo>
                  <a:pt x="0" y="1804173"/>
                </a:lnTo>
                <a:lnTo>
                  <a:pt x="655941" y="1489677"/>
                </a:lnTo>
                <a:cubicBezTo>
                  <a:pt x="1545961" y="1066406"/>
                  <a:pt x="2425086" y="670549"/>
                  <a:pt x="3328970" y="391402"/>
                </a:cubicBezTo>
                <a:cubicBezTo>
                  <a:pt x="3705589" y="275091"/>
                  <a:pt x="4159798" y="138872"/>
                  <a:pt x="4621057" y="2788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56000">
                <a:schemeClr val="accent2">
                  <a:lumMod val="60000"/>
                  <a:lumOff val="4000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4178247" y="928651"/>
            <a:ext cx="3285471" cy="709650"/>
            <a:chOff x="4525476" y="536137"/>
            <a:chExt cx="3190210" cy="689074"/>
          </a:xfrm>
        </p:grpSpPr>
        <p:pic>
          <p:nvPicPr>
            <p:cNvPr id="3" name="图片 2" descr="7b0a202020202266696c746572223a20223135220a7d0a"/>
            <p:cNvPicPr>
              <a:picLocks noChangeAspect="1"/>
            </p:cNvPicPr>
            <p:nvPr>
              <p:custDataLst>
                <p:tags r:id="rId1"/>
              </p:custDataLst>
            </p:nvPr>
          </p:nvPicPr>
          <p:blipFill>
            <a:blip r:embed="rId6">
              <a:duotone>
                <a:schemeClr val="accent3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850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5268611" y="604368"/>
              <a:ext cx="2447075" cy="592263"/>
            </a:xfrm>
            <a:prstGeom prst="rect">
              <a:avLst/>
            </a:prstGeom>
          </p:spPr>
        </p:pic>
        <p:pic>
          <p:nvPicPr>
            <p:cNvPr id="20" name="PA-图片 147" descr="徽标&#10;&#10;描述已自动生成"/>
            <p:cNvPicPr>
              <a:picLocks noChangeAspect="1"/>
            </p:cNvPicPr>
            <p:nvPr>
              <p:custDataLst>
                <p:tags r:id="rId2"/>
              </p:custDataLst>
            </p:nvPr>
          </p:nvPicPr>
          <p:blipFill>
            <a:blip r:embed="rId8" cstate="screen"/>
            <a:stretch>
              <a:fillRect/>
            </a:stretch>
          </p:blipFill>
          <p:spPr>
            <a:xfrm>
              <a:off x="4525476" y="536137"/>
              <a:ext cx="648983" cy="689074"/>
            </a:xfrm>
            <a:prstGeom prst="rect">
              <a:avLst/>
            </a:prstGeom>
          </p:spPr>
        </p:pic>
      </p:grpSp>
      <p:sp>
        <p:nvSpPr>
          <p:cNvPr id="28" name="文本框 27"/>
          <p:cNvSpPr txBox="1"/>
          <p:nvPr/>
        </p:nvSpPr>
        <p:spPr>
          <a:xfrm>
            <a:off x="4536401" y="4071778"/>
            <a:ext cx="2973891" cy="59894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lnSpc>
                <a:spcPct val="120000"/>
              </a:lnSpc>
              <a:defRPr/>
            </a:pPr>
            <a:r>
              <a:rPr lang="en-US" altLang="zh-CN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2026</a:t>
            </a:r>
            <a:r>
              <a:rPr lang="zh-CN" altLang="en-US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年 </a:t>
            </a:r>
            <a:r>
              <a:rPr lang="en-US" altLang="zh-CN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6</a:t>
            </a:r>
            <a:r>
              <a:rPr lang="zh-CN" altLang="en-US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月 </a:t>
            </a:r>
            <a:r>
              <a:rPr lang="en-US" altLang="zh-CN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9</a:t>
            </a:r>
            <a:r>
              <a:rPr lang="zh-CN" altLang="en-US" sz="3000" b="1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Times New Roman" panose="02020603050405020304" pitchFamily="18" charset="0"/>
                <a:ea typeface="STZhongsong" panose="02010600040101010101" pitchFamily="2" charset="-122"/>
                <a:cs typeface="Times New Roman" panose="02020603050405020304" pitchFamily="18" charset="0"/>
              </a:rPr>
              <a:t> 日</a:t>
            </a:r>
          </a:p>
        </p:txBody>
      </p:sp>
      <p:sp>
        <p:nvSpPr>
          <p:cNvPr id="29" name="文本框 28"/>
          <p:cNvSpPr txBox="1"/>
          <p:nvPr/>
        </p:nvSpPr>
        <p:spPr>
          <a:xfrm>
            <a:off x="2617009" y="1844148"/>
            <a:ext cx="6801862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教师教育学院</a:t>
            </a:r>
            <a:endParaRPr lang="en-US" altLang="zh-CN" sz="6600" spc="-150" dirty="0">
              <a:gradFill>
                <a:gsLst>
                  <a:gs pos="3670">
                    <a:schemeClr val="accent2">
                      <a:lumMod val="40000"/>
                      <a:lumOff val="60000"/>
                    </a:schemeClr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100000">
                    <a:schemeClr val="accent2">
                      <a:lumMod val="40000"/>
                      <a:lumOff val="60000"/>
                    </a:schemeClr>
                  </a:gs>
                </a:gsLst>
                <a:lin ang="5400000" scaled="1"/>
              </a:gradFill>
              <a:latin typeface="STXinwei" panose="02010800040101010101" pitchFamily="2" charset="-122"/>
              <a:ea typeface="STXinwei" panose="02010800040101010101" pitchFamily="2" charset="-122"/>
              <a:cs typeface="Times New Roman" panose="02020603050405020304" pitchFamily="18" charset="0"/>
            </a:endParaRPr>
          </a:p>
          <a:p>
            <a:pPr algn="ctr" defTabSz="914400">
              <a:defRPr/>
            </a:pPr>
            <a:r>
              <a:rPr lang="zh-CN" altLang="en-US" sz="6600" spc="-150" dirty="0">
                <a:gradFill>
                  <a:gsLst>
                    <a:gs pos="3670">
                      <a:schemeClr val="accent2">
                        <a:lumMod val="40000"/>
                        <a:lumOff val="60000"/>
                      </a:schemeClr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</a:gradFill>
                <a:latin typeface="STXinwei" panose="02010800040101010101" pitchFamily="2" charset="-122"/>
                <a:ea typeface="STXinwei" panose="02010800040101010101" pitchFamily="2" charset="-122"/>
                <a:cs typeface="Times New Roman" panose="02020603050405020304" pitchFamily="18" charset="0"/>
              </a:rPr>
              <a:t>毕业生党员座谈会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MMONDATA" val="eyJoZGlkIjoiMzQyZGMxZGM4NTU4ZWRmYzBjMTcyZjA0MTkyOTJjY2IifQ=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TEMPLATE_THUMBS_INDEX" val="1、4、7、12、13、14、15、16、17、18、20、24、25、28、33、36、40、43、44"/>
  <p:tag name="KSO_WM_TEMPLATE_SUBCATEGORY" val="19"/>
  <p:tag name="KSO_WM_TAG_VERSION" val="1.0"/>
  <p:tag name="KSO_WM_BEAUTIFY_FLAG" val="#wm#"/>
  <p:tag name="KSO_WM_TEMPLATE_CATEGORY" val="custom"/>
  <p:tag name="KSO_WM_TEMPLATE_INDEX" val="20205081"/>
  <p:tag name="KSO_WM_TEMPLATE_MASTER_TYPE" val="0"/>
  <p:tag name="KSO_WM_TEMPLATE_COLOR_TYPE" val="1"/>
  <p:tag name="KSO_WM_UNIT_SHOW_EDIT_AREA_INDICATION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ICID" val="{769b8e0d-5fc7-41c2-ac4a-e84c743eecb5}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ICID" val="{769b8e0d-5fc7-41c2-ac4a-e84c743eecb5}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TEMPLATE_TOPIC_ID" val="2806177"/>
  <p:tag name="KSO_WM_TEMPLATE_OUTLINE_ID" val="15"/>
  <p:tag name="KSO_WM_TEMPLATE_SCENE_ID" val="1"/>
  <p:tag name="KSO_WM_TEMPLATE_JOB_ID" val="2"/>
  <p:tag name="KSO_WM_TEMPLATE_TOPIC_DEFAULT" val="1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ICID" val="{769b8e0d-5fc7-41c2-ac4a-e84c743eecb5}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ICID" val="{769b8e0d-5fc7-41c2-ac4a-e84c743eecb5}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ICID" val="{769b8e0d-5fc7-41c2-ac4a-e84c743eecb5}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heme/theme1.xml><?xml version="1.0" encoding="utf-8"?>
<a:theme xmlns:a="http://schemas.openxmlformats.org/drawingml/2006/main" name="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51PPT模板网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rfulzp2c">
      <a:majorFont>
        <a:latin typeface="HarmonyOS Sans SC Light"/>
        <a:ea typeface="阿里巴巴普惠体 2.0 55 Regular"/>
        <a:cs typeface=""/>
      </a:majorFont>
      <a:minorFont>
        <a:latin typeface="HarmonyOS Sans SC Light"/>
        <a:ea typeface="阿里巴巴普惠体 2.0 55 Regula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</TotalTime>
  <Words>116</Words>
  <Application>Microsoft Macintosh PowerPoint</Application>
  <PresentationFormat>宽屏</PresentationFormat>
  <Paragraphs>34</Paragraphs>
  <Slides>11</Slides>
  <Notes>11</Notes>
  <HiddenSlides>0</HiddenSlides>
  <MMClips>1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11</vt:i4>
      </vt:variant>
    </vt:vector>
  </HeadingPairs>
  <TitlesOfParts>
    <vt:vector size="21" baseType="lpstr">
      <vt:lpstr>等线</vt:lpstr>
      <vt:lpstr>华文新魏</vt:lpstr>
      <vt:lpstr>华文新魏</vt:lpstr>
      <vt:lpstr>Arial</vt:lpstr>
      <vt:lpstr>Calibri</vt:lpstr>
      <vt:lpstr>HarmonyOS Sans SC Light</vt:lpstr>
      <vt:lpstr>Times New Roman</vt:lpstr>
      <vt:lpstr>Wingdings</vt:lpstr>
      <vt:lpstr>WPS</vt:lpstr>
      <vt:lpstr>1_51PPT模板网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空白演示</dc:title>
  <dc:creator/>
  <cp:lastModifiedBy>Ryon Lee</cp:lastModifiedBy>
  <cp:revision>233</cp:revision>
  <dcterms:created xsi:type="dcterms:W3CDTF">2019-06-19T02:08:00Z</dcterms:created>
  <dcterms:modified xsi:type="dcterms:W3CDTF">2026-06-08T12:09:07Z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2052-12.1.0.26375</vt:lpwstr>
  </property>
  <property fmtid="{D5CDD505-2E9C-101B-9397-08002B2CF9AE}" pid="3" name="ICV">
    <vt:lpwstr>4FAD8893FB424E0D9777BB2731A2D6F7_13</vt:lpwstr>
  </property>
</Properties>
</file>